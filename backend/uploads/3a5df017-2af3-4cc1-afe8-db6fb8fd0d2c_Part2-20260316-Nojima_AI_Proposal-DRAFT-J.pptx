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omments/modernComment_7FFFFE1F_2E4BD0E2.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2" r:id="rId2"/>
    <p:sldMasterId id="2147483731" r:id="rId3"/>
  </p:sldMasterIdLst>
  <p:notesMasterIdLst>
    <p:notesMasterId r:id="rId30"/>
  </p:notesMasterIdLst>
  <p:sldIdLst>
    <p:sldId id="2147483161" r:id="rId4"/>
    <p:sldId id="2147483167" r:id="rId5"/>
    <p:sldId id="2147483154" r:id="rId6"/>
    <p:sldId id="2147483169" r:id="rId7"/>
    <p:sldId id="2147483162" r:id="rId8"/>
    <p:sldId id="2147483155" r:id="rId9"/>
    <p:sldId id="2147483137" r:id="rId10"/>
    <p:sldId id="402" r:id="rId11"/>
    <p:sldId id="2147483120" r:id="rId12"/>
    <p:sldId id="2147483131" r:id="rId13"/>
    <p:sldId id="2147483114" r:id="rId14"/>
    <p:sldId id="2147483139" r:id="rId15"/>
    <p:sldId id="267" r:id="rId16"/>
    <p:sldId id="2147483158" r:id="rId17"/>
    <p:sldId id="334" r:id="rId18"/>
    <p:sldId id="2147483165" r:id="rId19"/>
    <p:sldId id="2147483144" r:id="rId20"/>
    <p:sldId id="2147483129" r:id="rId21"/>
    <p:sldId id="275" r:id="rId22"/>
    <p:sldId id="2147483166" r:id="rId23"/>
    <p:sldId id="2147483100" r:id="rId24"/>
    <p:sldId id="2147483145" r:id="rId25"/>
    <p:sldId id="2147483117" r:id="rId26"/>
    <p:sldId id="2147483132" r:id="rId27"/>
    <p:sldId id="2147473846" r:id="rId28"/>
    <p:sldId id="2147483126" r:id="rId29"/>
  </p:sldIdLst>
  <p:sldSz cx="12192000" cy="6858000"/>
  <p:notesSz cx="6858000" cy="9144000"/>
  <p:defaultTextStyle>
    <a:defPPr>
      <a:defRPr lang="j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18C3352-AB78-29CD-C833-B30B9B8C012B}" name="Ammar Zolkipli" initials="AZ" userId="S::ammar.zolkipli@globallogic.com::9fb83b5d-6e34-4c25-a958-8d8568efab73" providerId="AD"/>
  <p188:author id="{F5EC08C8-B06E-29B5-15CD-D1C38AA63571}" name="前嶋直樹 / MAEJIMA，NAOKI" initials="前M" userId="S::naoki.maejima.ok_hitachi.com#ext#@globallogic0.onmicrosoft.com::8ab96022-31f7-4a70-bf09-45e0539c458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102" d="100"/>
          <a:sy n="102" d="100"/>
        </p:scale>
        <p:origin x="10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microsoft.com/office/2018/10/relationships/authors" Target="authors.xml"/><Relationship Id="rId8" Type="http://schemas.openxmlformats.org/officeDocument/2006/relationships/slide" Target="slides/slide5.xml"/></Relationships>
</file>

<file path=ppt/comments/modernComment_7FFFFE1F_2E4BD0E2.xml><?xml version="1.0" encoding="utf-8"?>
<p188:cmLst xmlns:a="http://schemas.openxmlformats.org/drawingml/2006/main" xmlns:r="http://schemas.openxmlformats.org/officeDocument/2006/relationships" xmlns:p188="http://schemas.microsoft.com/office/powerpoint/2018/8/main">
  <p188:cm id="{66390D21-837C-4719-8528-598B980AA6EB}" authorId="{F5EC08C8-B06E-29B5-15CD-D1C38AA63571}" status="resolved" created="2026-03-18T01:54:29.829">
    <ac:deMkLst xmlns:ac="http://schemas.microsoft.com/office/drawing/2013/main/command">
      <pc:docMk xmlns:pc="http://schemas.microsoft.com/office/powerpoint/2013/main/command"/>
      <pc:sldMk xmlns:pc="http://schemas.microsoft.com/office/powerpoint/2013/main/command" cId="776720610" sldId="2147483167"/>
      <ac:spMk id="3" creationId="{E41F1714-908B-E848-EA2F-B383EF656883}"/>
    </ac:deMkLst>
    <p188:txBody>
      <a:bodyPr/>
      <a:lstStyle/>
      <a:p>
        <a:r>
          <a:rPr lang="ja"/>
          <a:t>アソシエイトをMDに変更する。最初のターゲットはMDです。</a:t>
        </a:r>
      </a:p>
    </p188:txBody>
  </p188:cm>
  <p188:cm id="{1A530AC8-973B-4CED-A06C-60453803325B}" authorId="{F5EC08C8-B06E-29B5-15CD-D1C38AA63571}" status="resolved" created="2026-03-18T01:55:19.304">
    <ac:deMkLst xmlns:ac="http://schemas.microsoft.com/office/drawing/2013/main/command">
      <pc:docMk xmlns:pc="http://schemas.microsoft.com/office/powerpoint/2013/main/command"/>
      <pc:sldMk xmlns:pc="http://schemas.microsoft.com/office/powerpoint/2013/main/command" cId="776720610" sldId="2147483167"/>
      <ac:spMk id="27" creationId="{C60914BB-3DD6-0519-557B-4AF2DAEE3A41}"/>
    </ac:deMkLst>
    <p188:txBody>
      <a:bodyPr/>
      <a:lstStyle/>
      <a:p>
        <a:r>
          <a:rPr lang="ja"/>
          <a:t>入力例を追加（2-B） 吉川さんは、各製品に共通の抽出方法（テンプレートなど）が存在する可能性があると考えている。</a:t>
        </a:r>
      </a:p>
    </p188:txBody>
  </p188:cm>
  <p188:cm id="{17993339-BF03-4B27-B084-BE919CCDCCAF}" authorId="{F5EC08C8-B06E-29B5-15CD-D1C38AA63571}" status="resolved" created="2026-03-18T01:57:11.923">
    <ac:deMkLst xmlns:ac="http://schemas.microsoft.com/office/drawing/2013/main/command">
      <pc:docMk xmlns:pc="http://schemas.microsoft.com/office/powerpoint/2013/main/command"/>
      <pc:sldMk xmlns:pc="http://schemas.microsoft.com/office/powerpoint/2013/main/command" cId="776720610" sldId="2147483167"/>
      <ac:picMk id="58" creationId="{5AD35203-D59B-C2DD-10F8-6FDA5E469ED0}"/>
    </ac:deMkLst>
    <p188:txBody>
      <a:bodyPr/>
      <a:lstStyle/>
      <a:p>
        <a:r>
          <a:rPr lang="ja"/>
          <a:t>フローを追加する（2-A）データ更新を使用した自動バッチでリストを更新するフローを追加します。</a:t>
        </a:r>
      </a:p>
    </p188:txBody>
  </p188:cm>
</p188:cmLst>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975981-E865-40CC-ADF3-436BA0D99B27}" type="doc">
      <dgm:prSet loTypeId="urn:microsoft.com/office/officeart/2005/8/layout/process4" loCatId="list" qsTypeId="urn:microsoft.com/office/officeart/2005/8/quickstyle/simple1" qsCatId="simple" csTypeId="urn:microsoft.com/office/officeart/2005/8/colors/accent5_2" csCatId="accent5" phldr="1"/>
      <dgm:spPr/>
      <dgm:t>
        <a:bodyPr/>
        <a:lstStyle/>
        <a:p>
          <a:endParaRPr lang="en-US"/>
        </a:p>
      </dgm:t>
    </dgm:pt>
    <dgm:pt modelId="{B61ACB9B-5F54-47C3-BA93-B50B36FC5FCD}">
      <dgm:prSet phldrT="[Text]" phldr="0"/>
      <dgm:spPr/>
      <dgm:t>
        <a:bodyPr/>
        <a:lstStyle/>
        <a:p>
          <a:r>
            <a:rPr lang="ja"/>
            <a:t>レイヤー1 - 購入確認</a:t>
          </a:r>
        </a:p>
      </dgm:t>
    </dgm:pt>
    <dgm:pt modelId="{36F4D562-F866-4AC9-8F32-938B39D2A743}" type="parTrans" cxnId="{CB6B4997-B10B-4B4B-9585-6331E88EA527}">
      <dgm:prSet/>
      <dgm:spPr/>
      <dgm:t>
        <a:bodyPr/>
        <a:lstStyle/>
        <a:p>
          <a:endParaRPr lang="en-US"/>
        </a:p>
      </dgm:t>
    </dgm:pt>
    <dgm:pt modelId="{F9B88314-72EA-4EA0-9A5F-B5DD4B7F9123}" type="sibTrans" cxnId="{CB6B4997-B10B-4B4B-9585-6331E88EA527}">
      <dgm:prSet/>
      <dgm:spPr/>
      <dgm:t>
        <a:bodyPr/>
        <a:lstStyle/>
        <a:p>
          <a:endParaRPr lang="en-US"/>
        </a:p>
      </dgm:t>
    </dgm:pt>
    <dgm:pt modelId="{71283A7E-A528-4BEA-898E-3DF6F671C489}">
      <dgm:prSet phldrT="[Text]" phldr="0"/>
      <dgm:spPr/>
      <dgm:t>
        <a:bodyPr/>
        <a:lstStyle/>
        <a:p>
          <a:r>
            <a:rPr lang="ja"/>
            <a:t>レイヤー2 – 交換確認:</a:t>
          </a:r>
        </a:p>
      </dgm:t>
    </dgm:pt>
    <dgm:pt modelId="{246756ED-5810-4B61-AFC5-18A4D346577F}" type="parTrans" cxnId="{A0D95F29-2DDD-46B0-AF6D-7E52BC3078BC}">
      <dgm:prSet/>
      <dgm:spPr/>
      <dgm:t>
        <a:bodyPr/>
        <a:lstStyle/>
        <a:p>
          <a:endParaRPr lang="en-US"/>
        </a:p>
      </dgm:t>
    </dgm:pt>
    <dgm:pt modelId="{D6B82148-9D2A-4BFD-9CBD-F7FCFE5E7245}" type="sibTrans" cxnId="{A0D95F29-2DDD-46B0-AF6D-7E52BC3078BC}">
      <dgm:prSet/>
      <dgm:spPr/>
      <dgm:t>
        <a:bodyPr/>
        <a:lstStyle/>
        <a:p>
          <a:endParaRPr lang="en-US"/>
        </a:p>
      </dgm:t>
    </dgm:pt>
    <dgm:pt modelId="{DD160330-80D9-48E7-BE26-41F789673994}">
      <dgm:prSet phldrT="[Text]" phldr="0"/>
      <dgm:spPr/>
      <dgm:t>
        <a:bodyPr/>
        <a:lstStyle/>
        <a:p>
          <a:r>
            <a:rPr lang="ja"/>
            <a:t>SQL ncross check を介して顧客の購入目標を確認する</a:t>
          </a:r>
        </a:p>
      </dgm:t>
    </dgm:pt>
    <dgm:pt modelId="{FA6A1681-BE56-4685-A3C0-1F88998F264A}" type="parTrans" cxnId="{0231A37D-FE51-444F-A21C-8FFF620A27A9}">
      <dgm:prSet/>
      <dgm:spPr/>
      <dgm:t>
        <a:bodyPr/>
        <a:lstStyle/>
        <a:p>
          <a:endParaRPr lang="en-US"/>
        </a:p>
      </dgm:t>
    </dgm:pt>
    <dgm:pt modelId="{81D3B62B-B414-4778-A1F9-EC27154EBD2F}" type="sibTrans" cxnId="{0231A37D-FE51-444F-A21C-8FFF620A27A9}">
      <dgm:prSet/>
      <dgm:spPr/>
      <dgm:t>
        <a:bodyPr/>
        <a:lstStyle/>
        <a:p>
          <a:endParaRPr lang="en-US"/>
        </a:p>
      </dgm:t>
    </dgm:pt>
    <dgm:pt modelId="{4D2F4664-79C8-4ED9-8A6E-8E29F3F1792E}">
      <dgm:prSet phldrT="[Text]" phldr="0"/>
      <dgm:spPr/>
      <dgm:t>
        <a:bodyPr/>
        <a:lstStyle/>
        <a:p>
          <a:r>
            <a:rPr lang="ja"/>
            <a:t>お客様が既に推奨される新モデルを所有していないことを確認してください。</a:t>
          </a:r>
        </a:p>
      </dgm:t>
    </dgm:pt>
    <dgm:pt modelId="{C9E3C2BE-A8CC-4A32-B8D7-CE32F1E4C332}" type="parTrans" cxnId="{5587DA18-A453-424F-A199-D07B6B3C487C}">
      <dgm:prSet/>
      <dgm:spPr/>
      <dgm:t>
        <a:bodyPr/>
        <a:lstStyle/>
        <a:p>
          <a:endParaRPr lang="en-US"/>
        </a:p>
      </dgm:t>
    </dgm:pt>
    <dgm:pt modelId="{9EC75AA4-71B5-4B21-81E1-6A6DAC682FDD}" type="sibTrans" cxnId="{5587DA18-A453-424F-A199-D07B6B3C487C}">
      <dgm:prSet/>
      <dgm:spPr/>
      <dgm:t>
        <a:bodyPr/>
        <a:lstStyle/>
        <a:p>
          <a:endParaRPr lang="en-US"/>
        </a:p>
      </dgm:t>
    </dgm:pt>
    <dgm:pt modelId="{B8F3B26A-0EE2-44D5-8DC7-E4FD72AC0901}" type="pres">
      <dgm:prSet presAssocID="{46975981-E865-40CC-ADF3-436BA0D99B27}" presName="Name0" presStyleCnt="0">
        <dgm:presLayoutVars>
          <dgm:dir/>
          <dgm:animLvl val="lvl"/>
          <dgm:resizeHandles val="exact"/>
        </dgm:presLayoutVars>
      </dgm:prSet>
      <dgm:spPr/>
    </dgm:pt>
    <dgm:pt modelId="{A77BD399-AF5E-4D71-AA59-9FD16CFCFA0D}" type="pres">
      <dgm:prSet presAssocID="{71283A7E-A528-4BEA-898E-3DF6F671C489}" presName="boxAndChildren" presStyleCnt="0"/>
      <dgm:spPr/>
    </dgm:pt>
    <dgm:pt modelId="{7987850A-238B-417D-A019-3B99EB4D49C6}" type="pres">
      <dgm:prSet presAssocID="{71283A7E-A528-4BEA-898E-3DF6F671C489}" presName="parentTextBox" presStyleLbl="node1" presStyleIdx="0" presStyleCnt="2"/>
      <dgm:spPr/>
    </dgm:pt>
    <dgm:pt modelId="{500022D6-AE3E-4AB1-A5BF-5D22DFE3D98A}" type="pres">
      <dgm:prSet presAssocID="{71283A7E-A528-4BEA-898E-3DF6F671C489}" presName="entireBox" presStyleLbl="node1" presStyleIdx="0" presStyleCnt="2"/>
      <dgm:spPr/>
    </dgm:pt>
    <dgm:pt modelId="{7132FC9E-E954-4CF5-81F1-C7A34CB5159C}" type="pres">
      <dgm:prSet presAssocID="{71283A7E-A528-4BEA-898E-3DF6F671C489}" presName="descendantBox" presStyleCnt="0"/>
      <dgm:spPr/>
    </dgm:pt>
    <dgm:pt modelId="{889F2657-5D7E-419A-A78A-D8BDF0840D3F}" type="pres">
      <dgm:prSet presAssocID="{4D2F4664-79C8-4ED9-8A6E-8E29F3F1792E}" presName="childTextBox" presStyleLbl="fgAccFollowNode1" presStyleIdx="0" presStyleCnt="2">
        <dgm:presLayoutVars>
          <dgm:bulletEnabled val="1"/>
        </dgm:presLayoutVars>
      </dgm:prSet>
      <dgm:spPr/>
    </dgm:pt>
    <dgm:pt modelId="{6297B5CF-73EA-41A7-A2FD-25A3794A3BD9}" type="pres">
      <dgm:prSet presAssocID="{F9B88314-72EA-4EA0-9A5F-B5DD4B7F9123}" presName="sp" presStyleCnt="0"/>
      <dgm:spPr/>
    </dgm:pt>
    <dgm:pt modelId="{F090C5A9-4058-4446-95B5-01FFC7F63842}" type="pres">
      <dgm:prSet presAssocID="{B61ACB9B-5F54-47C3-BA93-B50B36FC5FCD}" presName="arrowAndChildren" presStyleCnt="0"/>
      <dgm:spPr/>
    </dgm:pt>
    <dgm:pt modelId="{289B78CA-6DDF-47FA-B58C-CAA52B349B83}" type="pres">
      <dgm:prSet presAssocID="{B61ACB9B-5F54-47C3-BA93-B50B36FC5FCD}" presName="parentTextArrow" presStyleLbl="node1" presStyleIdx="0" presStyleCnt="2"/>
      <dgm:spPr/>
    </dgm:pt>
    <dgm:pt modelId="{5BAD6736-9020-4F9A-8778-AF6A9CEDE863}" type="pres">
      <dgm:prSet presAssocID="{B61ACB9B-5F54-47C3-BA93-B50B36FC5FCD}" presName="arrow" presStyleLbl="node1" presStyleIdx="1" presStyleCnt="2"/>
      <dgm:spPr/>
    </dgm:pt>
    <dgm:pt modelId="{81D6274D-69A3-4936-BFA3-CE72107F847E}" type="pres">
      <dgm:prSet presAssocID="{B61ACB9B-5F54-47C3-BA93-B50B36FC5FCD}" presName="descendantArrow" presStyleCnt="0"/>
      <dgm:spPr/>
    </dgm:pt>
    <dgm:pt modelId="{546A0D84-00A2-4CAD-927F-7122D4A60413}" type="pres">
      <dgm:prSet presAssocID="{DD160330-80D9-48E7-BE26-41F789673994}" presName="childTextArrow" presStyleLbl="fgAccFollowNode1" presStyleIdx="1" presStyleCnt="2">
        <dgm:presLayoutVars>
          <dgm:bulletEnabled val="1"/>
        </dgm:presLayoutVars>
      </dgm:prSet>
      <dgm:spPr/>
    </dgm:pt>
  </dgm:ptLst>
  <dgm:cxnLst>
    <dgm:cxn modelId="{5587DA18-A453-424F-A199-D07B6B3C487C}" srcId="{71283A7E-A528-4BEA-898E-3DF6F671C489}" destId="{4D2F4664-79C8-4ED9-8A6E-8E29F3F1792E}" srcOrd="0" destOrd="0" parTransId="{C9E3C2BE-A8CC-4A32-B8D7-CE32F1E4C332}" sibTransId="{9EC75AA4-71B5-4B21-81E1-6A6DAC682FDD}"/>
    <dgm:cxn modelId="{A0D95F29-2DDD-46B0-AF6D-7E52BC3078BC}" srcId="{46975981-E865-40CC-ADF3-436BA0D99B27}" destId="{71283A7E-A528-4BEA-898E-3DF6F671C489}" srcOrd="1" destOrd="0" parTransId="{246756ED-5810-4B61-AFC5-18A4D346577F}" sibTransId="{D6B82148-9D2A-4BFD-9CBD-F7FCFE5E7245}"/>
    <dgm:cxn modelId="{AAD62C38-B89A-4B69-92A7-97DB2776C15A}" type="presOf" srcId="{4D2F4664-79C8-4ED9-8A6E-8E29F3F1792E}" destId="{889F2657-5D7E-419A-A78A-D8BDF0840D3F}" srcOrd="0" destOrd="0" presId="urn:microsoft.com/office/officeart/2005/8/layout/process4"/>
    <dgm:cxn modelId="{70985566-9F0C-42D8-97A5-F4597B22DD70}" type="presOf" srcId="{DD160330-80D9-48E7-BE26-41F789673994}" destId="{546A0D84-00A2-4CAD-927F-7122D4A60413}" srcOrd="0" destOrd="0" presId="urn:microsoft.com/office/officeart/2005/8/layout/process4"/>
    <dgm:cxn modelId="{28A18D52-20E5-4442-BACB-CCF53C32C747}" type="presOf" srcId="{B61ACB9B-5F54-47C3-BA93-B50B36FC5FCD}" destId="{5BAD6736-9020-4F9A-8778-AF6A9CEDE863}" srcOrd="1" destOrd="0" presId="urn:microsoft.com/office/officeart/2005/8/layout/process4"/>
    <dgm:cxn modelId="{0231A37D-FE51-444F-A21C-8FFF620A27A9}" srcId="{B61ACB9B-5F54-47C3-BA93-B50B36FC5FCD}" destId="{DD160330-80D9-48E7-BE26-41F789673994}" srcOrd="0" destOrd="0" parTransId="{FA6A1681-BE56-4685-A3C0-1F88998F264A}" sibTransId="{81D3B62B-B414-4778-A1F9-EC27154EBD2F}"/>
    <dgm:cxn modelId="{CB6B4997-B10B-4B4B-9585-6331E88EA527}" srcId="{46975981-E865-40CC-ADF3-436BA0D99B27}" destId="{B61ACB9B-5F54-47C3-BA93-B50B36FC5FCD}" srcOrd="0" destOrd="0" parTransId="{36F4D562-F866-4AC9-8F32-938B39D2A743}" sibTransId="{F9B88314-72EA-4EA0-9A5F-B5DD4B7F9123}"/>
    <dgm:cxn modelId="{CE28BE98-41D5-4C99-B24E-F55017CBA721}" type="presOf" srcId="{B61ACB9B-5F54-47C3-BA93-B50B36FC5FCD}" destId="{289B78CA-6DDF-47FA-B58C-CAA52B349B83}" srcOrd="0" destOrd="0" presId="urn:microsoft.com/office/officeart/2005/8/layout/process4"/>
    <dgm:cxn modelId="{63FEDA98-7556-4288-A51C-264B7183A75B}" type="presOf" srcId="{46975981-E865-40CC-ADF3-436BA0D99B27}" destId="{B8F3B26A-0EE2-44D5-8DC7-E4FD72AC0901}" srcOrd="0" destOrd="0" presId="urn:microsoft.com/office/officeart/2005/8/layout/process4"/>
    <dgm:cxn modelId="{9BF0FCCD-E161-47FD-923F-11398B4E6BA2}" type="presOf" srcId="{71283A7E-A528-4BEA-898E-3DF6F671C489}" destId="{7987850A-238B-417D-A019-3B99EB4D49C6}" srcOrd="0" destOrd="0" presId="urn:microsoft.com/office/officeart/2005/8/layout/process4"/>
    <dgm:cxn modelId="{A0C25EEA-A39E-45D5-B538-365EBF415E45}" type="presOf" srcId="{71283A7E-A528-4BEA-898E-3DF6F671C489}" destId="{500022D6-AE3E-4AB1-A5BF-5D22DFE3D98A}" srcOrd="1" destOrd="0" presId="urn:microsoft.com/office/officeart/2005/8/layout/process4"/>
    <dgm:cxn modelId="{2821104E-7607-4427-9952-F8F978877F75}" type="presParOf" srcId="{B8F3B26A-0EE2-44D5-8DC7-E4FD72AC0901}" destId="{A77BD399-AF5E-4D71-AA59-9FD16CFCFA0D}" srcOrd="0" destOrd="0" presId="urn:microsoft.com/office/officeart/2005/8/layout/process4"/>
    <dgm:cxn modelId="{21D4EEB4-8A71-47F4-B403-63BCB2471DC7}" type="presParOf" srcId="{A77BD399-AF5E-4D71-AA59-9FD16CFCFA0D}" destId="{7987850A-238B-417D-A019-3B99EB4D49C6}" srcOrd="0" destOrd="0" presId="urn:microsoft.com/office/officeart/2005/8/layout/process4"/>
    <dgm:cxn modelId="{F37A6179-E154-480B-89B3-9B9E8EA1D198}" type="presParOf" srcId="{A77BD399-AF5E-4D71-AA59-9FD16CFCFA0D}" destId="{500022D6-AE3E-4AB1-A5BF-5D22DFE3D98A}" srcOrd="1" destOrd="0" presId="urn:microsoft.com/office/officeart/2005/8/layout/process4"/>
    <dgm:cxn modelId="{854EC504-D3F1-4F99-A65F-85A5C420F5F0}" type="presParOf" srcId="{A77BD399-AF5E-4D71-AA59-9FD16CFCFA0D}" destId="{7132FC9E-E954-4CF5-81F1-C7A34CB5159C}" srcOrd="2" destOrd="0" presId="urn:microsoft.com/office/officeart/2005/8/layout/process4"/>
    <dgm:cxn modelId="{74829CAD-7D6B-4EDA-84A3-0BFCB236BC3F}" type="presParOf" srcId="{7132FC9E-E954-4CF5-81F1-C7A34CB5159C}" destId="{889F2657-5D7E-419A-A78A-D8BDF0840D3F}" srcOrd="0" destOrd="0" presId="urn:microsoft.com/office/officeart/2005/8/layout/process4"/>
    <dgm:cxn modelId="{95A931E0-9FCB-4BF6-8AA9-05B6267228C6}" type="presParOf" srcId="{B8F3B26A-0EE2-44D5-8DC7-E4FD72AC0901}" destId="{6297B5CF-73EA-41A7-A2FD-25A3794A3BD9}" srcOrd="1" destOrd="0" presId="urn:microsoft.com/office/officeart/2005/8/layout/process4"/>
    <dgm:cxn modelId="{246E26C4-EFAF-4A6D-93DE-F566301825A2}" type="presParOf" srcId="{B8F3B26A-0EE2-44D5-8DC7-E4FD72AC0901}" destId="{F090C5A9-4058-4446-95B5-01FFC7F63842}" srcOrd="2" destOrd="0" presId="urn:microsoft.com/office/officeart/2005/8/layout/process4"/>
    <dgm:cxn modelId="{144AFB6C-F6B3-46F0-8D1F-5D80FBBC2193}" type="presParOf" srcId="{F090C5A9-4058-4446-95B5-01FFC7F63842}" destId="{289B78CA-6DDF-47FA-B58C-CAA52B349B83}" srcOrd="0" destOrd="0" presId="urn:microsoft.com/office/officeart/2005/8/layout/process4"/>
    <dgm:cxn modelId="{D515292A-E724-40C2-918A-2E04F7509887}" type="presParOf" srcId="{F090C5A9-4058-4446-95B5-01FFC7F63842}" destId="{5BAD6736-9020-4F9A-8778-AF6A9CEDE863}" srcOrd="1" destOrd="0" presId="urn:microsoft.com/office/officeart/2005/8/layout/process4"/>
    <dgm:cxn modelId="{C0DA0D0C-C0E4-4887-9C24-600B8F6D19A8}" type="presParOf" srcId="{F090C5A9-4058-4446-95B5-01FFC7F63842}" destId="{81D6274D-69A3-4936-BFA3-CE72107F847E}" srcOrd="2" destOrd="0" presId="urn:microsoft.com/office/officeart/2005/8/layout/process4"/>
    <dgm:cxn modelId="{98091CBD-AC02-499E-A8B5-5E1A8DC37C8E}" type="presParOf" srcId="{81D6274D-69A3-4936-BFA3-CE72107F847E}" destId="{546A0D84-00A2-4CAD-927F-7122D4A60413}" srcOrd="0" destOrd="0" presId="urn:microsoft.com/office/officeart/2005/8/layout/process4"/>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975981-E865-40CC-ADF3-436BA0D99B27}" type="doc">
      <dgm:prSet loTypeId="urn:microsoft.com/office/officeart/2005/8/layout/process4" loCatId="list" qsTypeId="urn:microsoft.com/office/officeart/2005/8/quickstyle/simple1" qsCatId="simple" csTypeId="urn:microsoft.com/office/officeart/2005/8/colors/accent5_2" csCatId="accent5" phldr="1"/>
      <dgm:spPr/>
      <dgm:t>
        <a:bodyPr/>
        <a:lstStyle/>
        <a:p>
          <a:endParaRPr lang="en-US"/>
        </a:p>
      </dgm:t>
    </dgm:pt>
    <dgm:pt modelId="{B61ACB9B-5F54-47C3-BA93-B50B36FC5FCD}">
      <dgm:prSet phldrT="[Text]" phldr="0"/>
      <dgm:spPr/>
      <dgm:t>
        <a:bodyPr/>
        <a:lstStyle/>
        <a:p>
          <a:r>
            <a:rPr lang="ja"/>
            <a:t>レイヤー1 - 購入確認</a:t>
          </a:r>
        </a:p>
      </dgm:t>
    </dgm:pt>
    <dgm:pt modelId="{36F4D562-F866-4AC9-8F32-938B39D2A743}" type="parTrans" cxnId="{CB6B4997-B10B-4B4B-9585-6331E88EA527}">
      <dgm:prSet/>
      <dgm:spPr/>
      <dgm:t>
        <a:bodyPr/>
        <a:lstStyle/>
        <a:p>
          <a:endParaRPr lang="en-US"/>
        </a:p>
      </dgm:t>
    </dgm:pt>
    <dgm:pt modelId="{F9B88314-72EA-4EA0-9A5F-B5DD4B7F9123}" type="sibTrans" cxnId="{CB6B4997-B10B-4B4B-9585-6331E88EA527}">
      <dgm:prSet/>
      <dgm:spPr/>
      <dgm:t>
        <a:bodyPr/>
        <a:lstStyle/>
        <a:p>
          <a:endParaRPr lang="en-US"/>
        </a:p>
      </dgm:t>
    </dgm:pt>
    <dgm:pt modelId="{71283A7E-A528-4BEA-898E-3DF6F671C489}">
      <dgm:prSet phldrT="[Text]" phldr="0"/>
      <dgm:spPr/>
      <dgm:t>
        <a:bodyPr/>
        <a:lstStyle/>
        <a:p>
          <a:r>
            <a:rPr lang="ja"/>
            <a:t>レイヤー2 – 交換確認:</a:t>
          </a:r>
        </a:p>
      </dgm:t>
    </dgm:pt>
    <dgm:pt modelId="{246756ED-5810-4B61-AFC5-18A4D346577F}" type="parTrans" cxnId="{A0D95F29-2DDD-46B0-AF6D-7E52BC3078BC}">
      <dgm:prSet/>
      <dgm:spPr/>
      <dgm:t>
        <a:bodyPr/>
        <a:lstStyle/>
        <a:p>
          <a:endParaRPr lang="en-US"/>
        </a:p>
      </dgm:t>
    </dgm:pt>
    <dgm:pt modelId="{D6B82148-9D2A-4BFD-9CBD-F7FCFE5E7245}" type="sibTrans" cxnId="{A0D95F29-2DDD-46B0-AF6D-7E52BC3078BC}">
      <dgm:prSet/>
      <dgm:spPr/>
      <dgm:t>
        <a:bodyPr/>
        <a:lstStyle/>
        <a:p>
          <a:endParaRPr lang="en-US"/>
        </a:p>
      </dgm:t>
    </dgm:pt>
    <dgm:pt modelId="{DD160330-80D9-48E7-BE26-41F789673994}">
      <dgm:prSet phldrT="[Text]" phldr="0"/>
      <dgm:spPr/>
      <dgm:t>
        <a:bodyPr/>
        <a:lstStyle/>
        <a:p>
          <a:r>
            <a:rPr lang="ja"/>
            <a:t>SQL ncross check を介して顧客の購入目標を確認する</a:t>
          </a:r>
        </a:p>
      </dgm:t>
    </dgm:pt>
    <dgm:pt modelId="{FA6A1681-BE56-4685-A3C0-1F88998F264A}" type="parTrans" cxnId="{0231A37D-FE51-444F-A21C-8FFF620A27A9}">
      <dgm:prSet/>
      <dgm:spPr/>
      <dgm:t>
        <a:bodyPr/>
        <a:lstStyle/>
        <a:p>
          <a:endParaRPr lang="en-US"/>
        </a:p>
      </dgm:t>
    </dgm:pt>
    <dgm:pt modelId="{81D3B62B-B414-4778-A1F9-EC27154EBD2F}" type="sibTrans" cxnId="{0231A37D-FE51-444F-A21C-8FFF620A27A9}">
      <dgm:prSet/>
      <dgm:spPr/>
      <dgm:t>
        <a:bodyPr/>
        <a:lstStyle/>
        <a:p>
          <a:endParaRPr lang="en-US"/>
        </a:p>
      </dgm:t>
    </dgm:pt>
    <dgm:pt modelId="{4D2F4664-79C8-4ED9-8A6E-8E29F3F1792E}">
      <dgm:prSet phldrT="[Text]" phldr="0"/>
      <dgm:spPr/>
      <dgm:t>
        <a:bodyPr/>
        <a:lstStyle/>
        <a:p>
          <a:r>
            <a:rPr lang="ja"/>
            <a:t>お客様が既に推奨される新モデルを所有していないことを確認してください。</a:t>
          </a:r>
        </a:p>
      </dgm:t>
    </dgm:pt>
    <dgm:pt modelId="{C9E3C2BE-A8CC-4A32-B8D7-CE32F1E4C332}" type="parTrans" cxnId="{5587DA18-A453-424F-A199-D07B6B3C487C}">
      <dgm:prSet/>
      <dgm:spPr/>
      <dgm:t>
        <a:bodyPr/>
        <a:lstStyle/>
        <a:p>
          <a:endParaRPr lang="en-US"/>
        </a:p>
      </dgm:t>
    </dgm:pt>
    <dgm:pt modelId="{9EC75AA4-71B5-4B21-81E1-6A6DAC682FDD}" type="sibTrans" cxnId="{5587DA18-A453-424F-A199-D07B6B3C487C}">
      <dgm:prSet/>
      <dgm:spPr/>
      <dgm:t>
        <a:bodyPr/>
        <a:lstStyle/>
        <a:p>
          <a:endParaRPr lang="en-US"/>
        </a:p>
      </dgm:t>
    </dgm:pt>
    <dgm:pt modelId="{B8F3B26A-0EE2-44D5-8DC7-E4FD72AC0901}" type="pres">
      <dgm:prSet presAssocID="{46975981-E865-40CC-ADF3-436BA0D99B27}" presName="Name0" presStyleCnt="0">
        <dgm:presLayoutVars>
          <dgm:dir/>
          <dgm:animLvl val="lvl"/>
          <dgm:resizeHandles val="exact"/>
        </dgm:presLayoutVars>
      </dgm:prSet>
      <dgm:spPr/>
    </dgm:pt>
    <dgm:pt modelId="{A77BD399-AF5E-4D71-AA59-9FD16CFCFA0D}" type="pres">
      <dgm:prSet presAssocID="{71283A7E-A528-4BEA-898E-3DF6F671C489}" presName="boxAndChildren" presStyleCnt="0"/>
      <dgm:spPr/>
    </dgm:pt>
    <dgm:pt modelId="{7987850A-238B-417D-A019-3B99EB4D49C6}" type="pres">
      <dgm:prSet presAssocID="{71283A7E-A528-4BEA-898E-3DF6F671C489}" presName="parentTextBox" presStyleLbl="node1" presStyleIdx="0" presStyleCnt="2"/>
      <dgm:spPr/>
    </dgm:pt>
    <dgm:pt modelId="{500022D6-AE3E-4AB1-A5BF-5D22DFE3D98A}" type="pres">
      <dgm:prSet presAssocID="{71283A7E-A528-4BEA-898E-3DF6F671C489}" presName="entireBox" presStyleLbl="node1" presStyleIdx="0" presStyleCnt="2"/>
      <dgm:spPr/>
    </dgm:pt>
    <dgm:pt modelId="{7132FC9E-E954-4CF5-81F1-C7A34CB5159C}" type="pres">
      <dgm:prSet presAssocID="{71283A7E-A528-4BEA-898E-3DF6F671C489}" presName="descendantBox" presStyleCnt="0"/>
      <dgm:spPr/>
    </dgm:pt>
    <dgm:pt modelId="{889F2657-5D7E-419A-A78A-D8BDF0840D3F}" type="pres">
      <dgm:prSet presAssocID="{4D2F4664-79C8-4ED9-8A6E-8E29F3F1792E}" presName="childTextBox" presStyleLbl="fgAccFollowNode1" presStyleIdx="0" presStyleCnt="2">
        <dgm:presLayoutVars>
          <dgm:bulletEnabled val="1"/>
        </dgm:presLayoutVars>
      </dgm:prSet>
      <dgm:spPr/>
    </dgm:pt>
    <dgm:pt modelId="{6297B5CF-73EA-41A7-A2FD-25A3794A3BD9}" type="pres">
      <dgm:prSet presAssocID="{F9B88314-72EA-4EA0-9A5F-B5DD4B7F9123}" presName="sp" presStyleCnt="0"/>
      <dgm:spPr/>
    </dgm:pt>
    <dgm:pt modelId="{F090C5A9-4058-4446-95B5-01FFC7F63842}" type="pres">
      <dgm:prSet presAssocID="{B61ACB9B-5F54-47C3-BA93-B50B36FC5FCD}" presName="arrowAndChildren" presStyleCnt="0"/>
      <dgm:spPr/>
    </dgm:pt>
    <dgm:pt modelId="{289B78CA-6DDF-47FA-B58C-CAA52B349B83}" type="pres">
      <dgm:prSet presAssocID="{B61ACB9B-5F54-47C3-BA93-B50B36FC5FCD}" presName="parentTextArrow" presStyleLbl="node1" presStyleIdx="0" presStyleCnt="2"/>
      <dgm:spPr/>
    </dgm:pt>
    <dgm:pt modelId="{5BAD6736-9020-4F9A-8778-AF6A9CEDE863}" type="pres">
      <dgm:prSet presAssocID="{B61ACB9B-5F54-47C3-BA93-B50B36FC5FCD}" presName="arrow" presStyleLbl="node1" presStyleIdx="1" presStyleCnt="2"/>
      <dgm:spPr/>
    </dgm:pt>
    <dgm:pt modelId="{81D6274D-69A3-4936-BFA3-CE72107F847E}" type="pres">
      <dgm:prSet presAssocID="{B61ACB9B-5F54-47C3-BA93-B50B36FC5FCD}" presName="descendantArrow" presStyleCnt="0"/>
      <dgm:spPr/>
    </dgm:pt>
    <dgm:pt modelId="{546A0D84-00A2-4CAD-927F-7122D4A60413}" type="pres">
      <dgm:prSet presAssocID="{DD160330-80D9-48E7-BE26-41F789673994}" presName="childTextArrow" presStyleLbl="fgAccFollowNode1" presStyleIdx="1" presStyleCnt="2">
        <dgm:presLayoutVars>
          <dgm:bulletEnabled val="1"/>
        </dgm:presLayoutVars>
      </dgm:prSet>
      <dgm:spPr/>
    </dgm:pt>
  </dgm:ptLst>
  <dgm:cxnLst>
    <dgm:cxn modelId="{5587DA18-A453-424F-A199-D07B6B3C487C}" srcId="{71283A7E-A528-4BEA-898E-3DF6F671C489}" destId="{4D2F4664-79C8-4ED9-8A6E-8E29F3F1792E}" srcOrd="0" destOrd="0" parTransId="{C9E3C2BE-A8CC-4A32-B8D7-CE32F1E4C332}" sibTransId="{9EC75AA4-71B5-4B21-81E1-6A6DAC682FDD}"/>
    <dgm:cxn modelId="{A0D95F29-2DDD-46B0-AF6D-7E52BC3078BC}" srcId="{46975981-E865-40CC-ADF3-436BA0D99B27}" destId="{71283A7E-A528-4BEA-898E-3DF6F671C489}" srcOrd="1" destOrd="0" parTransId="{246756ED-5810-4B61-AFC5-18A4D346577F}" sibTransId="{D6B82148-9D2A-4BFD-9CBD-F7FCFE5E7245}"/>
    <dgm:cxn modelId="{AAD62C38-B89A-4B69-92A7-97DB2776C15A}" type="presOf" srcId="{4D2F4664-79C8-4ED9-8A6E-8E29F3F1792E}" destId="{889F2657-5D7E-419A-A78A-D8BDF0840D3F}" srcOrd="0" destOrd="0" presId="urn:microsoft.com/office/officeart/2005/8/layout/process4"/>
    <dgm:cxn modelId="{70985566-9F0C-42D8-97A5-F4597B22DD70}" type="presOf" srcId="{DD160330-80D9-48E7-BE26-41F789673994}" destId="{546A0D84-00A2-4CAD-927F-7122D4A60413}" srcOrd="0" destOrd="0" presId="urn:microsoft.com/office/officeart/2005/8/layout/process4"/>
    <dgm:cxn modelId="{28A18D52-20E5-4442-BACB-CCF53C32C747}" type="presOf" srcId="{B61ACB9B-5F54-47C3-BA93-B50B36FC5FCD}" destId="{5BAD6736-9020-4F9A-8778-AF6A9CEDE863}" srcOrd="1" destOrd="0" presId="urn:microsoft.com/office/officeart/2005/8/layout/process4"/>
    <dgm:cxn modelId="{0231A37D-FE51-444F-A21C-8FFF620A27A9}" srcId="{B61ACB9B-5F54-47C3-BA93-B50B36FC5FCD}" destId="{DD160330-80D9-48E7-BE26-41F789673994}" srcOrd="0" destOrd="0" parTransId="{FA6A1681-BE56-4685-A3C0-1F88998F264A}" sibTransId="{81D3B62B-B414-4778-A1F9-EC27154EBD2F}"/>
    <dgm:cxn modelId="{CB6B4997-B10B-4B4B-9585-6331E88EA527}" srcId="{46975981-E865-40CC-ADF3-436BA0D99B27}" destId="{B61ACB9B-5F54-47C3-BA93-B50B36FC5FCD}" srcOrd="0" destOrd="0" parTransId="{36F4D562-F866-4AC9-8F32-938B39D2A743}" sibTransId="{F9B88314-72EA-4EA0-9A5F-B5DD4B7F9123}"/>
    <dgm:cxn modelId="{CE28BE98-41D5-4C99-B24E-F55017CBA721}" type="presOf" srcId="{B61ACB9B-5F54-47C3-BA93-B50B36FC5FCD}" destId="{289B78CA-6DDF-47FA-B58C-CAA52B349B83}" srcOrd="0" destOrd="0" presId="urn:microsoft.com/office/officeart/2005/8/layout/process4"/>
    <dgm:cxn modelId="{63FEDA98-7556-4288-A51C-264B7183A75B}" type="presOf" srcId="{46975981-E865-40CC-ADF3-436BA0D99B27}" destId="{B8F3B26A-0EE2-44D5-8DC7-E4FD72AC0901}" srcOrd="0" destOrd="0" presId="urn:microsoft.com/office/officeart/2005/8/layout/process4"/>
    <dgm:cxn modelId="{9BF0FCCD-E161-47FD-923F-11398B4E6BA2}" type="presOf" srcId="{71283A7E-A528-4BEA-898E-3DF6F671C489}" destId="{7987850A-238B-417D-A019-3B99EB4D49C6}" srcOrd="0" destOrd="0" presId="urn:microsoft.com/office/officeart/2005/8/layout/process4"/>
    <dgm:cxn modelId="{A0C25EEA-A39E-45D5-B538-365EBF415E45}" type="presOf" srcId="{71283A7E-A528-4BEA-898E-3DF6F671C489}" destId="{500022D6-AE3E-4AB1-A5BF-5D22DFE3D98A}" srcOrd="1" destOrd="0" presId="urn:microsoft.com/office/officeart/2005/8/layout/process4"/>
    <dgm:cxn modelId="{2821104E-7607-4427-9952-F8F978877F75}" type="presParOf" srcId="{B8F3B26A-0EE2-44D5-8DC7-E4FD72AC0901}" destId="{A77BD399-AF5E-4D71-AA59-9FD16CFCFA0D}" srcOrd="0" destOrd="0" presId="urn:microsoft.com/office/officeart/2005/8/layout/process4"/>
    <dgm:cxn modelId="{21D4EEB4-8A71-47F4-B403-63BCB2471DC7}" type="presParOf" srcId="{A77BD399-AF5E-4D71-AA59-9FD16CFCFA0D}" destId="{7987850A-238B-417D-A019-3B99EB4D49C6}" srcOrd="0" destOrd="0" presId="urn:microsoft.com/office/officeart/2005/8/layout/process4"/>
    <dgm:cxn modelId="{F37A6179-E154-480B-89B3-9B9E8EA1D198}" type="presParOf" srcId="{A77BD399-AF5E-4D71-AA59-9FD16CFCFA0D}" destId="{500022D6-AE3E-4AB1-A5BF-5D22DFE3D98A}" srcOrd="1" destOrd="0" presId="urn:microsoft.com/office/officeart/2005/8/layout/process4"/>
    <dgm:cxn modelId="{854EC504-D3F1-4F99-A65F-85A5C420F5F0}" type="presParOf" srcId="{A77BD399-AF5E-4D71-AA59-9FD16CFCFA0D}" destId="{7132FC9E-E954-4CF5-81F1-C7A34CB5159C}" srcOrd="2" destOrd="0" presId="urn:microsoft.com/office/officeart/2005/8/layout/process4"/>
    <dgm:cxn modelId="{74829CAD-7D6B-4EDA-84A3-0BFCB236BC3F}" type="presParOf" srcId="{7132FC9E-E954-4CF5-81F1-C7A34CB5159C}" destId="{889F2657-5D7E-419A-A78A-D8BDF0840D3F}" srcOrd="0" destOrd="0" presId="urn:microsoft.com/office/officeart/2005/8/layout/process4"/>
    <dgm:cxn modelId="{95A931E0-9FCB-4BF6-8AA9-05B6267228C6}" type="presParOf" srcId="{B8F3B26A-0EE2-44D5-8DC7-E4FD72AC0901}" destId="{6297B5CF-73EA-41A7-A2FD-25A3794A3BD9}" srcOrd="1" destOrd="0" presId="urn:microsoft.com/office/officeart/2005/8/layout/process4"/>
    <dgm:cxn modelId="{246E26C4-EFAF-4A6D-93DE-F566301825A2}" type="presParOf" srcId="{B8F3B26A-0EE2-44D5-8DC7-E4FD72AC0901}" destId="{F090C5A9-4058-4446-95B5-01FFC7F63842}" srcOrd="2" destOrd="0" presId="urn:microsoft.com/office/officeart/2005/8/layout/process4"/>
    <dgm:cxn modelId="{144AFB6C-F6B3-46F0-8D1F-5D80FBBC2193}" type="presParOf" srcId="{F090C5A9-4058-4446-95B5-01FFC7F63842}" destId="{289B78CA-6DDF-47FA-B58C-CAA52B349B83}" srcOrd="0" destOrd="0" presId="urn:microsoft.com/office/officeart/2005/8/layout/process4"/>
    <dgm:cxn modelId="{D515292A-E724-40C2-918A-2E04F7509887}" type="presParOf" srcId="{F090C5A9-4058-4446-95B5-01FFC7F63842}" destId="{5BAD6736-9020-4F9A-8778-AF6A9CEDE863}" srcOrd="1" destOrd="0" presId="urn:microsoft.com/office/officeart/2005/8/layout/process4"/>
    <dgm:cxn modelId="{C0DA0D0C-C0E4-4887-9C24-600B8F6D19A8}" type="presParOf" srcId="{F090C5A9-4058-4446-95B5-01FFC7F63842}" destId="{81D6274D-69A3-4936-BFA3-CE72107F847E}" srcOrd="2" destOrd="0" presId="urn:microsoft.com/office/officeart/2005/8/layout/process4"/>
    <dgm:cxn modelId="{98091CBD-AC02-499E-A8B5-5E1A8DC37C8E}" type="presParOf" srcId="{81D6274D-69A3-4936-BFA3-CE72107F847E}" destId="{546A0D84-00A2-4CAD-927F-7122D4A60413}" srcOrd="0" destOrd="0" presId="urn:microsoft.com/office/officeart/2005/8/layout/process4"/>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975981-E865-40CC-ADF3-436BA0D99B27}" type="doc">
      <dgm:prSet loTypeId="urn:microsoft.com/office/officeart/2005/8/layout/process4" loCatId="list" qsTypeId="urn:microsoft.com/office/officeart/2005/8/quickstyle/simple1" qsCatId="simple" csTypeId="urn:microsoft.com/office/officeart/2005/8/colors/accent2_1" csCatId="accent2" phldr="1"/>
      <dgm:spPr/>
      <dgm:t>
        <a:bodyPr/>
        <a:lstStyle/>
        <a:p>
          <a:endParaRPr lang="en-US"/>
        </a:p>
      </dgm:t>
    </dgm:pt>
    <dgm:pt modelId="{B61ACB9B-5F54-47C3-BA93-B50B36FC5FCD}">
      <dgm:prSet phldrT="[Text]" phldr="0"/>
      <dgm:spPr>
        <a:solidFill>
          <a:srgbClr val="389394"/>
        </a:solidFill>
        <a:ln>
          <a:noFill/>
        </a:ln>
      </dgm:spPr>
      <dgm:t>
        <a:bodyPr/>
        <a:lstStyle/>
        <a:p>
          <a:r>
            <a:rPr lang="ja"/>
            <a:t>レイヤー1：購入確認</a:t>
          </a:r>
        </a:p>
      </dgm:t>
    </dgm:pt>
    <dgm:pt modelId="{36F4D562-F866-4AC9-8F32-938B39D2A743}" type="parTrans" cxnId="{CB6B4997-B10B-4B4B-9585-6331E88EA527}">
      <dgm:prSet/>
      <dgm:spPr/>
      <dgm:t>
        <a:bodyPr/>
        <a:lstStyle/>
        <a:p>
          <a:endParaRPr lang="en-US"/>
        </a:p>
      </dgm:t>
    </dgm:pt>
    <dgm:pt modelId="{F9B88314-72EA-4EA0-9A5F-B5DD4B7F9123}" type="sibTrans" cxnId="{CB6B4997-B10B-4B4B-9585-6331E88EA527}">
      <dgm:prSet/>
      <dgm:spPr/>
      <dgm:t>
        <a:bodyPr/>
        <a:lstStyle/>
        <a:p>
          <a:endParaRPr lang="en-US"/>
        </a:p>
      </dgm:t>
    </dgm:pt>
    <dgm:pt modelId="{71283A7E-A528-4BEA-898E-3DF6F671C489}">
      <dgm:prSet phldrT="[Text]" phldr="0"/>
      <dgm:spPr>
        <a:solidFill>
          <a:srgbClr val="389394"/>
        </a:solidFill>
        <a:ln>
          <a:noFill/>
        </a:ln>
      </dgm:spPr>
      <dgm:t>
        <a:bodyPr/>
        <a:lstStyle/>
        <a:p>
          <a:r>
            <a:rPr lang="ja"/>
            <a:t>レイヤー2：交換チェック：</a:t>
          </a:r>
        </a:p>
      </dgm:t>
    </dgm:pt>
    <dgm:pt modelId="{246756ED-5810-4B61-AFC5-18A4D346577F}" type="parTrans" cxnId="{A0D95F29-2DDD-46B0-AF6D-7E52BC3078BC}">
      <dgm:prSet/>
      <dgm:spPr/>
      <dgm:t>
        <a:bodyPr/>
        <a:lstStyle/>
        <a:p>
          <a:endParaRPr lang="en-US"/>
        </a:p>
      </dgm:t>
    </dgm:pt>
    <dgm:pt modelId="{D6B82148-9D2A-4BFD-9CBD-F7FCFE5E7245}" type="sibTrans" cxnId="{A0D95F29-2DDD-46B0-AF6D-7E52BC3078BC}">
      <dgm:prSet/>
      <dgm:spPr/>
      <dgm:t>
        <a:bodyPr/>
        <a:lstStyle/>
        <a:p>
          <a:endParaRPr lang="en-US"/>
        </a:p>
      </dgm:t>
    </dgm:pt>
    <dgm:pt modelId="{580A6561-EF81-492C-9725-94896AA4B47C}">
      <dgm:prSet phldrT="[Text]" phldr="0"/>
      <dgm:spPr>
        <a:solidFill>
          <a:srgbClr val="389394"/>
        </a:solidFill>
        <a:ln>
          <a:noFill/>
        </a:ln>
      </dgm:spPr>
      <dgm:t>
        <a:bodyPr/>
        <a:lstStyle/>
        <a:p>
          <a:r>
            <a:rPr lang="ja"/>
            <a:t>レイヤー3：人間による最終レビュー</a:t>
          </a:r>
        </a:p>
      </dgm:t>
    </dgm:pt>
    <dgm:pt modelId="{E43B95BA-DE7D-4A66-92DA-DD6397F4C2FD}" type="parTrans" cxnId="{2F00D167-4A17-4B15-BCDD-EC4B228C94F7}">
      <dgm:prSet/>
      <dgm:spPr/>
      <dgm:t>
        <a:bodyPr/>
        <a:lstStyle/>
        <a:p>
          <a:endParaRPr lang="en-US"/>
        </a:p>
      </dgm:t>
    </dgm:pt>
    <dgm:pt modelId="{55946837-6D68-4188-A828-6121A5628263}" type="sibTrans" cxnId="{2F00D167-4A17-4B15-BCDD-EC4B228C94F7}">
      <dgm:prSet/>
      <dgm:spPr/>
      <dgm:t>
        <a:bodyPr/>
        <a:lstStyle/>
        <a:p>
          <a:endParaRPr lang="en-US"/>
        </a:p>
      </dgm:t>
    </dgm:pt>
    <dgm:pt modelId="{B8F3B26A-0EE2-44D5-8DC7-E4FD72AC0901}" type="pres">
      <dgm:prSet presAssocID="{46975981-E865-40CC-ADF3-436BA0D99B27}" presName="Name0" presStyleCnt="0">
        <dgm:presLayoutVars>
          <dgm:dir/>
          <dgm:animLvl val="lvl"/>
          <dgm:resizeHandles val="exact"/>
        </dgm:presLayoutVars>
      </dgm:prSet>
      <dgm:spPr/>
    </dgm:pt>
    <dgm:pt modelId="{73748FD8-787F-4E3A-98C4-4A8BA2251B9C}" type="pres">
      <dgm:prSet presAssocID="{580A6561-EF81-492C-9725-94896AA4B47C}" presName="boxAndChildren" presStyleCnt="0"/>
      <dgm:spPr/>
    </dgm:pt>
    <dgm:pt modelId="{B76F8774-4B2E-4C6D-95AA-AEF255EFCADE}" type="pres">
      <dgm:prSet presAssocID="{580A6561-EF81-492C-9725-94896AA4B47C}" presName="parentTextBox" presStyleLbl="node1" presStyleIdx="0" presStyleCnt="3"/>
      <dgm:spPr/>
    </dgm:pt>
    <dgm:pt modelId="{4A6E9020-96C7-4F79-9D05-B168338F16DE}" type="pres">
      <dgm:prSet presAssocID="{D6B82148-9D2A-4BFD-9CBD-F7FCFE5E7245}" presName="sp" presStyleCnt="0"/>
      <dgm:spPr/>
    </dgm:pt>
    <dgm:pt modelId="{07B87C1D-6E2F-4A0F-B535-DEB40EDE66B5}" type="pres">
      <dgm:prSet presAssocID="{71283A7E-A528-4BEA-898E-3DF6F671C489}" presName="arrowAndChildren" presStyleCnt="0"/>
      <dgm:spPr/>
    </dgm:pt>
    <dgm:pt modelId="{1B87B43C-F37A-40E3-9BBE-ED40A2DA627D}" type="pres">
      <dgm:prSet presAssocID="{71283A7E-A528-4BEA-898E-3DF6F671C489}" presName="parentTextArrow" presStyleLbl="node1" presStyleIdx="1" presStyleCnt="3"/>
      <dgm:spPr/>
    </dgm:pt>
    <dgm:pt modelId="{6297B5CF-73EA-41A7-A2FD-25A3794A3BD9}" type="pres">
      <dgm:prSet presAssocID="{F9B88314-72EA-4EA0-9A5F-B5DD4B7F9123}" presName="sp" presStyleCnt="0"/>
      <dgm:spPr/>
    </dgm:pt>
    <dgm:pt modelId="{F090C5A9-4058-4446-95B5-01FFC7F63842}" type="pres">
      <dgm:prSet presAssocID="{B61ACB9B-5F54-47C3-BA93-B50B36FC5FCD}" presName="arrowAndChildren" presStyleCnt="0"/>
      <dgm:spPr/>
    </dgm:pt>
    <dgm:pt modelId="{289B78CA-6DDF-47FA-B58C-CAA52B349B83}" type="pres">
      <dgm:prSet presAssocID="{B61ACB9B-5F54-47C3-BA93-B50B36FC5FCD}" presName="parentTextArrow" presStyleLbl="node1" presStyleIdx="2" presStyleCnt="3"/>
      <dgm:spPr/>
    </dgm:pt>
  </dgm:ptLst>
  <dgm:cxnLst>
    <dgm:cxn modelId="{A0FE6101-64EF-41B6-AC05-ABC4313585E5}" type="presOf" srcId="{580A6561-EF81-492C-9725-94896AA4B47C}" destId="{B76F8774-4B2E-4C6D-95AA-AEF255EFCADE}" srcOrd="0" destOrd="0" presId="urn:microsoft.com/office/officeart/2005/8/layout/process4"/>
    <dgm:cxn modelId="{A0D95F29-2DDD-46B0-AF6D-7E52BC3078BC}" srcId="{46975981-E865-40CC-ADF3-436BA0D99B27}" destId="{71283A7E-A528-4BEA-898E-3DF6F671C489}" srcOrd="1" destOrd="0" parTransId="{246756ED-5810-4B61-AFC5-18A4D346577F}" sibTransId="{D6B82148-9D2A-4BFD-9CBD-F7FCFE5E7245}"/>
    <dgm:cxn modelId="{4F4D1F3A-2A61-4D4D-967B-97BF9B66060C}" type="presOf" srcId="{71283A7E-A528-4BEA-898E-3DF6F671C489}" destId="{1B87B43C-F37A-40E3-9BBE-ED40A2DA627D}" srcOrd="0" destOrd="0" presId="urn:microsoft.com/office/officeart/2005/8/layout/process4"/>
    <dgm:cxn modelId="{2F00D167-4A17-4B15-BCDD-EC4B228C94F7}" srcId="{46975981-E865-40CC-ADF3-436BA0D99B27}" destId="{580A6561-EF81-492C-9725-94896AA4B47C}" srcOrd="2" destOrd="0" parTransId="{E43B95BA-DE7D-4A66-92DA-DD6397F4C2FD}" sibTransId="{55946837-6D68-4188-A828-6121A5628263}"/>
    <dgm:cxn modelId="{CB6B4997-B10B-4B4B-9585-6331E88EA527}" srcId="{46975981-E865-40CC-ADF3-436BA0D99B27}" destId="{B61ACB9B-5F54-47C3-BA93-B50B36FC5FCD}" srcOrd="0" destOrd="0" parTransId="{36F4D562-F866-4AC9-8F32-938B39D2A743}" sibTransId="{F9B88314-72EA-4EA0-9A5F-B5DD4B7F9123}"/>
    <dgm:cxn modelId="{CE28BE98-41D5-4C99-B24E-F55017CBA721}" type="presOf" srcId="{B61ACB9B-5F54-47C3-BA93-B50B36FC5FCD}" destId="{289B78CA-6DDF-47FA-B58C-CAA52B349B83}" srcOrd="0" destOrd="0" presId="urn:microsoft.com/office/officeart/2005/8/layout/process4"/>
    <dgm:cxn modelId="{63FEDA98-7556-4288-A51C-264B7183A75B}" type="presOf" srcId="{46975981-E865-40CC-ADF3-436BA0D99B27}" destId="{B8F3B26A-0EE2-44D5-8DC7-E4FD72AC0901}" srcOrd="0" destOrd="0" presId="urn:microsoft.com/office/officeart/2005/8/layout/process4"/>
    <dgm:cxn modelId="{3830E100-383A-45F8-95E9-F8CC4B2B5EFA}" type="presParOf" srcId="{B8F3B26A-0EE2-44D5-8DC7-E4FD72AC0901}" destId="{73748FD8-787F-4E3A-98C4-4A8BA2251B9C}" srcOrd="0" destOrd="0" presId="urn:microsoft.com/office/officeart/2005/8/layout/process4"/>
    <dgm:cxn modelId="{2A03AEC2-1C70-47D3-82AE-C0CCE780E877}" type="presParOf" srcId="{73748FD8-787F-4E3A-98C4-4A8BA2251B9C}" destId="{B76F8774-4B2E-4C6D-95AA-AEF255EFCADE}" srcOrd="0" destOrd="0" presId="urn:microsoft.com/office/officeart/2005/8/layout/process4"/>
    <dgm:cxn modelId="{D989CE36-5C3E-4CD1-81B1-C9CEDC31283E}" type="presParOf" srcId="{B8F3B26A-0EE2-44D5-8DC7-E4FD72AC0901}" destId="{4A6E9020-96C7-4F79-9D05-B168338F16DE}" srcOrd="1" destOrd="0" presId="urn:microsoft.com/office/officeart/2005/8/layout/process4"/>
    <dgm:cxn modelId="{BEC969D7-2F65-4A58-ADB4-A782201084FE}" type="presParOf" srcId="{B8F3B26A-0EE2-44D5-8DC7-E4FD72AC0901}" destId="{07B87C1D-6E2F-4A0F-B535-DEB40EDE66B5}" srcOrd="2" destOrd="0" presId="urn:microsoft.com/office/officeart/2005/8/layout/process4"/>
    <dgm:cxn modelId="{3DAC0A1B-D53E-4117-836C-0E5E91CB8E4D}" type="presParOf" srcId="{07B87C1D-6E2F-4A0F-B535-DEB40EDE66B5}" destId="{1B87B43C-F37A-40E3-9BBE-ED40A2DA627D}" srcOrd="0" destOrd="0" presId="urn:microsoft.com/office/officeart/2005/8/layout/process4"/>
    <dgm:cxn modelId="{95A931E0-9FCB-4BF6-8AA9-05B6267228C6}" type="presParOf" srcId="{B8F3B26A-0EE2-44D5-8DC7-E4FD72AC0901}" destId="{6297B5CF-73EA-41A7-A2FD-25A3794A3BD9}" srcOrd="3" destOrd="0" presId="urn:microsoft.com/office/officeart/2005/8/layout/process4"/>
    <dgm:cxn modelId="{246E26C4-EFAF-4A6D-93DE-F566301825A2}" type="presParOf" srcId="{B8F3B26A-0EE2-44D5-8DC7-E4FD72AC0901}" destId="{F090C5A9-4058-4446-95B5-01FFC7F63842}" srcOrd="4" destOrd="0" presId="urn:microsoft.com/office/officeart/2005/8/layout/process4"/>
    <dgm:cxn modelId="{144AFB6C-F6B3-46F0-8D1F-5D80FBBC2193}" type="presParOf" srcId="{F090C5A9-4058-4446-95B5-01FFC7F63842}" destId="{289B78CA-6DDF-47FA-B58C-CAA52B349B83}" srcOrd="0" destOrd="0" presId="urn:microsoft.com/office/officeart/2005/8/layout/process4"/>
  </dgm:cxnLst>
  <dgm:bg>
    <a:noFill/>
  </dgm:bg>
  <dgm:whole>
    <a:ln>
      <a:noFill/>
    </a:ln>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FF9A145-FC10-47DF-8CD4-9395198CC228}" type="doc">
      <dgm:prSet loTypeId="urn:microsoft.com/office/officeart/2005/8/layout/list1" loCatId="list" qsTypeId="urn:microsoft.com/office/officeart/2005/8/quickstyle/simple1" qsCatId="simple" csTypeId="urn:microsoft.com/office/officeart/2005/8/colors/accent5_2" csCatId="accent5" phldr="1"/>
      <dgm:spPr/>
      <dgm:t>
        <a:bodyPr/>
        <a:lstStyle/>
        <a:p>
          <a:endParaRPr lang="en-US"/>
        </a:p>
      </dgm:t>
    </dgm:pt>
    <dgm:pt modelId="{F86DD454-3143-4D96-9CC8-25458BD09FBF}">
      <dgm:prSet phldrT="[Text]" phldr="0"/>
      <dgm:spPr/>
      <dgm:t>
        <a:bodyPr/>
        <a:lstStyle/>
        <a:p>
          <a:r>
            <a:rPr lang="ja"/>
            <a:t>コンバージョン率</a:t>
          </a:r>
        </a:p>
      </dgm:t>
    </dgm:pt>
    <dgm:pt modelId="{15340B18-7F4F-48F0-9BCB-05B94E3F3D73}" type="parTrans" cxnId="{1EF8AF6E-895D-43AB-8FC4-FD6D122D0082}">
      <dgm:prSet/>
      <dgm:spPr/>
      <dgm:t>
        <a:bodyPr/>
        <a:lstStyle/>
        <a:p>
          <a:endParaRPr lang="en-US"/>
        </a:p>
      </dgm:t>
    </dgm:pt>
    <dgm:pt modelId="{D19F9950-1644-4E8E-A361-DBAE8B67AAE5}" type="sibTrans" cxnId="{1EF8AF6E-895D-43AB-8FC4-FD6D122D0082}">
      <dgm:prSet/>
      <dgm:spPr/>
      <dgm:t>
        <a:bodyPr/>
        <a:lstStyle/>
        <a:p>
          <a:endParaRPr lang="en-US"/>
        </a:p>
      </dgm:t>
    </dgm:pt>
    <dgm:pt modelId="{E7F4F143-7A5E-46C1-9245-5BBD5EFC1851}">
      <dgm:prSet phldrT="[Text]" phldr="0"/>
      <dgm:spPr/>
      <dgm:t>
        <a:bodyPr/>
        <a:lstStyle/>
        <a:p>
          <a:r>
            <a:rPr lang="ja"/>
            <a:t>クーポン利用率</a:t>
          </a:r>
        </a:p>
      </dgm:t>
    </dgm:pt>
    <dgm:pt modelId="{97C56789-4E35-445B-9046-915702D2615E}" type="parTrans" cxnId="{FB0D5418-EA4D-48E7-BEC2-68944BE35996}">
      <dgm:prSet/>
      <dgm:spPr/>
      <dgm:t>
        <a:bodyPr/>
        <a:lstStyle/>
        <a:p>
          <a:endParaRPr lang="en-US"/>
        </a:p>
      </dgm:t>
    </dgm:pt>
    <dgm:pt modelId="{F0CA5FD7-AE70-4BC6-99B1-E8E361F71EFB}" type="sibTrans" cxnId="{FB0D5418-EA4D-48E7-BEC2-68944BE35996}">
      <dgm:prSet/>
      <dgm:spPr/>
      <dgm:t>
        <a:bodyPr/>
        <a:lstStyle/>
        <a:p>
          <a:endParaRPr lang="en-US"/>
        </a:p>
      </dgm:t>
    </dgm:pt>
    <dgm:pt modelId="{9CC0C846-B4A9-4507-85E6-F230DB2540E3}">
      <dgm:prSet phldrT="[Text]" phldr="0"/>
      <dgm:spPr/>
      <dgm:t>
        <a:bodyPr/>
        <a:lstStyle/>
        <a:p>
          <a:r>
            <a:rPr lang="ja"/>
            <a:t>通知率 -&gt; 店舗訪問</a:t>
          </a:r>
        </a:p>
      </dgm:t>
    </dgm:pt>
    <dgm:pt modelId="{ED08B3CD-116C-4BE3-8C6F-74A9397C2F28}" type="parTrans" cxnId="{576EF7A7-DDDC-46CB-9C56-9668A0E42C06}">
      <dgm:prSet/>
      <dgm:spPr/>
      <dgm:t>
        <a:bodyPr/>
        <a:lstStyle/>
        <a:p>
          <a:endParaRPr lang="en-US"/>
        </a:p>
      </dgm:t>
    </dgm:pt>
    <dgm:pt modelId="{126CF8BD-FDED-4CF5-ABB8-A9B6D0DF5F05}" type="sibTrans" cxnId="{576EF7A7-DDDC-46CB-9C56-9668A0E42C06}">
      <dgm:prSet/>
      <dgm:spPr/>
      <dgm:t>
        <a:bodyPr/>
        <a:lstStyle/>
        <a:p>
          <a:endParaRPr lang="en-US"/>
        </a:p>
      </dgm:t>
    </dgm:pt>
    <dgm:pt modelId="{879E9152-2C63-4E0F-BAFD-1C3A315F1C8E}">
      <dgm:prSet phldrT="[Text]" phldr="0"/>
      <dgm:spPr/>
      <dgm:t>
        <a:bodyPr/>
        <a:lstStyle/>
        <a:p>
          <a:r>
            <a:rPr lang="ja"/>
            <a:t>クーポン利用率（％）</a:t>
          </a:r>
        </a:p>
      </dgm:t>
    </dgm:pt>
    <dgm:pt modelId="{B0F779A2-D483-4544-985E-055329D35B6E}" type="parTrans" cxnId="{96E1C27C-D839-41F1-804A-20042FB3D127}">
      <dgm:prSet/>
      <dgm:spPr/>
      <dgm:t>
        <a:bodyPr/>
        <a:lstStyle/>
        <a:p>
          <a:endParaRPr lang="en-US"/>
        </a:p>
      </dgm:t>
    </dgm:pt>
    <dgm:pt modelId="{55C9B682-A9BB-4B0E-9358-A76646CBF130}" type="sibTrans" cxnId="{96E1C27C-D839-41F1-804A-20042FB3D127}">
      <dgm:prSet/>
      <dgm:spPr/>
      <dgm:t>
        <a:bodyPr/>
        <a:lstStyle/>
        <a:p>
          <a:endParaRPr lang="en-US"/>
        </a:p>
      </dgm:t>
    </dgm:pt>
    <dgm:pt modelId="{00947131-F7DF-4FEC-A955-DDF01398F339}">
      <dgm:prSet phldrT="[Text]" phldr="0"/>
      <dgm:spPr/>
      <dgm:t>
        <a:bodyPr/>
        <a:lstStyle/>
        <a:p>
          <a:r>
            <a:rPr lang="ja"/>
            <a:t>売上高の増加</a:t>
          </a:r>
        </a:p>
      </dgm:t>
    </dgm:pt>
    <dgm:pt modelId="{56445772-004B-4C9A-812C-130B3C41FCC9}" type="parTrans" cxnId="{DCF61099-0F77-4551-869D-203C2ABE9A45}">
      <dgm:prSet/>
      <dgm:spPr/>
      <dgm:t>
        <a:bodyPr/>
        <a:lstStyle/>
        <a:p>
          <a:endParaRPr lang="en-US"/>
        </a:p>
      </dgm:t>
    </dgm:pt>
    <dgm:pt modelId="{DBE074A3-94A3-4D85-A573-912E7428CD1B}" type="sibTrans" cxnId="{DCF61099-0F77-4551-869D-203C2ABE9A45}">
      <dgm:prSet/>
      <dgm:spPr/>
      <dgm:t>
        <a:bodyPr/>
        <a:lstStyle/>
        <a:p>
          <a:endParaRPr lang="en-US"/>
        </a:p>
      </dgm:t>
    </dgm:pt>
    <dgm:pt modelId="{52B6BFF1-C075-499A-B873-13F357DB66EC}">
      <dgm:prSet phldrT="[Text]" phldr="0"/>
      <dgm:spPr/>
      <dgm:t>
        <a:bodyPr/>
        <a:lstStyle/>
        <a:p>
          <a:r>
            <a:rPr lang="ja"/>
            <a:t>平均売上高と基準値の比較</a:t>
          </a:r>
        </a:p>
      </dgm:t>
    </dgm:pt>
    <dgm:pt modelId="{00B8717D-0185-42EE-B5E7-97E0D767A9D7}" type="parTrans" cxnId="{681218D4-A73F-4EAB-9F3E-43830BAF0B1C}">
      <dgm:prSet/>
      <dgm:spPr/>
      <dgm:t>
        <a:bodyPr/>
        <a:lstStyle/>
        <a:p>
          <a:endParaRPr lang="en-US"/>
        </a:p>
      </dgm:t>
    </dgm:pt>
    <dgm:pt modelId="{FB2E4C81-74FF-4382-A7CD-17E6AAF44963}" type="sibTrans" cxnId="{681218D4-A73F-4EAB-9F3E-43830BAF0B1C}">
      <dgm:prSet/>
      <dgm:spPr/>
      <dgm:t>
        <a:bodyPr/>
        <a:lstStyle/>
        <a:p>
          <a:endParaRPr lang="en-US"/>
        </a:p>
      </dgm:t>
    </dgm:pt>
    <dgm:pt modelId="{FBBEACFF-07D3-48BA-A3B0-7F2CF123214E}">
      <dgm:prSet phldrT="[Text]" phldr="0"/>
      <dgm:spPr/>
      <dgm:t>
        <a:bodyPr/>
        <a:lstStyle/>
        <a:p>
          <a:r>
            <a:rPr lang="ja"/>
            <a:t>機能変換</a:t>
          </a:r>
        </a:p>
      </dgm:t>
    </dgm:pt>
    <dgm:pt modelId="{6B832130-7BBF-4941-8401-4E9B60589FE3}" type="parTrans" cxnId="{71603D35-3697-462B-B948-B5CF27678C5E}">
      <dgm:prSet/>
      <dgm:spPr/>
      <dgm:t>
        <a:bodyPr/>
        <a:lstStyle/>
        <a:p>
          <a:endParaRPr lang="en-US"/>
        </a:p>
      </dgm:t>
    </dgm:pt>
    <dgm:pt modelId="{22ACF7F0-BCEC-43F9-BCA2-8CE3DBF668C9}" type="sibTrans" cxnId="{71603D35-3697-462B-B948-B5CF27678C5E}">
      <dgm:prSet/>
      <dgm:spPr/>
      <dgm:t>
        <a:bodyPr/>
        <a:lstStyle/>
        <a:p>
          <a:endParaRPr lang="en-US"/>
        </a:p>
      </dgm:t>
    </dgm:pt>
    <dgm:pt modelId="{85DB9433-86C5-4DA2-8AA6-5233AC0FFB65}">
      <dgm:prSet phldrT="[Text]" phldr="0"/>
      <dgm:spPr/>
      <dgm:t>
        <a:bodyPr/>
        <a:lstStyle/>
        <a:p>
          <a:r>
            <a:rPr lang="ja"/>
            <a:t>売上を伸ばす機能</a:t>
          </a:r>
        </a:p>
      </dgm:t>
    </dgm:pt>
    <dgm:pt modelId="{150EDC69-BD5B-4965-BA41-02A109709590}" type="parTrans" cxnId="{5B892F0D-555D-4EA2-9572-31F4814972DC}">
      <dgm:prSet/>
      <dgm:spPr/>
      <dgm:t>
        <a:bodyPr/>
        <a:lstStyle/>
        <a:p>
          <a:endParaRPr lang="en-US"/>
        </a:p>
      </dgm:t>
    </dgm:pt>
    <dgm:pt modelId="{73C9BFD9-BE23-4085-B424-DA9F37D204CF}" type="sibTrans" cxnId="{5B892F0D-555D-4EA2-9572-31F4814972DC}">
      <dgm:prSet/>
      <dgm:spPr/>
      <dgm:t>
        <a:bodyPr/>
        <a:lstStyle/>
        <a:p>
          <a:endParaRPr lang="en-US"/>
        </a:p>
      </dgm:t>
    </dgm:pt>
    <dgm:pt modelId="{3E766EB0-6041-49A5-801F-AE06D949CFAD}">
      <dgm:prSet phldrT="[Text]" phldr="0"/>
      <dgm:spPr/>
      <dgm:t>
        <a:bodyPr/>
        <a:lstStyle/>
        <a:p>
          <a:r>
            <a:rPr lang="ja"/>
            <a:t>スコアの正確性</a:t>
          </a:r>
        </a:p>
      </dgm:t>
    </dgm:pt>
    <dgm:pt modelId="{CCABBDF3-FEDE-415D-9B0C-4D8AB245C4D6}" type="parTrans" cxnId="{B5482C1B-A2FE-42CD-A630-BBE09C9AC803}">
      <dgm:prSet/>
      <dgm:spPr/>
      <dgm:t>
        <a:bodyPr/>
        <a:lstStyle/>
        <a:p>
          <a:endParaRPr lang="en-US"/>
        </a:p>
      </dgm:t>
    </dgm:pt>
    <dgm:pt modelId="{F9EACD8B-7C29-4989-B257-7D382492273B}" type="sibTrans" cxnId="{B5482C1B-A2FE-42CD-A630-BBE09C9AC803}">
      <dgm:prSet/>
      <dgm:spPr/>
      <dgm:t>
        <a:bodyPr/>
        <a:lstStyle/>
        <a:p>
          <a:endParaRPr lang="en-US"/>
        </a:p>
      </dgm:t>
    </dgm:pt>
    <dgm:pt modelId="{9858DA03-F699-41FF-87FB-1C8A1C6941D2}">
      <dgm:prSet phldrT="[Text]" phldr="0"/>
      <dgm:spPr/>
      <dgm:t>
        <a:bodyPr/>
        <a:lstStyle/>
        <a:p>
          <a:r>
            <a:rPr lang="ja"/>
            <a:t>高精度ゲート性能</a:t>
          </a:r>
        </a:p>
      </dgm:t>
    </dgm:pt>
    <dgm:pt modelId="{9F169B27-DDD3-48AE-9C00-35954CB031A1}" type="parTrans" cxnId="{00FE12A7-B9AA-4CE2-92E1-C04D79FD8465}">
      <dgm:prSet/>
      <dgm:spPr/>
      <dgm:t>
        <a:bodyPr/>
        <a:lstStyle/>
        <a:p>
          <a:endParaRPr lang="en-US"/>
        </a:p>
      </dgm:t>
    </dgm:pt>
    <dgm:pt modelId="{95FF3EBF-CCA2-4F68-BC9C-DCC719D5E767}" type="sibTrans" cxnId="{00FE12A7-B9AA-4CE2-92E1-C04D79FD8465}">
      <dgm:prSet/>
      <dgm:spPr/>
      <dgm:t>
        <a:bodyPr/>
        <a:lstStyle/>
        <a:p>
          <a:endParaRPr lang="en-US"/>
        </a:p>
      </dgm:t>
    </dgm:pt>
    <dgm:pt modelId="{80D765DF-78AB-4BFD-94A9-5678A4D47D8F}" type="pres">
      <dgm:prSet presAssocID="{5FF9A145-FC10-47DF-8CD4-9395198CC228}" presName="linear" presStyleCnt="0">
        <dgm:presLayoutVars>
          <dgm:dir/>
          <dgm:animLvl val="lvl"/>
          <dgm:resizeHandles val="exact"/>
        </dgm:presLayoutVars>
      </dgm:prSet>
      <dgm:spPr/>
    </dgm:pt>
    <dgm:pt modelId="{78609412-7727-42F6-8607-4F73F887A45E}" type="pres">
      <dgm:prSet presAssocID="{F86DD454-3143-4D96-9CC8-25458BD09FBF}" presName="parentLin" presStyleCnt="0"/>
      <dgm:spPr/>
    </dgm:pt>
    <dgm:pt modelId="{3CCCA473-4D57-4C24-9793-5FC8C548A5A1}" type="pres">
      <dgm:prSet presAssocID="{F86DD454-3143-4D96-9CC8-25458BD09FBF}" presName="parentLeftMargin" presStyleLbl="node1" presStyleIdx="0" presStyleCnt="5"/>
      <dgm:spPr/>
    </dgm:pt>
    <dgm:pt modelId="{504D0DB8-DC02-45AB-8C0C-9EF8BF81F728}" type="pres">
      <dgm:prSet presAssocID="{F86DD454-3143-4D96-9CC8-25458BD09FBF}" presName="parentText" presStyleLbl="node1" presStyleIdx="0" presStyleCnt="5">
        <dgm:presLayoutVars>
          <dgm:chMax val="0"/>
          <dgm:bulletEnabled val="1"/>
        </dgm:presLayoutVars>
      </dgm:prSet>
      <dgm:spPr/>
    </dgm:pt>
    <dgm:pt modelId="{1B7217C7-D555-4F36-85B9-6029C82BB17F}" type="pres">
      <dgm:prSet presAssocID="{F86DD454-3143-4D96-9CC8-25458BD09FBF}" presName="negativeSpace" presStyleCnt="0"/>
      <dgm:spPr/>
    </dgm:pt>
    <dgm:pt modelId="{AA51B9AD-B787-4116-9F70-D423FEDBF0B4}" type="pres">
      <dgm:prSet presAssocID="{F86DD454-3143-4D96-9CC8-25458BD09FBF}" presName="childText" presStyleLbl="conFgAcc1" presStyleIdx="0" presStyleCnt="5">
        <dgm:presLayoutVars>
          <dgm:bulletEnabled val="1"/>
        </dgm:presLayoutVars>
      </dgm:prSet>
      <dgm:spPr/>
    </dgm:pt>
    <dgm:pt modelId="{37470C87-701C-48E3-8B29-6C195600D084}" type="pres">
      <dgm:prSet presAssocID="{D19F9950-1644-4E8E-A361-DBAE8B67AAE5}" presName="spaceBetweenRectangles" presStyleCnt="0"/>
      <dgm:spPr/>
    </dgm:pt>
    <dgm:pt modelId="{DDB507B3-4549-4848-BC64-69F68D1CC102}" type="pres">
      <dgm:prSet presAssocID="{E7F4F143-7A5E-46C1-9245-5BBD5EFC1851}" presName="parentLin" presStyleCnt="0"/>
      <dgm:spPr/>
    </dgm:pt>
    <dgm:pt modelId="{5EE930B0-C4E9-4977-9482-F61B8173DDE6}" type="pres">
      <dgm:prSet presAssocID="{E7F4F143-7A5E-46C1-9245-5BBD5EFC1851}" presName="parentLeftMargin" presStyleLbl="node1" presStyleIdx="0" presStyleCnt="5"/>
      <dgm:spPr/>
    </dgm:pt>
    <dgm:pt modelId="{E0FB192A-6BFE-4027-B3F3-9F780EDC511B}" type="pres">
      <dgm:prSet presAssocID="{E7F4F143-7A5E-46C1-9245-5BBD5EFC1851}" presName="parentText" presStyleLbl="node1" presStyleIdx="1" presStyleCnt="5">
        <dgm:presLayoutVars>
          <dgm:chMax val="0"/>
          <dgm:bulletEnabled val="1"/>
        </dgm:presLayoutVars>
      </dgm:prSet>
      <dgm:spPr/>
    </dgm:pt>
    <dgm:pt modelId="{F2D254FA-5F65-41FD-A471-1D5F0BE6DAF7}" type="pres">
      <dgm:prSet presAssocID="{E7F4F143-7A5E-46C1-9245-5BBD5EFC1851}" presName="negativeSpace" presStyleCnt="0"/>
      <dgm:spPr/>
    </dgm:pt>
    <dgm:pt modelId="{10498EAE-BA4F-44C1-9BB5-36EBA309BEE4}" type="pres">
      <dgm:prSet presAssocID="{E7F4F143-7A5E-46C1-9245-5BBD5EFC1851}" presName="childText" presStyleLbl="conFgAcc1" presStyleIdx="1" presStyleCnt="5">
        <dgm:presLayoutVars>
          <dgm:bulletEnabled val="1"/>
        </dgm:presLayoutVars>
      </dgm:prSet>
      <dgm:spPr/>
    </dgm:pt>
    <dgm:pt modelId="{D1B2ACA7-55B7-4976-9A17-B1AC8232299C}" type="pres">
      <dgm:prSet presAssocID="{F0CA5FD7-AE70-4BC6-99B1-E8E361F71EFB}" presName="spaceBetweenRectangles" presStyleCnt="0"/>
      <dgm:spPr/>
    </dgm:pt>
    <dgm:pt modelId="{4295B0B5-06F1-4CD0-B92E-6D3A0F153D65}" type="pres">
      <dgm:prSet presAssocID="{00947131-F7DF-4FEC-A955-DDF01398F339}" presName="parentLin" presStyleCnt="0"/>
      <dgm:spPr/>
    </dgm:pt>
    <dgm:pt modelId="{63C7FD99-FC26-40FB-8934-0CBB5178FBD1}" type="pres">
      <dgm:prSet presAssocID="{00947131-F7DF-4FEC-A955-DDF01398F339}" presName="parentLeftMargin" presStyleLbl="node1" presStyleIdx="1" presStyleCnt="5"/>
      <dgm:spPr/>
    </dgm:pt>
    <dgm:pt modelId="{F8EC89E4-2002-4AD5-B837-D5838416E920}" type="pres">
      <dgm:prSet presAssocID="{00947131-F7DF-4FEC-A955-DDF01398F339}" presName="parentText" presStyleLbl="node1" presStyleIdx="2" presStyleCnt="5">
        <dgm:presLayoutVars>
          <dgm:chMax val="0"/>
          <dgm:bulletEnabled val="1"/>
        </dgm:presLayoutVars>
      </dgm:prSet>
      <dgm:spPr/>
    </dgm:pt>
    <dgm:pt modelId="{0F8327A8-97FC-4B6D-9496-6722CE9508FC}" type="pres">
      <dgm:prSet presAssocID="{00947131-F7DF-4FEC-A955-DDF01398F339}" presName="negativeSpace" presStyleCnt="0"/>
      <dgm:spPr/>
    </dgm:pt>
    <dgm:pt modelId="{CD3B6D6A-B526-4EF3-94B5-081349F095D9}" type="pres">
      <dgm:prSet presAssocID="{00947131-F7DF-4FEC-A955-DDF01398F339}" presName="childText" presStyleLbl="conFgAcc1" presStyleIdx="2" presStyleCnt="5">
        <dgm:presLayoutVars>
          <dgm:bulletEnabled val="1"/>
        </dgm:presLayoutVars>
      </dgm:prSet>
      <dgm:spPr/>
    </dgm:pt>
    <dgm:pt modelId="{69A193FC-1312-4CA9-8F1F-FC22F9EB4207}" type="pres">
      <dgm:prSet presAssocID="{DBE074A3-94A3-4D85-A573-912E7428CD1B}" presName="spaceBetweenRectangles" presStyleCnt="0"/>
      <dgm:spPr/>
    </dgm:pt>
    <dgm:pt modelId="{0484F834-588F-4B65-9405-C6FF30301379}" type="pres">
      <dgm:prSet presAssocID="{FBBEACFF-07D3-48BA-A3B0-7F2CF123214E}" presName="parentLin" presStyleCnt="0"/>
      <dgm:spPr/>
    </dgm:pt>
    <dgm:pt modelId="{30CE1B95-C07F-4082-8A7A-5EC868E7F8AA}" type="pres">
      <dgm:prSet presAssocID="{FBBEACFF-07D3-48BA-A3B0-7F2CF123214E}" presName="parentLeftMargin" presStyleLbl="node1" presStyleIdx="2" presStyleCnt="5"/>
      <dgm:spPr/>
    </dgm:pt>
    <dgm:pt modelId="{6F898EF4-41B5-410E-9371-DCE07160042C}" type="pres">
      <dgm:prSet presAssocID="{FBBEACFF-07D3-48BA-A3B0-7F2CF123214E}" presName="parentText" presStyleLbl="node1" presStyleIdx="3" presStyleCnt="5">
        <dgm:presLayoutVars>
          <dgm:chMax val="0"/>
          <dgm:bulletEnabled val="1"/>
        </dgm:presLayoutVars>
      </dgm:prSet>
      <dgm:spPr/>
    </dgm:pt>
    <dgm:pt modelId="{62808E72-8C5A-4CF4-819E-60C06944F82B}" type="pres">
      <dgm:prSet presAssocID="{FBBEACFF-07D3-48BA-A3B0-7F2CF123214E}" presName="negativeSpace" presStyleCnt="0"/>
      <dgm:spPr/>
    </dgm:pt>
    <dgm:pt modelId="{7901238E-584A-471B-B4C7-3BA6D5B2A16A}" type="pres">
      <dgm:prSet presAssocID="{FBBEACFF-07D3-48BA-A3B0-7F2CF123214E}" presName="childText" presStyleLbl="conFgAcc1" presStyleIdx="3" presStyleCnt="5">
        <dgm:presLayoutVars>
          <dgm:bulletEnabled val="1"/>
        </dgm:presLayoutVars>
      </dgm:prSet>
      <dgm:spPr/>
    </dgm:pt>
    <dgm:pt modelId="{A1864825-2BFE-4F5A-B4C1-EF70E4AE01BB}" type="pres">
      <dgm:prSet presAssocID="{22ACF7F0-BCEC-43F9-BCA2-8CE3DBF668C9}" presName="spaceBetweenRectangles" presStyleCnt="0"/>
      <dgm:spPr/>
    </dgm:pt>
    <dgm:pt modelId="{C90FDA62-7E9B-4CFD-AE8F-EA28F5B4DECE}" type="pres">
      <dgm:prSet presAssocID="{3E766EB0-6041-49A5-801F-AE06D949CFAD}" presName="parentLin" presStyleCnt="0"/>
      <dgm:spPr/>
    </dgm:pt>
    <dgm:pt modelId="{EFC674D6-8243-49E3-B5F9-3F47E7B99793}" type="pres">
      <dgm:prSet presAssocID="{3E766EB0-6041-49A5-801F-AE06D949CFAD}" presName="parentLeftMargin" presStyleLbl="node1" presStyleIdx="3" presStyleCnt="5"/>
      <dgm:spPr/>
    </dgm:pt>
    <dgm:pt modelId="{196C3228-D349-4DA5-B9FA-8FB2F6F31BEF}" type="pres">
      <dgm:prSet presAssocID="{3E766EB0-6041-49A5-801F-AE06D949CFAD}" presName="parentText" presStyleLbl="node1" presStyleIdx="4" presStyleCnt="5">
        <dgm:presLayoutVars>
          <dgm:chMax val="0"/>
          <dgm:bulletEnabled val="1"/>
        </dgm:presLayoutVars>
      </dgm:prSet>
      <dgm:spPr/>
    </dgm:pt>
    <dgm:pt modelId="{8E021301-52E3-443E-B1F0-F2299CC80203}" type="pres">
      <dgm:prSet presAssocID="{3E766EB0-6041-49A5-801F-AE06D949CFAD}" presName="negativeSpace" presStyleCnt="0"/>
      <dgm:spPr/>
    </dgm:pt>
    <dgm:pt modelId="{F0D90F53-6105-447A-A1CB-881ADD66CE82}" type="pres">
      <dgm:prSet presAssocID="{3E766EB0-6041-49A5-801F-AE06D949CFAD}" presName="childText" presStyleLbl="conFgAcc1" presStyleIdx="4" presStyleCnt="5">
        <dgm:presLayoutVars>
          <dgm:bulletEnabled val="1"/>
        </dgm:presLayoutVars>
      </dgm:prSet>
      <dgm:spPr/>
    </dgm:pt>
  </dgm:ptLst>
  <dgm:cxnLst>
    <dgm:cxn modelId="{5B892F0D-555D-4EA2-9572-31F4814972DC}" srcId="{FBBEACFF-07D3-48BA-A3B0-7F2CF123214E}" destId="{85DB9433-86C5-4DA2-8AA6-5233AC0FFB65}" srcOrd="0" destOrd="0" parTransId="{150EDC69-BD5B-4965-BA41-02A109709590}" sibTransId="{73C9BFD9-BE23-4085-B424-DA9F37D204CF}"/>
    <dgm:cxn modelId="{FB0D5418-EA4D-48E7-BEC2-68944BE35996}" srcId="{5FF9A145-FC10-47DF-8CD4-9395198CC228}" destId="{E7F4F143-7A5E-46C1-9245-5BBD5EFC1851}" srcOrd="1" destOrd="0" parTransId="{97C56789-4E35-445B-9046-915702D2615E}" sibTransId="{F0CA5FD7-AE70-4BC6-99B1-E8E361F71EFB}"/>
    <dgm:cxn modelId="{B5482C1B-A2FE-42CD-A630-BBE09C9AC803}" srcId="{5FF9A145-FC10-47DF-8CD4-9395198CC228}" destId="{3E766EB0-6041-49A5-801F-AE06D949CFAD}" srcOrd="4" destOrd="0" parTransId="{CCABBDF3-FEDE-415D-9B0C-4D8AB245C4D6}" sibTransId="{F9EACD8B-7C29-4989-B257-7D382492273B}"/>
    <dgm:cxn modelId="{1DBDE22E-0E64-4E0C-A07E-6FC8E5AECDC7}" type="presOf" srcId="{9CC0C846-B4A9-4507-85E6-F230DB2540E3}" destId="{AA51B9AD-B787-4116-9F70-D423FEDBF0B4}" srcOrd="0" destOrd="0" presId="urn:microsoft.com/office/officeart/2005/8/layout/list1"/>
    <dgm:cxn modelId="{64C8F12F-BF6D-4E18-A6AB-C540071196F2}" type="presOf" srcId="{5FF9A145-FC10-47DF-8CD4-9395198CC228}" destId="{80D765DF-78AB-4BFD-94A9-5678A4D47D8F}" srcOrd="0" destOrd="0" presId="urn:microsoft.com/office/officeart/2005/8/layout/list1"/>
    <dgm:cxn modelId="{71603D35-3697-462B-B948-B5CF27678C5E}" srcId="{5FF9A145-FC10-47DF-8CD4-9395198CC228}" destId="{FBBEACFF-07D3-48BA-A3B0-7F2CF123214E}" srcOrd="3" destOrd="0" parTransId="{6B832130-7BBF-4941-8401-4E9B60589FE3}" sibTransId="{22ACF7F0-BCEC-43F9-BCA2-8CE3DBF668C9}"/>
    <dgm:cxn modelId="{FD4CD63B-DA24-49FA-9DF9-844CACF8FFFC}" type="presOf" srcId="{3E766EB0-6041-49A5-801F-AE06D949CFAD}" destId="{EFC674D6-8243-49E3-B5F9-3F47E7B99793}" srcOrd="0" destOrd="0" presId="urn:microsoft.com/office/officeart/2005/8/layout/list1"/>
    <dgm:cxn modelId="{9267E13E-EF49-495A-BE5F-B517A9015AF0}" type="presOf" srcId="{879E9152-2C63-4E0F-BAFD-1C3A315F1C8E}" destId="{10498EAE-BA4F-44C1-9BB5-36EBA309BEE4}" srcOrd="0" destOrd="0" presId="urn:microsoft.com/office/officeart/2005/8/layout/list1"/>
    <dgm:cxn modelId="{3E340C42-72F4-4089-9D02-129239F39DE5}" type="presOf" srcId="{9858DA03-F699-41FF-87FB-1C8A1C6941D2}" destId="{F0D90F53-6105-447A-A1CB-881ADD66CE82}" srcOrd="0" destOrd="0" presId="urn:microsoft.com/office/officeart/2005/8/layout/list1"/>
    <dgm:cxn modelId="{C1ECA943-281A-45A0-86B2-32A01EEB1585}" type="presOf" srcId="{3E766EB0-6041-49A5-801F-AE06D949CFAD}" destId="{196C3228-D349-4DA5-B9FA-8FB2F6F31BEF}" srcOrd="1" destOrd="0" presId="urn:microsoft.com/office/officeart/2005/8/layout/list1"/>
    <dgm:cxn modelId="{CF0AD66D-B324-43F4-A156-572C9ABBCA3D}" type="presOf" srcId="{FBBEACFF-07D3-48BA-A3B0-7F2CF123214E}" destId="{6F898EF4-41B5-410E-9371-DCE07160042C}" srcOrd="1" destOrd="0" presId="urn:microsoft.com/office/officeart/2005/8/layout/list1"/>
    <dgm:cxn modelId="{1EF8AF6E-895D-43AB-8FC4-FD6D122D0082}" srcId="{5FF9A145-FC10-47DF-8CD4-9395198CC228}" destId="{F86DD454-3143-4D96-9CC8-25458BD09FBF}" srcOrd="0" destOrd="0" parTransId="{15340B18-7F4F-48F0-9BCB-05B94E3F3D73}" sibTransId="{D19F9950-1644-4E8E-A361-DBAE8B67AAE5}"/>
    <dgm:cxn modelId="{F52C7753-FEF5-49D9-B93C-71D6EEF86FA1}" type="presOf" srcId="{00947131-F7DF-4FEC-A955-DDF01398F339}" destId="{63C7FD99-FC26-40FB-8934-0CBB5178FBD1}" srcOrd="0" destOrd="0" presId="urn:microsoft.com/office/officeart/2005/8/layout/list1"/>
    <dgm:cxn modelId="{96E1C27C-D839-41F1-804A-20042FB3D127}" srcId="{E7F4F143-7A5E-46C1-9245-5BBD5EFC1851}" destId="{879E9152-2C63-4E0F-BAFD-1C3A315F1C8E}" srcOrd="0" destOrd="0" parTransId="{B0F779A2-D483-4544-985E-055329D35B6E}" sibTransId="{55C9B682-A9BB-4B0E-9358-A76646CBF130}"/>
    <dgm:cxn modelId="{DCF61099-0F77-4551-869D-203C2ABE9A45}" srcId="{5FF9A145-FC10-47DF-8CD4-9395198CC228}" destId="{00947131-F7DF-4FEC-A955-DDF01398F339}" srcOrd="2" destOrd="0" parTransId="{56445772-004B-4C9A-812C-130B3C41FCC9}" sibTransId="{DBE074A3-94A3-4D85-A573-912E7428CD1B}"/>
    <dgm:cxn modelId="{AF75E69B-7E89-4BBB-979D-7FC7F5246528}" type="presOf" srcId="{52B6BFF1-C075-499A-B873-13F357DB66EC}" destId="{CD3B6D6A-B526-4EF3-94B5-081349F095D9}" srcOrd="0" destOrd="0" presId="urn:microsoft.com/office/officeart/2005/8/layout/list1"/>
    <dgm:cxn modelId="{8E6CC5A1-CA0C-4DD7-AF31-93124C5D2C29}" type="presOf" srcId="{E7F4F143-7A5E-46C1-9245-5BBD5EFC1851}" destId="{E0FB192A-6BFE-4027-B3F3-9F780EDC511B}" srcOrd="1" destOrd="0" presId="urn:microsoft.com/office/officeart/2005/8/layout/list1"/>
    <dgm:cxn modelId="{00FE12A7-B9AA-4CE2-92E1-C04D79FD8465}" srcId="{3E766EB0-6041-49A5-801F-AE06D949CFAD}" destId="{9858DA03-F699-41FF-87FB-1C8A1C6941D2}" srcOrd="0" destOrd="0" parTransId="{9F169B27-DDD3-48AE-9C00-35954CB031A1}" sibTransId="{95FF3EBF-CCA2-4F68-BC9C-DCC719D5E767}"/>
    <dgm:cxn modelId="{576EF7A7-DDDC-46CB-9C56-9668A0E42C06}" srcId="{F86DD454-3143-4D96-9CC8-25458BD09FBF}" destId="{9CC0C846-B4A9-4507-85E6-F230DB2540E3}" srcOrd="0" destOrd="0" parTransId="{ED08B3CD-116C-4BE3-8C6F-74A9397C2F28}" sibTransId="{126CF8BD-FDED-4CF5-ABB8-A9B6D0DF5F05}"/>
    <dgm:cxn modelId="{9B6037BD-C288-4386-B452-9A06718EE0AF}" type="presOf" srcId="{F86DD454-3143-4D96-9CC8-25458BD09FBF}" destId="{3CCCA473-4D57-4C24-9793-5FC8C548A5A1}" srcOrd="0" destOrd="0" presId="urn:microsoft.com/office/officeart/2005/8/layout/list1"/>
    <dgm:cxn modelId="{B95540CF-B2D9-49DF-BFFB-ECA400AC8867}" type="presOf" srcId="{85DB9433-86C5-4DA2-8AA6-5233AC0FFB65}" destId="{7901238E-584A-471B-B4C7-3BA6D5B2A16A}" srcOrd="0" destOrd="0" presId="urn:microsoft.com/office/officeart/2005/8/layout/list1"/>
    <dgm:cxn modelId="{681218D4-A73F-4EAB-9F3E-43830BAF0B1C}" srcId="{00947131-F7DF-4FEC-A955-DDF01398F339}" destId="{52B6BFF1-C075-499A-B873-13F357DB66EC}" srcOrd="0" destOrd="0" parTransId="{00B8717D-0185-42EE-B5E7-97E0D767A9D7}" sibTransId="{FB2E4C81-74FF-4382-A7CD-17E6AAF44963}"/>
    <dgm:cxn modelId="{9157FCDB-D0C7-422C-9B02-CF733D512C96}" type="presOf" srcId="{00947131-F7DF-4FEC-A955-DDF01398F339}" destId="{F8EC89E4-2002-4AD5-B837-D5838416E920}" srcOrd="1" destOrd="0" presId="urn:microsoft.com/office/officeart/2005/8/layout/list1"/>
    <dgm:cxn modelId="{B3FCAFEB-47D1-42EA-8147-211184777657}" type="presOf" srcId="{F86DD454-3143-4D96-9CC8-25458BD09FBF}" destId="{504D0DB8-DC02-45AB-8C0C-9EF8BF81F728}" srcOrd="1" destOrd="0" presId="urn:microsoft.com/office/officeart/2005/8/layout/list1"/>
    <dgm:cxn modelId="{12CC07EE-CF7F-492A-8E9C-8119BDD00849}" type="presOf" srcId="{FBBEACFF-07D3-48BA-A3B0-7F2CF123214E}" destId="{30CE1B95-C07F-4082-8A7A-5EC868E7F8AA}" srcOrd="0" destOrd="0" presId="urn:microsoft.com/office/officeart/2005/8/layout/list1"/>
    <dgm:cxn modelId="{1BCCEAF3-9DA5-45EB-AF1D-7D396389ADD6}" type="presOf" srcId="{E7F4F143-7A5E-46C1-9245-5BBD5EFC1851}" destId="{5EE930B0-C4E9-4977-9482-F61B8173DDE6}" srcOrd="0" destOrd="0" presId="urn:microsoft.com/office/officeart/2005/8/layout/list1"/>
    <dgm:cxn modelId="{87581088-6977-4A79-AA39-567A5EBE80BD}" type="presParOf" srcId="{80D765DF-78AB-4BFD-94A9-5678A4D47D8F}" destId="{78609412-7727-42F6-8607-4F73F887A45E}" srcOrd="0" destOrd="0" presId="urn:microsoft.com/office/officeart/2005/8/layout/list1"/>
    <dgm:cxn modelId="{F0B7EA3C-7FD4-4FF0-8774-AD780DF04770}" type="presParOf" srcId="{78609412-7727-42F6-8607-4F73F887A45E}" destId="{3CCCA473-4D57-4C24-9793-5FC8C548A5A1}" srcOrd="0" destOrd="0" presId="urn:microsoft.com/office/officeart/2005/8/layout/list1"/>
    <dgm:cxn modelId="{4CF3F4CE-2318-4C93-B558-7F4C6D8AC552}" type="presParOf" srcId="{78609412-7727-42F6-8607-4F73F887A45E}" destId="{504D0DB8-DC02-45AB-8C0C-9EF8BF81F728}" srcOrd="1" destOrd="0" presId="urn:microsoft.com/office/officeart/2005/8/layout/list1"/>
    <dgm:cxn modelId="{C4DAAE71-D5AE-4674-9530-03BB79AB6381}" type="presParOf" srcId="{80D765DF-78AB-4BFD-94A9-5678A4D47D8F}" destId="{1B7217C7-D555-4F36-85B9-6029C82BB17F}" srcOrd="1" destOrd="0" presId="urn:microsoft.com/office/officeart/2005/8/layout/list1"/>
    <dgm:cxn modelId="{1D0DB7ED-58CD-41B9-9088-9A251C608869}" type="presParOf" srcId="{80D765DF-78AB-4BFD-94A9-5678A4D47D8F}" destId="{AA51B9AD-B787-4116-9F70-D423FEDBF0B4}" srcOrd="2" destOrd="0" presId="urn:microsoft.com/office/officeart/2005/8/layout/list1"/>
    <dgm:cxn modelId="{F087F34B-B9F2-4E1D-A33D-A918968EFC3A}" type="presParOf" srcId="{80D765DF-78AB-4BFD-94A9-5678A4D47D8F}" destId="{37470C87-701C-48E3-8B29-6C195600D084}" srcOrd="3" destOrd="0" presId="urn:microsoft.com/office/officeart/2005/8/layout/list1"/>
    <dgm:cxn modelId="{40F064FC-11AB-49A5-9DEA-8CCFC30979E2}" type="presParOf" srcId="{80D765DF-78AB-4BFD-94A9-5678A4D47D8F}" destId="{DDB507B3-4549-4848-BC64-69F68D1CC102}" srcOrd="4" destOrd="0" presId="urn:microsoft.com/office/officeart/2005/8/layout/list1"/>
    <dgm:cxn modelId="{1ADF120F-B55B-4993-9029-0219C3CB777C}" type="presParOf" srcId="{DDB507B3-4549-4848-BC64-69F68D1CC102}" destId="{5EE930B0-C4E9-4977-9482-F61B8173DDE6}" srcOrd="0" destOrd="0" presId="urn:microsoft.com/office/officeart/2005/8/layout/list1"/>
    <dgm:cxn modelId="{7915ADA1-3F6F-4F33-86D4-84B0582DD94A}" type="presParOf" srcId="{DDB507B3-4549-4848-BC64-69F68D1CC102}" destId="{E0FB192A-6BFE-4027-B3F3-9F780EDC511B}" srcOrd="1" destOrd="0" presId="urn:microsoft.com/office/officeart/2005/8/layout/list1"/>
    <dgm:cxn modelId="{146EB729-502B-42F8-BB66-F9492A8E40EC}" type="presParOf" srcId="{80D765DF-78AB-4BFD-94A9-5678A4D47D8F}" destId="{F2D254FA-5F65-41FD-A471-1D5F0BE6DAF7}" srcOrd="5" destOrd="0" presId="urn:microsoft.com/office/officeart/2005/8/layout/list1"/>
    <dgm:cxn modelId="{B28F375F-3EEB-4726-98EA-41211C1994BF}" type="presParOf" srcId="{80D765DF-78AB-4BFD-94A9-5678A4D47D8F}" destId="{10498EAE-BA4F-44C1-9BB5-36EBA309BEE4}" srcOrd="6" destOrd="0" presId="urn:microsoft.com/office/officeart/2005/8/layout/list1"/>
    <dgm:cxn modelId="{45C166AB-8F9D-48D8-A70D-6AC5E2A2B651}" type="presParOf" srcId="{80D765DF-78AB-4BFD-94A9-5678A4D47D8F}" destId="{D1B2ACA7-55B7-4976-9A17-B1AC8232299C}" srcOrd="7" destOrd="0" presId="urn:microsoft.com/office/officeart/2005/8/layout/list1"/>
    <dgm:cxn modelId="{00441ACC-7433-4AE9-A81E-F4AD9C2D9153}" type="presParOf" srcId="{80D765DF-78AB-4BFD-94A9-5678A4D47D8F}" destId="{4295B0B5-06F1-4CD0-B92E-6D3A0F153D65}" srcOrd="8" destOrd="0" presId="urn:microsoft.com/office/officeart/2005/8/layout/list1"/>
    <dgm:cxn modelId="{9032EDEE-45CF-49DF-96FE-6E620469C119}" type="presParOf" srcId="{4295B0B5-06F1-4CD0-B92E-6D3A0F153D65}" destId="{63C7FD99-FC26-40FB-8934-0CBB5178FBD1}" srcOrd="0" destOrd="0" presId="urn:microsoft.com/office/officeart/2005/8/layout/list1"/>
    <dgm:cxn modelId="{3E6B2360-9123-4730-A740-F209E31F7B50}" type="presParOf" srcId="{4295B0B5-06F1-4CD0-B92E-6D3A0F153D65}" destId="{F8EC89E4-2002-4AD5-B837-D5838416E920}" srcOrd="1" destOrd="0" presId="urn:microsoft.com/office/officeart/2005/8/layout/list1"/>
    <dgm:cxn modelId="{29424C28-30DF-406E-92C6-765FC57E0478}" type="presParOf" srcId="{80D765DF-78AB-4BFD-94A9-5678A4D47D8F}" destId="{0F8327A8-97FC-4B6D-9496-6722CE9508FC}" srcOrd="9" destOrd="0" presId="urn:microsoft.com/office/officeart/2005/8/layout/list1"/>
    <dgm:cxn modelId="{E6729846-BF33-413E-97DC-756AEA42709B}" type="presParOf" srcId="{80D765DF-78AB-4BFD-94A9-5678A4D47D8F}" destId="{CD3B6D6A-B526-4EF3-94B5-081349F095D9}" srcOrd="10" destOrd="0" presId="urn:microsoft.com/office/officeart/2005/8/layout/list1"/>
    <dgm:cxn modelId="{84D6D3A6-80B3-4944-B83A-775E671C41ED}" type="presParOf" srcId="{80D765DF-78AB-4BFD-94A9-5678A4D47D8F}" destId="{69A193FC-1312-4CA9-8F1F-FC22F9EB4207}" srcOrd="11" destOrd="0" presId="urn:microsoft.com/office/officeart/2005/8/layout/list1"/>
    <dgm:cxn modelId="{23F7C2EF-8C12-452F-A0C8-6137C6B4D928}" type="presParOf" srcId="{80D765DF-78AB-4BFD-94A9-5678A4D47D8F}" destId="{0484F834-588F-4B65-9405-C6FF30301379}" srcOrd="12" destOrd="0" presId="urn:microsoft.com/office/officeart/2005/8/layout/list1"/>
    <dgm:cxn modelId="{DA36EBEA-1DD5-4B04-B698-16631D4145CF}" type="presParOf" srcId="{0484F834-588F-4B65-9405-C6FF30301379}" destId="{30CE1B95-C07F-4082-8A7A-5EC868E7F8AA}" srcOrd="0" destOrd="0" presId="urn:microsoft.com/office/officeart/2005/8/layout/list1"/>
    <dgm:cxn modelId="{33386DF8-DCBE-49D9-866B-721B1975A8C0}" type="presParOf" srcId="{0484F834-588F-4B65-9405-C6FF30301379}" destId="{6F898EF4-41B5-410E-9371-DCE07160042C}" srcOrd="1" destOrd="0" presId="urn:microsoft.com/office/officeart/2005/8/layout/list1"/>
    <dgm:cxn modelId="{95FAB6E3-EFD0-4BA3-ADCB-2CFB955A8DB2}" type="presParOf" srcId="{80D765DF-78AB-4BFD-94A9-5678A4D47D8F}" destId="{62808E72-8C5A-4CF4-819E-60C06944F82B}" srcOrd="13" destOrd="0" presId="urn:microsoft.com/office/officeart/2005/8/layout/list1"/>
    <dgm:cxn modelId="{7B3C6F02-557E-4D9F-9DA7-2D13E1D21EA9}" type="presParOf" srcId="{80D765DF-78AB-4BFD-94A9-5678A4D47D8F}" destId="{7901238E-584A-471B-B4C7-3BA6D5B2A16A}" srcOrd="14" destOrd="0" presId="urn:microsoft.com/office/officeart/2005/8/layout/list1"/>
    <dgm:cxn modelId="{E436F19A-208A-4EAA-AF07-57E8739A2611}" type="presParOf" srcId="{80D765DF-78AB-4BFD-94A9-5678A4D47D8F}" destId="{A1864825-2BFE-4F5A-B4C1-EF70E4AE01BB}" srcOrd="15" destOrd="0" presId="urn:microsoft.com/office/officeart/2005/8/layout/list1"/>
    <dgm:cxn modelId="{CD424BD1-712A-4FF8-B1F5-849A2271156D}" type="presParOf" srcId="{80D765DF-78AB-4BFD-94A9-5678A4D47D8F}" destId="{C90FDA62-7E9B-4CFD-AE8F-EA28F5B4DECE}" srcOrd="16" destOrd="0" presId="urn:microsoft.com/office/officeart/2005/8/layout/list1"/>
    <dgm:cxn modelId="{8CF7BCDB-3EAD-411A-B917-FBD7D27CA41F}" type="presParOf" srcId="{C90FDA62-7E9B-4CFD-AE8F-EA28F5B4DECE}" destId="{EFC674D6-8243-49E3-B5F9-3F47E7B99793}" srcOrd="0" destOrd="0" presId="urn:microsoft.com/office/officeart/2005/8/layout/list1"/>
    <dgm:cxn modelId="{F966894A-089A-4EC0-9E74-09E6F4BDBAE1}" type="presParOf" srcId="{C90FDA62-7E9B-4CFD-AE8F-EA28F5B4DECE}" destId="{196C3228-D349-4DA5-B9FA-8FB2F6F31BEF}" srcOrd="1" destOrd="0" presId="urn:microsoft.com/office/officeart/2005/8/layout/list1"/>
    <dgm:cxn modelId="{8A57F528-B1C1-4DA4-9E09-A9B052D5B2EE}" type="presParOf" srcId="{80D765DF-78AB-4BFD-94A9-5678A4D47D8F}" destId="{8E021301-52E3-443E-B1F0-F2299CC80203}" srcOrd="17" destOrd="0" presId="urn:microsoft.com/office/officeart/2005/8/layout/list1"/>
    <dgm:cxn modelId="{6A4DB11F-A729-44D7-ABE4-2C5625BC3741}" type="presParOf" srcId="{80D765DF-78AB-4BFD-94A9-5678A4D47D8F}" destId="{F0D90F53-6105-447A-A1CB-881ADD66CE82}" srcOrd="18" destOrd="0" presId="urn:microsoft.com/office/officeart/2005/8/layout/list1"/>
  </dgm:cxnLst>
  <dgm:bg/>
  <dgm:whole/>
  <dgm:extLst>
    <a:ext uri="http://schemas.microsoft.com/office/drawing/2008/diagram">
      <dsp:dataModelExt xmlns:dsp="http://schemas.microsoft.com/office/drawing/2008/diagram" relId="rId3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712BE09-7D39-48A8-A0E9-E8496815641B}" type="doc">
      <dgm:prSet loTypeId="urn:microsoft.com/office/officeart/2005/8/layout/orgChart1" loCatId="hierarchy" qsTypeId="urn:microsoft.com/office/officeart/2005/8/quickstyle/simple3" qsCatId="simple" csTypeId="urn:microsoft.com/office/officeart/2005/8/colors/accent5_3" csCatId="accent5" phldr="1"/>
      <dgm:spPr/>
      <dgm:t>
        <a:bodyPr/>
        <a:lstStyle/>
        <a:p>
          <a:endParaRPr lang="en-US"/>
        </a:p>
      </dgm:t>
    </dgm:pt>
    <dgm:pt modelId="{30C8E9EC-4249-4303-AE47-9FFE33053698}">
      <dgm:prSet phldrT="[Text]" phldr="0"/>
      <dgm:spPr/>
      <dgm:t>
        <a:bodyPr/>
        <a:lstStyle/>
        <a:p>
          <a:r>
            <a:rPr lang="ja"/>
            <a:t>従業員のパフォーマンス</a:t>
          </a:r>
        </a:p>
      </dgm:t>
    </dgm:pt>
    <dgm:pt modelId="{916A8EE8-F60A-4859-8144-A0F1C55C684A}" type="parTrans" cxnId="{012DF0D5-9C16-4106-A3E1-B408A7E86433}">
      <dgm:prSet/>
      <dgm:spPr/>
      <dgm:t>
        <a:bodyPr/>
        <a:lstStyle/>
        <a:p>
          <a:endParaRPr lang="en-US"/>
        </a:p>
      </dgm:t>
    </dgm:pt>
    <dgm:pt modelId="{6BF376AA-2A53-4F2E-AC8B-7CEAFED388E2}" type="sibTrans" cxnId="{012DF0D5-9C16-4106-A3E1-B408A7E86433}">
      <dgm:prSet/>
      <dgm:spPr/>
      <dgm:t>
        <a:bodyPr/>
        <a:lstStyle/>
        <a:p>
          <a:endParaRPr lang="en-US"/>
        </a:p>
      </dgm:t>
    </dgm:pt>
    <dgm:pt modelId="{9F41AA12-6EAC-4BFA-AF64-5746C06D9E1E}">
      <dgm:prSet phldrT="[Text]" phldr="0"/>
      <dgm:spPr/>
      <dgm:t>
        <a:bodyPr/>
        <a:lstStyle/>
        <a:p>
          <a:r>
            <a:rPr lang="ja"/>
            <a:t>キャンペーン効果</a:t>
          </a:r>
        </a:p>
      </dgm:t>
    </dgm:pt>
    <dgm:pt modelId="{57984168-A63E-4259-ABC2-E055E44D2BB5}" type="parTrans" cxnId="{9282ACCB-240C-4320-BE4C-2FF8657D9E92}">
      <dgm:prSet/>
      <dgm:spPr/>
      <dgm:t>
        <a:bodyPr/>
        <a:lstStyle/>
        <a:p>
          <a:endParaRPr lang="en-US"/>
        </a:p>
      </dgm:t>
    </dgm:pt>
    <dgm:pt modelId="{C631B0C5-CC16-4C3B-9BDD-7536927A2953}" type="sibTrans" cxnId="{9282ACCB-240C-4320-BE4C-2FF8657D9E92}">
      <dgm:prSet/>
      <dgm:spPr/>
      <dgm:t>
        <a:bodyPr/>
        <a:lstStyle/>
        <a:p>
          <a:endParaRPr lang="en-US"/>
        </a:p>
      </dgm:t>
    </dgm:pt>
    <dgm:pt modelId="{788E0DA7-8BEC-4BAC-860E-CFAC90A1F48B}">
      <dgm:prSet phldrT="[Text]" phldr="0"/>
      <dgm:spPr/>
      <dgm:t>
        <a:bodyPr/>
        <a:lstStyle/>
        <a:p>
          <a:r>
            <a:rPr lang="ja"/>
            <a:t>スコアの向上</a:t>
          </a:r>
        </a:p>
      </dgm:t>
    </dgm:pt>
    <dgm:pt modelId="{5712AB31-8FB9-468B-89D1-FD8901EB611C}" type="parTrans" cxnId="{DAF906DD-ECA0-47AD-A0DD-81801BD25934}">
      <dgm:prSet/>
      <dgm:spPr/>
      <dgm:t>
        <a:bodyPr/>
        <a:lstStyle/>
        <a:p>
          <a:endParaRPr lang="en-US"/>
        </a:p>
      </dgm:t>
    </dgm:pt>
    <dgm:pt modelId="{3DADC4B2-EDC6-4478-9937-3CB81C44F189}" type="sibTrans" cxnId="{DAF906DD-ECA0-47AD-A0DD-81801BD25934}">
      <dgm:prSet/>
      <dgm:spPr/>
      <dgm:t>
        <a:bodyPr/>
        <a:lstStyle/>
        <a:p>
          <a:endParaRPr lang="en-US"/>
        </a:p>
      </dgm:t>
    </dgm:pt>
    <dgm:pt modelId="{EB732DD4-BCD3-43BA-B851-50ECCA88A426}">
      <dgm:prSet phldrT="[Text]" phldr="0"/>
      <dgm:spPr/>
      <dgm:t>
        <a:bodyPr/>
        <a:lstStyle/>
        <a:p>
          <a:r>
            <a:rPr lang="ja"/>
            <a:t>スコアリングへのデータフィードバック</a:t>
          </a:r>
        </a:p>
      </dgm:t>
    </dgm:pt>
    <dgm:pt modelId="{965942CF-5008-44BB-B7CA-4A312FEFFFFB}" type="parTrans" cxnId="{8862B903-6AA3-4595-97A3-7A13D8B30F47}">
      <dgm:prSet/>
      <dgm:spPr/>
      <dgm:t>
        <a:bodyPr/>
        <a:lstStyle/>
        <a:p>
          <a:endParaRPr lang="en-US"/>
        </a:p>
      </dgm:t>
    </dgm:pt>
    <dgm:pt modelId="{F6CA56F5-FBB2-4AAD-8EDB-E09165A9C161}" type="sibTrans" cxnId="{8862B903-6AA3-4595-97A3-7A13D8B30F47}">
      <dgm:prSet/>
      <dgm:spPr/>
      <dgm:t>
        <a:bodyPr/>
        <a:lstStyle/>
        <a:p>
          <a:endParaRPr lang="en-US"/>
        </a:p>
      </dgm:t>
    </dgm:pt>
    <dgm:pt modelId="{1A01A8C4-D0D1-44EF-971F-CC889CA2866A}" type="pres">
      <dgm:prSet presAssocID="{8712BE09-7D39-48A8-A0E9-E8496815641B}" presName="hierChild1" presStyleCnt="0">
        <dgm:presLayoutVars>
          <dgm:orgChart val="1"/>
          <dgm:chPref val="1"/>
          <dgm:dir/>
          <dgm:animOne val="branch"/>
          <dgm:animLvl val="lvl"/>
          <dgm:resizeHandles/>
        </dgm:presLayoutVars>
      </dgm:prSet>
      <dgm:spPr/>
    </dgm:pt>
    <dgm:pt modelId="{9F679501-2A61-4036-BF67-F77894866520}" type="pres">
      <dgm:prSet presAssocID="{EB732DD4-BCD3-43BA-B851-50ECCA88A426}" presName="hierRoot1" presStyleCnt="0">
        <dgm:presLayoutVars>
          <dgm:hierBranch val="init"/>
        </dgm:presLayoutVars>
      </dgm:prSet>
      <dgm:spPr/>
    </dgm:pt>
    <dgm:pt modelId="{78A00BA1-5740-446D-9813-FF20D4CD92D8}" type="pres">
      <dgm:prSet presAssocID="{EB732DD4-BCD3-43BA-B851-50ECCA88A426}" presName="rootComposite1" presStyleCnt="0"/>
      <dgm:spPr/>
    </dgm:pt>
    <dgm:pt modelId="{1999AA6B-51E1-463A-90CC-40C8645473D7}" type="pres">
      <dgm:prSet presAssocID="{EB732DD4-BCD3-43BA-B851-50ECCA88A426}" presName="rootText1" presStyleLbl="node0" presStyleIdx="0" presStyleCnt="1">
        <dgm:presLayoutVars>
          <dgm:chPref val="3"/>
        </dgm:presLayoutVars>
      </dgm:prSet>
      <dgm:spPr/>
    </dgm:pt>
    <dgm:pt modelId="{5C9316C4-0D4B-4376-89CD-77B6DE90A5C0}" type="pres">
      <dgm:prSet presAssocID="{EB732DD4-BCD3-43BA-B851-50ECCA88A426}" presName="rootConnector1" presStyleLbl="node1" presStyleIdx="0" presStyleCnt="0"/>
      <dgm:spPr/>
    </dgm:pt>
    <dgm:pt modelId="{FC9E72D4-EDF7-4DE8-AB1E-2542AF42537B}" type="pres">
      <dgm:prSet presAssocID="{EB732DD4-BCD3-43BA-B851-50ECCA88A426}" presName="hierChild2" presStyleCnt="0"/>
      <dgm:spPr/>
    </dgm:pt>
    <dgm:pt modelId="{26FEB8B4-B1C8-45D2-AFF4-B60BFEA39604}" type="pres">
      <dgm:prSet presAssocID="{916A8EE8-F60A-4859-8144-A0F1C55C684A}" presName="Name37" presStyleLbl="parChTrans1D2" presStyleIdx="0" presStyleCnt="3"/>
      <dgm:spPr/>
    </dgm:pt>
    <dgm:pt modelId="{1704FF30-5B73-469A-B00D-D9644562A18C}" type="pres">
      <dgm:prSet presAssocID="{30C8E9EC-4249-4303-AE47-9FFE33053698}" presName="hierRoot2" presStyleCnt="0">
        <dgm:presLayoutVars>
          <dgm:hierBranch val="init"/>
        </dgm:presLayoutVars>
      </dgm:prSet>
      <dgm:spPr/>
    </dgm:pt>
    <dgm:pt modelId="{CE69F6D6-02C6-4C1A-8D50-E71F1CA2B5EB}" type="pres">
      <dgm:prSet presAssocID="{30C8E9EC-4249-4303-AE47-9FFE33053698}" presName="rootComposite" presStyleCnt="0"/>
      <dgm:spPr/>
    </dgm:pt>
    <dgm:pt modelId="{0B8F16DC-BA0F-4D6A-AA65-C4B1CDC2F77D}" type="pres">
      <dgm:prSet presAssocID="{30C8E9EC-4249-4303-AE47-9FFE33053698}" presName="rootText" presStyleLbl="node2" presStyleIdx="0" presStyleCnt="3">
        <dgm:presLayoutVars>
          <dgm:chPref val="3"/>
        </dgm:presLayoutVars>
      </dgm:prSet>
      <dgm:spPr/>
    </dgm:pt>
    <dgm:pt modelId="{FA7C9B6F-732A-499E-A98E-DF0A16EE590E}" type="pres">
      <dgm:prSet presAssocID="{30C8E9EC-4249-4303-AE47-9FFE33053698}" presName="rootConnector" presStyleLbl="node2" presStyleIdx="0" presStyleCnt="3"/>
      <dgm:spPr/>
    </dgm:pt>
    <dgm:pt modelId="{A0884BC5-7956-497E-8FF5-0EE49C09EEC7}" type="pres">
      <dgm:prSet presAssocID="{30C8E9EC-4249-4303-AE47-9FFE33053698}" presName="hierChild4" presStyleCnt="0"/>
      <dgm:spPr/>
    </dgm:pt>
    <dgm:pt modelId="{7C85052D-45A4-4C77-8D8D-CB56D89FC130}" type="pres">
      <dgm:prSet presAssocID="{30C8E9EC-4249-4303-AE47-9FFE33053698}" presName="hierChild5" presStyleCnt="0"/>
      <dgm:spPr/>
    </dgm:pt>
    <dgm:pt modelId="{F48855C5-89FE-43E2-9E5D-F8CC9B2F948E}" type="pres">
      <dgm:prSet presAssocID="{57984168-A63E-4259-ABC2-E055E44D2BB5}" presName="Name37" presStyleLbl="parChTrans1D2" presStyleIdx="1" presStyleCnt="3"/>
      <dgm:spPr/>
    </dgm:pt>
    <dgm:pt modelId="{96CFA473-E6AF-4575-8F29-CE863A245DF2}" type="pres">
      <dgm:prSet presAssocID="{9F41AA12-6EAC-4BFA-AF64-5746C06D9E1E}" presName="hierRoot2" presStyleCnt="0">
        <dgm:presLayoutVars>
          <dgm:hierBranch val="init"/>
        </dgm:presLayoutVars>
      </dgm:prSet>
      <dgm:spPr/>
    </dgm:pt>
    <dgm:pt modelId="{BF3536A3-4DDF-4572-B8F5-34221E27F187}" type="pres">
      <dgm:prSet presAssocID="{9F41AA12-6EAC-4BFA-AF64-5746C06D9E1E}" presName="rootComposite" presStyleCnt="0"/>
      <dgm:spPr/>
    </dgm:pt>
    <dgm:pt modelId="{99DE29A8-1A09-49E3-B7FB-5C19E429B865}" type="pres">
      <dgm:prSet presAssocID="{9F41AA12-6EAC-4BFA-AF64-5746C06D9E1E}" presName="rootText" presStyleLbl="node2" presStyleIdx="1" presStyleCnt="3">
        <dgm:presLayoutVars>
          <dgm:chPref val="3"/>
        </dgm:presLayoutVars>
      </dgm:prSet>
      <dgm:spPr/>
    </dgm:pt>
    <dgm:pt modelId="{9C03EC11-23A6-4245-A71E-2E1F1AFF0052}" type="pres">
      <dgm:prSet presAssocID="{9F41AA12-6EAC-4BFA-AF64-5746C06D9E1E}" presName="rootConnector" presStyleLbl="node2" presStyleIdx="1" presStyleCnt="3"/>
      <dgm:spPr/>
    </dgm:pt>
    <dgm:pt modelId="{2340A0EF-25C3-41C7-A13C-58AD44385E43}" type="pres">
      <dgm:prSet presAssocID="{9F41AA12-6EAC-4BFA-AF64-5746C06D9E1E}" presName="hierChild4" presStyleCnt="0"/>
      <dgm:spPr/>
    </dgm:pt>
    <dgm:pt modelId="{E527AFD3-1031-4D83-858D-37FEF8BAE87B}" type="pres">
      <dgm:prSet presAssocID="{9F41AA12-6EAC-4BFA-AF64-5746C06D9E1E}" presName="hierChild5" presStyleCnt="0"/>
      <dgm:spPr/>
    </dgm:pt>
    <dgm:pt modelId="{661FDC20-34E5-49C0-8C8D-7A0CC97D69FC}" type="pres">
      <dgm:prSet presAssocID="{5712AB31-8FB9-468B-89D1-FD8901EB611C}" presName="Name37" presStyleLbl="parChTrans1D2" presStyleIdx="2" presStyleCnt="3"/>
      <dgm:spPr/>
    </dgm:pt>
    <dgm:pt modelId="{C2839DD2-94AA-4168-B78F-B5D063EF286A}" type="pres">
      <dgm:prSet presAssocID="{788E0DA7-8BEC-4BAC-860E-CFAC90A1F48B}" presName="hierRoot2" presStyleCnt="0">
        <dgm:presLayoutVars>
          <dgm:hierBranch val="init"/>
        </dgm:presLayoutVars>
      </dgm:prSet>
      <dgm:spPr/>
    </dgm:pt>
    <dgm:pt modelId="{3228BBA4-22EA-44D8-BA41-5E2DCDE4D6C1}" type="pres">
      <dgm:prSet presAssocID="{788E0DA7-8BEC-4BAC-860E-CFAC90A1F48B}" presName="rootComposite" presStyleCnt="0"/>
      <dgm:spPr/>
    </dgm:pt>
    <dgm:pt modelId="{BF722D51-CCFC-4228-AEF6-2CDDE409E6A9}" type="pres">
      <dgm:prSet presAssocID="{788E0DA7-8BEC-4BAC-860E-CFAC90A1F48B}" presName="rootText" presStyleLbl="node2" presStyleIdx="2" presStyleCnt="3">
        <dgm:presLayoutVars>
          <dgm:chPref val="3"/>
        </dgm:presLayoutVars>
      </dgm:prSet>
      <dgm:spPr/>
    </dgm:pt>
    <dgm:pt modelId="{5B55216F-8919-4AB0-AA3A-063C22B404BA}" type="pres">
      <dgm:prSet presAssocID="{788E0DA7-8BEC-4BAC-860E-CFAC90A1F48B}" presName="rootConnector" presStyleLbl="node2" presStyleIdx="2" presStyleCnt="3"/>
      <dgm:spPr/>
    </dgm:pt>
    <dgm:pt modelId="{E89322B9-D988-48BC-8A15-0F17318592D4}" type="pres">
      <dgm:prSet presAssocID="{788E0DA7-8BEC-4BAC-860E-CFAC90A1F48B}" presName="hierChild4" presStyleCnt="0"/>
      <dgm:spPr/>
    </dgm:pt>
    <dgm:pt modelId="{D0E2DEE6-D7E7-445D-9469-0E35FDBF452C}" type="pres">
      <dgm:prSet presAssocID="{788E0DA7-8BEC-4BAC-860E-CFAC90A1F48B}" presName="hierChild5" presStyleCnt="0"/>
      <dgm:spPr/>
    </dgm:pt>
    <dgm:pt modelId="{44A0367E-8E48-4012-AD3A-4CF12F7A4AE1}" type="pres">
      <dgm:prSet presAssocID="{EB732DD4-BCD3-43BA-B851-50ECCA88A426}" presName="hierChild3" presStyleCnt="0"/>
      <dgm:spPr/>
    </dgm:pt>
  </dgm:ptLst>
  <dgm:cxnLst>
    <dgm:cxn modelId="{8862B903-6AA3-4595-97A3-7A13D8B30F47}" srcId="{8712BE09-7D39-48A8-A0E9-E8496815641B}" destId="{EB732DD4-BCD3-43BA-B851-50ECCA88A426}" srcOrd="0" destOrd="0" parTransId="{965942CF-5008-44BB-B7CA-4A312FEFFFFB}" sibTransId="{F6CA56F5-FBB2-4AAD-8EDB-E09165A9C161}"/>
    <dgm:cxn modelId="{866FF80E-9852-4121-890F-63CAC62F98F6}" type="presOf" srcId="{5712AB31-8FB9-468B-89D1-FD8901EB611C}" destId="{661FDC20-34E5-49C0-8C8D-7A0CC97D69FC}" srcOrd="0" destOrd="0" presId="urn:microsoft.com/office/officeart/2005/8/layout/orgChart1"/>
    <dgm:cxn modelId="{10E5C181-7ADA-4EA2-BF21-F8C3CD4B416B}" type="presOf" srcId="{30C8E9EC-4249-4303-AE47-9FFE33053698}" destId="{FA7C9B6F-732A-499E-A98E-DF0A16EE590E}" srcOrd="1" destOrd="0" presId="urn:microsoft.com/office/officeart/2005/8/layout/orgChart1"/>
    <dgm:cxn modelId="{7540698F-3208-4650-8866-8611718AC143}" type="presOf" srcId="{788E0DA7-8BEC-4BAC-860E-CFAC90A1F48B}" destId="{5B55216F-8919-4AB0-AA3A-063C22B404BA}" srcOrd="1" destOrd="0" presId="urn:microsoft.com/office/officeart/2005/8/layout/orgChart1"/>
    <dgm:cxn modelId="{5CFF1091-4721-4C6A-BD70-B5CAEAAFDC42}" type="presOf" srcId="{EB732DD4-BCD3-43BA-B851-50ECCA88A426}" destId="{5C9316C4-0D4B-4376-89CD-77B6DE90A5C0}" srcOrd="1" destOrd="0" presId="urn:microsoft.com/office/officeart/2005/8/layout/orgChart1"/>
    <dgm:cxn modelId="{6EA3819A-CD24-4835-AEF4-69377BA67F6B}" type="presOf" srcId="{9F41AA12-6EAC-4BFA-AF64-5746C06D9E1E}" destId="{9C03EC11-23A6-4245-A71E-2E1F1AFF0052}" srcOrd="1" destOrd="0" presId="urn:microsoft.com/office/officeart/2005/8/layout/orgChart1"/>
    <dgm:cxn modelId="{B5DEFDCA-E513-4CE9-B44C-FCE1F4490A5F}" type="presOf" srcId="{8712BE09-7D39-48A8-A0E9-E8496815641B}" destId="{1A01A8C4-D0D1-44EF-971F-CC889CA2866A}" srcOrd="0" destOrd="0" presId="urn:microsoft.com/office/officeart/2005/8/layout/orgChart1"/>
    <dgm:cxn modelId="{9282ACCB-240C-4320-BE4C-2FF8657D9E92}" srcId="{EB732DD4-BCD3-43BA-B851-50ECCA88A426}" destId="{9F41AA12-6EAC-4BFA-AF64-5746C06D9E1E}" srcOrd="1" destOrd="0" parTransId="{57984168-A63E-4259-ABC2-E055E44D2BB5}" sibTransId="{C631B0C5-CC16-4C3B-9BDD-7536927A2953}"/>
    <dgm:cxn modelId="{B7A839CF-7C4A-43FF-BE51-7552DCA453AD}" type="presOf" srcId="{788E0DA7-8BEC-4BAC-860E-CFAC90A1F48B}" destId="{BF722D51-CCFC-4228-AEF6-2CDDE409E6A9}" srcOrd="0" destOrd="0" presId="urn:microsoft.com/office/officeart/2005/8/layout/orgChart1"/>
    <dgm:cxn modelId="{012DF0D5-9C16-4106-A3E1-B408A7E86433}" srcId="{EB732DD4-BCD3-43BA-B851-50ECCA88A426}" destId="{30C8E9EC-4249-4303-AE47-9FFE33053698}" srcOrd="0" destOrd="0" parTransId="{916A8EE8-F60A-4859-8144-A0F1C55C684A}" sibTransId="{6BF376AA-2A53-4F2E-AC8B-7CEAFED388E2}"/>
    <dgm:cxn modelId="{9EC66BD6-F5EA-4B3E-8119-21C393B7AAE4}" type="presOf" srcId="{30C8E9EC-4249-4303-AE47-9FFE33053698}" destId="{0B8F16DC-BA0F-4D6A-AA65-C4B1CDC2F77D}" srcOrd="0" destOrd="0" presId="urn:microsoft.com/office/officeart/2005/8/layout/orgChart1"/>
    <dgm:cxn modelId="{DAF906DD-ECA0-47AD-A0DD-81801BD25934}" srcId="{EB732DD4-BCD3-43BA-B851-50ECCA88A426}" destId="{788E0DA7-8BEC-4BAC-860E-CFAC90A1F48B}" srcOrd="2" destOrd="0" parTransId="{5712AB31-8FB9-468B-89D1-FD8901EB611C}" sibTransId="{3DADC4B2-EDC6-4478-9937-3CB81C44F189}"/>
    <dgm:cxn modelId="{184155E2-EAB1-44D2-AE40-523E9CF8557D}" type="presOf" srcId="{916A8EE8-F60A-4859-8144-A0F1C55C684A}" destId="{26FEB8B4-B1C8-45D2-AFF4-B60BFEA39604}" srcOrd="0" destOrd="0" presId="urn:microsoft.com/office/officeart/2005/8/layout/orgChart1"/>
    <dgm:cxn modelId="{22050AF0-BAC8-437C-A697-D84C54996358}" type="presOf" srcId="{EB732DD4-BCD3-43BA-B851-50ECCA88A426}" destId="{1999AA6B-51E1-463A-90CC-40C8645473D7}" srcOrd="0" destOrd="0" presId="urn:microsoft.com/office/officeart/2005/8/layout/orgChart1"/>
    <dgm:cxn modelId="{D03273F4-BAFE-4D24-A937-5E952C16943B}" type="presOf" srcId="{57984168-A63E-4259-ABC2-E055E44D2BB5}" destId="{F48855C5-89FE-43E2-9E5D-F8CC9B2F948E}" srcOrd="0" destOrd="0" presId="urn:microsoft.com/office/officeart/2005/8/layout/orgChart1"/>
    <dgm:cxn modelId="{A640DAFD-0B01-4DBD-94F2-8FFD73F44A87}" type="presOf" srcId="{9F41AA12-6EAC-4BFA-AF64-5746C06D9E1E}" destId="{99DE29A8-1A09-49E3-B7FB-5C19E429B865}" srcOrd="0" destOrd="0" presId="urn:microsoft.com/office/officeart/2005/8/layout/orgChart1"/>
    <dgm:cxn modelId="{FFA74118-0805-48DC-BBFE-B94770A8F423}" type="presParOf" srcId="{1A01A8C4-D0D1-44EF-971F-CC889CA2866A}" destId="{9F679501-2A61-4036-BF67-F77894866520}" srcOrd="0" destOrd="0" presId="urn:microsoft.com/office/officeart/2005/8/layout/orgChart1"/>
    <dgm:cxn modelId="{EF14177B-2332-47DA-82FC-886569E8013E}" type="presParOf" srcId="{9F679501-2A61-4036-BF67-F77894866520}" destId="{78A00BA1-5740-446D-9813-FF20D4CD92D8}" srcOrd="0" destOrd="0" presId="urn:microsoft.com/office/officeart/2005/8/layout/orgChart1"/>
    <dgm:cxn modelId="{547FA341-C2C5-42BD-880D-255EE6B8A2F6}" type="presParOf" srcId="{78A00BA1-5740-446D-9813-FF20D4CD92D8}" destId="{1999AA6B-51E1-463A-90CC-40C8645473D7}" srcOrd="0" destOrd="0" presId="urn:microsoft.com/office/officeart/2005/8/layout/orgChart1"/>
    <dgm:cxn modelId="{3AFDF7D6-4C31-4E2F-955E-3D965A696721}" type="presParOf" srcId="{78A00BA1-5740-446D-9813-FF20D4CD92D8}" destId="{5C9316C4-0D4B-4376-89CD-77B6DE90A5C0}" srcOrd="1" destOrd="0" presId="urn:microsoft.com/office/officeart/2005/8/layout/orgChart1"/>
    <dgm:cxn modelId="{92BB3479-62F2-4830-B5C6-16BAF4ECA450}" type="presParOf" srcId="{9F679501-2A61-4036-BF67-F77894866520}" destId="{FC9E72D4-EDF7-4DE8-AB1E-2542AF42537B}" srcOrd="1" destOrd="0" presId="urn:microsoft.com/office/officeart/2005/8/layout/orgChart1"/>
    <dgm:cxn modelId="{C6698601-6F37-4FBF-8173-2F652C7AC795}" type="presParOf" srcId="{FC9E72D4-EDF7-4DE8-AB1E-2542AF42537B}" destId="{26FEB8B4-B1C8-45D2-AFF4-B60BFEA39604}" srcOrd="0" destOrd="0" presId="urn:microsoft.com/office/officeart/2005/8/layout/orgChart1"/>
    <dgm:cxn modelId="{D343B038-CB33-4122-8803-A2785A622919}" type="presParOf" srcId="{FC9E72D4-EDF7-4DE8-AB1E-2542AF42537B}" destId="{1704FF30-5B73-469A-B00D-D9644562A18C}" srcOrd="1" destOrd="0" presId="urn:microsoft.com/office/officeart/2005/8/layout/orgChart1"/>
    <dgm:cxn modelId="{B79C50EB-CC98-4322-A49B-9281B502C3F3}" type="presParOf" srcId="{1704FF30-5B73-469A-B00D-D9644562A18C}" destId="{CE69F6D6-02C6-4C1A-8D50-E71F1CA2B5EB}" srcOrd="0" destOrd="0" presId="urn:microsoft.com/office/officeart/2005/8/layout/orgChart1"/>
    <dgm:cxn modelId="{25A800A6-2A87-48CA-9CE3-902AE2475600}" type="presParOf" srcId="{CE69F6D6-02C6-4C1A-8D50-E71F1CA2B5EB}" destId="{0B8F16DC-BA0F-4D6A-AA65-C4B1CDC2F77D}" srcOrd="0" destOrd="0" presId="urn:microsoft.com/office/officeart/2005/8/layout/orgChart1"/>
    <dgm:cxn modelId="{7ACB57F9-DA9F-463C-A46B-950BA93202F8}" type="presParOf" srcId="{CE69F6D6-02C6-4C1A-8D50-E71F1CA2B5EB}" destId="{FA7C9B6F-732A-499E-A98E-DF0A16EE590E}" srcOrd="1" destOrd="0" presId="urn:microsoft.com/office/officeart/2005/8/layout/orgChart1"/>
    <dgm:cxn modelId="{A87CE943-E4DC-47B6-9297-1673ED65171B}" type="presParOf" srcId="{1704FF30-5B73-469A-B00D-D9644562A18C}" destId="{A0884BC5-7956-497E-8FF5-0EE49C09EEC7}" srcOrd="1" destOrd="0" presId="urn:microsoft.com/office/officeart/2005/8/layout/orgChart1"/>
    <dgm:cxn modelId="{502BDE88-BC98-41D9-8C57-B14D6FB90A18}" type="presParOf" srcId="{1704FF30-5B73-469A-B00D-D9644562A18C}" destId="{7C85052D-45A4-4C77-8D8D-CB56D89FC130}" srcOrd="2" destOrd="0" presId="urn:microsoft.com/office/officeart/2005/8/layout/orgChart1"/>
    <dgm:cxn modelId="{D210A776-7063-4DB8-B613-56FFE44D28AB}" type="presParOf" srcId="{FC9E72D4-EDF7-4DE8-AB1E-2542AF42537B}" destId="{F48855C5-89FE-43E2-9E5D-F8CC9B2F948E}" srcOrd="2" destOrd="0" presId="urn:microsoft.com/office/officeart/2005/8/layout/orgChart1"/>
    <dgm:cxn modelId="{93D8A3F4-8E6B-46A0-A8E2-69B2E54EB538}" type="presParOf" srcId="{FC9E72D4-EDF7-4DE8-AB1E-2542AF42537B}" destId="{96CFA473-E6AF-4575-8F29-CE863A245DF2}" srcOrd="3" destOrd="0" presId="urn:microsoft.com/office/officeart/2005/8/layout/orgChart1"/>
    <dgm:cxn modelId="{4F01CDFD-12E9-4FD0-A955-66A616659B12}" type="presParOf" srcId="{96CFA473-E6AF-4575-8F29-CE863A245DF2}" destId="{BF3536A3-4DDF-4572-B8F5-34221E27F187}" srcOrd="0" destOrd="0" presId="urn:microsoft.com/office/officeart/2005/8/layout/orgChart1"/>
    <dgm:cxn modelId="{1CB17DD3-60F9-442B-98DD-D2E1E914F954}" type="presParOf" srcId="{BF3536A3-4DDF-4572-B8F5-34221E27F187}" destId="{99DE29A8-1A09-49E3-B7FB-5C19E429B865}" srcOrd="0" destOrd="0" presId="urn:microsoft.com/office/officeart/2005/8/layout/orgChart1"/>
    <dgm:cxn modelId="{35426739-66BF-49B5-A3C9-D49007AE1C28}" type="presParOf" srcId="{BF3536A3-4DDF-4572-B8F5-34221E27F187}" destId="{9C03EC11-23A6-4245-A71E-2E1F1AFF0052}" srcOrd="1" destOrd="0" presId="urn:microsoft.com/office/officeart/2005/8/layout/orgChart1"/>
    <dgm:cxn modelId="{900B4F9E-8505-4428-8F82-B462FCB379CE}" type="presParOf" srcId="{96CFA473-E6AF-4575-8F29-CE863A245DF2}" destId="{2340A0EF-25C3-41C7-A13C-58AD44385E43}" srcOrd="1" destOrd="0" presId="urn:microsoft.com/office/officeart/2005/8/layout/orgChart1"/>
    <dgm:cxn modelId="{626368E7-3C88-4C21-9E05-52AFAB8C4D6E}" type="presParOf" srcId="{96CFA473-E6AF-4575-8F29-CE863A245DF2}" destId="{E527AFD3-1031-4D83-858D-37FEF8BAE87B}" srcOrd="2" destOrd="0" presId="urn:microsoft.com/office/officeart/2005/8/layout/orgChart1"/>
    <dgm:cxn modelId="{9EEB642D-6622-4036-86B6-E01892812813}" type="presParOf" srcId="{FC9E72D4-EDF7-4DE8-AB1E-2542AF42537B}" destId="{661FDC20-34E5-49C0-8C8D-7A0CC97D69FC}" srcOrd="4" destOrd="0" presId="urn:microsoft.com/office/officeart/2005/8/layout/orgChart1"/>
    <dgm:cxn modelId="{590480CB-1993-4568-BAEB-BDD61912EB15}" type="presParOf" srcId="{FC9E72D4-EDF7-4DE8-AB1E-2542AF42537B}" destId="{C2839DD2-94AA-4168-B78F-B5D063EF286A}" srcOrd="5" destOrd="0" presId="urn:microsoft.com/office/officeart/2005/8/layout/orgChart1"/>
    <dgm:cxn modelId="{61A80CF6-D354-4D3A-995B-4B29A3C22CBD}" type="presParOf" srcId="{C2839DD2-94AA-4168-B78F-B5D063EF286A}" destId="{3228BBA4-22EA-44D8-BA41-5E2DCDE4D6C1}" srcOrd="0" destOrd="0" presId="urn:microsoft.com/office/officeart/2005/8/layout/orgChart1"/>
    <dgm:cxn modelId="{537D0F2D-4DD0-46DA-869E-9BBC59A3B3EA}" type="presParOf" srcId="{3228BBA4-22EA-44D8-BA41-5E2DCDE4D6C1}" destId="{BF722D51-CCFC-4228-AEF6-2CDDE409E6A9}" srcOrd="0" destOrd="0" presId="urn:microsoft.com/office/officeart/2005/8/layout/orgChart1"/>
    <dgm:cxn modelId="{6F691BE6-9048-49C3-8F4D-6D886A738F39}" type="presParOf" srcId="{3228BBA4-22EA-44D8-BA41-5E2DCDE4D6C1}" destId="{5B55216F-8919-4AB0-AA3A-063C22B404BA}" srcOrd="1" destOrd="0" presId="urn:microsoft.com/office/officeart/2005/8/layout/orgChart1"/>
    <dgm:cxn modelId="{3EA661D9-8E8A-4CF5-B5FD-0D42FA926A7A}" type="presParOf" srcId="{C2839DD2-94AA-4168-B78F-B5D063EF286A}" destId="{E89322B9-D988-48BC-8A15-0F17318592D4}" srcOrd="1" destOrd="0" presId="urn:microsoft.com/office/officeart/2005/8/layout/orgChart1"/>
    <dgm:cxn modelId="{EED662BF-AE9F-473E-850E-A600762529FD}" type="presParOf" srcId="{C2839DD2-94AA-4168-B78F-B5D063EF286A}" destId="{D0E2DEE6-D7E7-445D-9469-0E35FDBF452C}" srcOrd="2" destOrd="0" presId="urn:microsoft.com/office/officeart/2005/8/layout/orgChart1"/>
    <dgm:cxn modelId="{642D7EB6-B6C1-4DD5-A7AC-BEEBFD6CB1B5}" type="presParOf" srcId="{9F679501-2A61-4036-BF67-F77894866520}" destId="{44A0367E-8E48-4012-AD3A-4CF12F7A4AE1}" srcOrd="2" destOrd="0" presId="urn:microsoft.com/office/officeart/2005/8/layout/orgChart1"/>
  </dgm:cxnLst>
  <dgm:bg/>
  <dgm:whole/>
  <dgm:extLst>
    <a:ext uri="http://schemas.microsoft.com/office/drawing/2008/diagram">
      <dsp:dataModelExt xmlns:dsp="http://schemas.microsoft.com/office/drawing/2008/diagram" relId="rId3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24BD910-BFE9-4901-8BA8-4DC2965C3806}" type="doc">
      <dgm:prSet loTypeId="urn:microsoft.com/office/officeart/2005/8/layout/process4" loCatId="list" qsTypeId="urn:microsoft.com/office/officeart/2005/8/quickstyle/simple1" qsCatId="simple" csTypeId="urn:microsoft.com/office/officeart/2005/8/colors/colorful3" csCatId="colorful" phldr="1"/>
      <dgm:spPr/>
      <dgm:t>
        <a:bodyPr/>
        <a:lstStyle/>
        <a:p>
          <a:endParaRPr lang="en-US"/>
        </a:p>
      </dgm:t>
    </dgm:pt>
    <dgm:pt modelId="{7AEB6C19-4923-48FA-8BBD-C39341B068BE}">
      <dgm:prSet phldrT="[Text]" custT="1"/>
      <dgm:spPr>
        <a:xfrm>
          <a:off x="421782" y="285882"/>
          <a:ext cx="8164173" cy="572063"/>
        </a:xfrm>
      </dgm:spPr>
      <dgm:t>
        <a:bodyPr/>
        <a:lstStyle/>
        <a:p>
          <a:pPr>
            <a:buSzPts val="1700"/>
            <a:buFont typeface="Wingdings" panose="05000000000000000000" pitchFamily="2" charset="2"/>
            <a:buNone/>
          </a:pPr>
          <a:r>
            <a:rPr lang="ja" sz="1400" b="1">
              <a:latin typeface="Yu Gothic" panose="020B0400000000000000" pitchFamily="34" charset="-128"/>
              <a:ea typeface="Yu Gothic" panose="020B0400000000000000" pitchFamily="34" charset="-128"/>
              <a:cs typeface="+mn-cs"/>
            </a:rPr>
            <a:t>野島氏が事前読了文書を共有へ</a:t>
          </a:r>
        </a:p>
      </dgm:t>
    </dgm:pt>
    <dgm:pt modelId="{1A7BF900-1D91-4DBE-969B-D9F92548CED9}" type="parTrans" cxnId="{150469D0-B2C4-41ED-9E5E-B3B45E8753B3}">
      <dgm:prSet/>
      <dgm:spPr/>
      <dgm:t>
        <a:bodyPr/>
        <a:lstStyle/>
        <a:p>
          <a:endParaRPr lang="en-US"/>
        </a:p>
      </dgm:t>
    </dgm:pt>
    <dgm:pt modelId="{576B01C2-2789-4E28-8800-F86C4A490E0F}" type="sibTrans" cxnId="{150469D0-B2C4-41ED-9E5E-B3B45E8753B3}">
      <dgm:prSet/>
      <dgm:spPr>
        <a:xfrm>
          <a:off x="-4203511" y="-644992"/>
          <a:ext cx="5008544" cy="5008544"/>
        </a:xfrm>
        <a:prstGeom prst="blockArc">
          <a:avLst>
            <a:gd name="adj1" fmla="val 18900000"/>
            <a:gd name="adj2" fmla="val 2700000"/>
            <a:gd name="adj3" fmla="val 431"/>
          </a:avLst>
        </a:prstGeom>
      </dgm:spPr>
      <dgm:t>
        <a:bodyPr/>
        <a:lstStyle/>
        <a:p>
          <a:endParaRPr lang="en-US"/>
        </a:p>
      </dgm:t>
    </dgm:pt>
    <dgm:pt modelId="{4CDF0615-9647-4634-96AA-08619CBCFF9D}">
      <dgm:prSet custT="1"/>
      <dgm:spPr>
        <a:xfrm>
          <a:off x="749759" y="1144126"/>
          <a:ext cx="7836196" cy="572063"/>
        </a:xfrm>
      </dgm:spPr>
      <dgm:t>
        <a:bodyPr/>
        <a:lstStyle/>
        <a:p>
          <a:pPr>
            <a:buNone/>
          </a:pPr>
          <a:r>
            <a:rPr lang="ja" sz="1400" b="1" dirty="0">
              <a:latin typeface="Yu Gothic" panose="020B0400000000000000" pitchFamily="34" charset="-128"/>
              <a:ea typeface="Yu Gothic" panose="020B0400000000000000" pitchFamily="34" charset="-128"/>
            </a:rPr>
            <a:t>野島氏は、スコープ、前提条件、コストモデルをレビューし、フィードバックを提供する。</a:t>
          </a:r>
          <a:endParaRPr lang="en-US" sz="1400" b="1" dirty="0">
            <a:latin typeface="Yu Gothic" panose="020B0400000000000000" pitchFamily="34" charset="-128"/>
            <a:ea typeface="Yu Gothic" panose="020B0400000000000000" pitchFamily="34" charset="-128"/>
            <a:cs typeface="Helvetica Neue Light"/>
          </a:endParaRPr>
        </a:p>
      </dgm:t>
    </dgm:pt>
    <dgm:pt modelId="{974CBBB5-2A3B-47A4-8B56-05C33C46C7C3}" type="parTrans" cxnId="{FE93145F-6C52-4A84-B8D8-4D3C627042C2}">
      <dgm:prSet/>
      <dgm:spPr/>
      <dgm:t>
        <a:bodyPr/>
        <a:lstStyle/>
        <a:p>
          <a:endParaRPr lang="en-US"/>
        </a:p>
      </dgm:t>
    </dgm:pt>
    <dgm:pt modelId="{43566184-1C71-46E8-98D7-E1302CCB37A1}" type="sibTrans" cxnId="{FE93145F-6C52-4A84-B8D8-4D3C627042C2}">
      <dgm:prSet/>
      <dgm:spPr/>
      <dgm:t>
        <a:bodyPr/>
        <a:lstStyle/>
        <a:p>
          <a:endParaRPr lang="en-US"/>
        </a:p>
      </dgm:t>
    </dgm:pt>
    <dgm:pt modelId="{A5DDD654-1B6D-4DD9-83CA-E22D457DC281}">
      <dgm:prSet custT="1"/>
      <dgm:spPr>
        <a:xfrm>
          <a:off x="749759" y="2002370"/>
          <a:ext cx="7836196" cy="572063"/>
        </a:xfrm>
      </dgm:spPr>
      <dgm:t>
        <a:bodyPr/>
        <a:lstStyle/>
        <a:p>
          <a:pPr>
            <a:buNone/>
          </a:pPr>
          <a:r>
            <a:rPr lang="ja" sz="1400" b="1">
              <a:latin typeface="Yu Gothic" panose="020B0400000000000000" pitchFamily="34" charset="-128"/>
              <a:ea typeface="Yu Gothic" panose="020B0400000000000000" pitchFamily="34" charset="-128"/>
            </a:rPr>
            <a:t>SOWとキックオフスケジュールを提出してください。</a:t>
          </a:r>
          <a:endParaRPr lang="en-US" sz="1400" b="1">
            <a:latin typeface="Yu Gothic" panose="020B0400000000000000" pitchFamily="34" charset="-128"/>
            <a:ea typeface="Yu Gothic" panose="020B0400000000000000" pitchFamily="34" charset="-128"/>
            <a:cs typeface="+mn-cs"/>
          </a:endParaRPr>
        </a:p>
      </dgm:t>
    </dgm:pt>
    <dgm:pt modelId="{E1AB0F87-5A3A-4B76-BB90-8C4DC4574470}" type="parTrans" cxnId="{521DD0CB-30C1-41BC-92B7-2857CC14CBDA}">
      <dgm:prSet/>
      <dgm:spPr/>
      <dgm:t>
        <a:bodyPr/>
        <a:lstStyle/>
        <a:p>
          <a:endParaRPr lang="en-US"/>
        </a:p>
      </dgm:t>
    </dgm:pt>
    <dgm:pt modelId="{F8F06038-09F6-490C-9A34-A54E2E1A0792}" type="sibTrans" cxnId="{521DD0CB-30C1-41BC-92B7-2857CC14CBDA}">
      <dgm:prSet/>
      <dgm:spPr/>
      <dgm:t>
        <a:bodyPr/>
        <a:lstStyle/>
        <a:p>
          <a:endParaRPr lang="en-US"/>
        </a:p>
      </dgm:t>
    </dgm:pt>
    <dgm:pt modelId="{51475FE7-073D-4545-852F-CCB2D80E6545}">
      <dgm:prSet custT="1"/>
      <dgm:spPr>
        <a:xfrm>
          <a:off x="421782" y="2860613"/>
          <a:ext cx="8164173" cy="572063"/>
        </a:xfrm>
      </dgm:spPr>
      <dgm:t>
        <a:bodyPr/>
        <a:lstStyle/>
        <a:p>
          <a:pPr>
            <a:buNone/>
          </a:pPr>
          <a:r>
            <a:rPr lang="ja" sz="1400" b="1">
              <a:latin typeface="Yu Gothic" panose="020B0400000000000000" pitchFamily="34" charset="-128"/>
              <a:ea typeface="Yu Gothic" panose="020B0400000000000000" pitchFamily="34" charset="-128"/>
              <a:cs typeface="Helvetica Neue Light"/>
              <a:sym typeface="Helvetica Neue Light"/>
            </a:rPr>
            <a:t>実行前チェックリストを実行する</a:t>
          </a:r>
          <a:endParaRPr lang="en-US" sz="1400" b="1">
            <a:latin typeface="Yu Gothic" panose="020B0400000000000000" pitchFamily="34" charset="-128"/>
            <a:ea typeface="Yu Gothic" panose="020B0400000000000000" pitchFamily="34" charset="-128"/>
            <a:sym typeface="Helvetica Neue Light"/>
          </a:endParaRPr>
        </a:p>
      </dgm:t>
    </dgm:pt>
    <dgm:pt modelId="{489A5201-AC06-4C7B-A5C3-2AEBB4F55EC5}" type="parTrans" cxnId="{8353D6A5-5D02-46EF-AFBA-EF2D5D5EC0C4}">
      <dgm:prSet/>
      <dgm:spPr/>
      <dgm:t>
        <a:bodyPr/>
        <a:lstStyle/>
        <a:p>
          <a:endParaRPr lang="en-US"/>
        </a:p>
      </dgm:t>
    </dgm:pt>
    <dgm:pt modelId="{15862E0F-184D-440F-B257-9C1D3EBA1F35}" type="sibTrans" cxnId="{8353D6A5-5D02-46EF-AFBA-EF2D5D5EC0C4}">
      <dgm:prSet/>
      <dgm:spPr/>
      <dgm:t>
        <a:bodyPr/>
        <a:lstStyle/>
        <a:p>
          <a:endParaRPr lang="en-US"/>
        </a:p>
      </dgm:t>
    </dgm:pt>
    <dgm:pt modelId="{6653CED2-AA85-454A-BD40-F879C49D58ED}">
      <dgm:prSet phldr="0" custT="1"/>
      <dgm:spPr/>
      <dgm:t>
        <a:bodyPr/>
        <a:lstStyle/>
        <a:p>
          <a:pPr rtl="0"/>
          <a:r>
            <a:rPr lang="ja" sz="1400" b="1">
              <a:latin typeface="Yu Gothic" panose="020B0400000000000000" pitchFamily="34" charset="-128"/>
              <a:ea typeface="Yu Gothic" panose="020B0400000000000000" pitchFamily="34" charset="-128"/>
              <a:sym typeface="Helvetica Neue Light"/>
            </a:rPr>
            <a:t>野島側とGL側のチームメンバーを特定する</a:t>
          </a:r>
        </a:p>
      </dgm:t>
    </dgm:pt>
    <dgm:pt modelId="{25625275-6078-4E17-8C72-0FDA932CE5DF}" type="parTrans" cxnId="{E924CDDE-0676-431D-BCDA-7E91DE65EC10}">
      <dgm:prSet/>
      <dgm:spPr/>
      <dgm:t>
        <a:bodyPr/>
        <a:lstStyle/>
        <a:p>
          <a:endParaRPr kumimoji="1" lang="ja-JP" altLang="en-US"/>
        </a:p>
      </dgm:t>
    </dgm:pt>
    <dgm:pt modelId="{D87884EB-09A1-4568-8F3A-EF150FB90163}" type="sibTrans" cxnId="{E924CDDE-0676-431D-BCDA-7E91DE65EC10}">
      <dgm:prSet/>
      <dgm:spPr/>
      <dgm:t>
        <a:bodyPr/>
        <a:lstStyle/>
        <a:p>
          <a:endParaRPr kumimoji="1" lang="ja-JP" altLang="en-US"/>
        </a:p>
      </dgm:t>
    </dgm:pt>
    <dgm:pt modelId="{EA6C42CF-5B2A-4924-B55C-22FC8B1FF849}">
      <dgm:prSet phldr="0" custT="1"/>
      <dgm:spPr/>
      <dgm:t>
        <a:bodyPr/>
        <a:lstStyle/>
        <a:p>
          <a:pPr rtl="0"/>
          <a:r>
            <a:rPr lang="ja" sz="1400" b="1">
              <a:latin typeface="Yu Gothic" panose="020B0400000000000000" pitchFamily="34" charset="-128"/>
              <a:ea typeface="Yu Gothic" panose="020B0400000000000000" pitchFamily="34" charset="-128"/>
              <a:sym typeface="Helvetica Neue Light"/>
            </a:rPr>
            <a:t>プロジェクトを開始する</a:t>
          </a:r>
        </a:p>
      </dgm:t>
    </dgm:pt>
    <dgm:pt modelId="{2E090DE5-B5EF-4AEC-BC4D-A67C5BE446B6}" type="parTrans" cxnId="{BE425A0A-0148-485E-93F6-847446D02C44}">
      <dgm:prSet/>
      <dgm:spPr/>
      <dgm:t>
        <a:bodyPr/>
        <a:lstStyle/>
        <a:p>
          <a:endParaRPr kumimoji="1" lang="ja-JP" altLang="en-US"/>
        </a:p>
      </dgm:t>
    </dgm:pt>
    <dgm:pt modelId="{39C9890E-CA2C-42D8-AB18-9A14534C61E3}" type="sibTrans" cxnId="{BE425A0A-0148-485E-93F6-847446D02C44}">
      <dgm:prSet/>
      <dgm:spPr/>
      <dgm:t>
        <a:bodyPr/>
        <a:lstStyle/>
        <a:p>
          <a:endParaRPr kumimoji="1" lang="ja-JP" altLang="en-US"/>
        </a:p>
      </dgm:t>
    </dgm:pt>
    <dgm:pt modelId="{60F68AA6-4978-4AF5-B338-54E97FA69C72}">
      <dgm:prSet custT="1"/>
      <dgm:spPr>
        <a:xfrm>
          <a:off x="749759" y="1144126"/>
          <a:ext cx="7836196" cy="572063"/>
        </a:xfrm>
      </dgm:spPr>
      <dgm:t>
        <a:bodyPr/>
        <a:lstStyle/>
        <a:p>
          <a:pPr>
            <a:buNone/>
          </a:pPr>
          <a:r>
            <a:rPr lang="ja" sz="1400" b="1">
              <a:latin typeface="Yu Gothic" panose="020B0400000000000000" pitchFamily="34" charset="-128"/>
              <a:ea typeface="Yu Gothic" panose="020B0400000000000000" pitchFamily="34" charset="-128"/>
              <a:cs typeface="Helvetica Neue Light"/>
            </a:rPr>
            <a:t>口頭での承認</a:t>
          </a:r>
        </a:p>
      </dgm:t>
    </dgm:pt>
    <dgm:pt modelId="{4EFDB33E-3234-4EF2-9055-AA8D64F97E65}" type="parTrans" cxnId="{9104E369-98AD-4A64-AB8F-EC312FEB52D9}">
      <dgm:prSet/>
      <dgm:spPr/>
      <dgm:t>
        <a:bodyPr/>
        <a:lstStyle/>
        <a:p>
          <a:endParaRPr lang="en-US"/>
        </a:p>
      </dgm:t>
    </dgm:pt>
    <dgm:pt modelId="{352AAB66-020E-4D47-9699-396E26002BB5}" type="sibTrans" cxnId="{9104E369-98AD-4A64-AB8F-EC312FEB52D9}">
      <dgm:prSet/>
      <dgm:spPr/>
      <dgm:t>
        <a:bodyPr/>
        <a:lstStyle/>
        <a:p>
          <a:endParaRPr lang="en-US"/>
        </a:p>
      </dgm:t>
    </dgm:pt>
    <dgm:pt modelId="{5D032E83-F098-4226-AC65-D17CCCD8AD6C}">
      <dgm:prSet phldrT="[Text]" custT="1"/>
      <dgm:spPr>
        <a:xfrm>
          <a:off x="421782" y="285882"/>
          <a:ext cx="8164173" cy="572063"/>
        </a:xfrm>
      </dgm:spPr>
      <dgm:t>
        <a:bodyPr/>
        <a:lstStyle/>
        <a:p>
          <a:pPr>
            <a:buSzPts val="1700"/>
            <a:buFont typeface="Wingdings" panose="05000000000000000000" pitchFamily="2" charset="2"/>
            <a:buNone/>
          </a:pPr>
          <a:r>
            <a:rPr lang="ja" sz="1400" b="1">
              <a:latin typeface="Yu Gothic" panose="020B0400000000000000" pitchFamily="34" charset="-128"/>
              <a:ea typeface="Yu Gothic" panose="020B0400000000000000" pitchFamily="34" charset="-128"/>
            </a:rPr>
            <a:t>GL社が調査提案書と商業見積もりを提出</a:t>
          </a:r>
          <a:endParaRPr lang="en-US" sz="1400" b="1">
            <a:latin typeface="Yu Gothic" panose="020B0400000000000000" pitchFamily="34" charset="-128"/>
            <a:ea typeface="Yu Gothic" panose="020B0400000000000000" pitchFamily="34" charset="-128"/>
            <a:cs typeface="+mn-cs"/>
          </a:endParaRPr>
        </a:p>
      </dgm:t>
    </dgm:pt>
    <dgm:pt modelId="{B720B080-81C1-4D4B-AAA9-AEC3B9065BFA}" type="parTrans" cxnId="{9EA0AAF0-F9C0-4199-AF7F-97D38F584205}">
      <dgm:prSet/>
      <dgm:spPr/>
      <dgm:t>
        <a:bodyPr/>
        <a:lstStyle/>
        <a:p>
          <a:endParaRPr lang="en-US"/>
        </a:p>
      </dgm:t>
    </dgm:pt>
    <dgm:pt modelId="{775E3B57-A83A-4709-ABE4-0779B9A1B3C0}" type="sibTrans" cxnId="{9EA0AAF0-F9C0-4199-AF7F-97D38F584205}">
      <dgm:prSet/>
      <dgm:spPr/>
      <dgm:t>
        <a:bodyPr/>
        <a:lstStyle/>
        <a:p>
          <a:endParaRPr lang="en-US"/>
        </a:p>
      </dgm:t>
    </dgm:pt>
    <dgm:pt modelId="{41D38756-3EFD-4292-A760-B436A1E640F7}" type="pres">
      <dgm:prSet presAssocID="{524BD910-BFE9-4901-8BA8-4DC2965C3806}" presName="Name0" presStyleCnt="0">
        <dgm:presLayoutVars>
          <dgm:dir/>
          <dgm:animLvl val="lvl"/>
          <dgm:resizeHandles val="exact"/>
        </dgm:presLayoutVars>
      </dgm:prSet>
      <dgm:spPr/>
    </dgm:pt>
    <dgm:pt modelId="{CF6704B4-C410-479D-BD1C-214D9766F599}" type="pres">
      <dgm:prSet presAssocID="{EA6C42CF-5B2A-4924-B55C-22FC8B1FF849}" presName="boxAndChildren" presStyleCnt="0"/>
      <dgm:spPr/>
    </dgm:pt>
    <dgm:pt modelId="{6B4C6F45-3833-4095-8C8F-D8FB2B7BB77A}" type="pres">
      <dgm:prSet presAssocID="{EA6C42CF-5B2A-4924-B55C-22FC8B1FF849}" presName="parentTextBox" presStyleLbl="node1" presStyleIdx="0" presStyleCnt="8"/>
      <dgm:spPr/>
    </dgm:pt>
    <dgm:pt modelId="{D644BFD3-3932-4F4E-A584-A23E55A28F3E}" type="pres">
      <dgm:prSet presAssocID="{15862E0F-184D-440F-B257-9C1D3EBA1F35}" presName="sp" presStyleCnt="0"/>
      <dgm:spPr/>
    </dgm:pt>
    <dgm:pt modelId="{D878F0A5-8AE7-48F8-B9BD-16CCAA10C194}" type="pres">
      <dgm:prSet presAssocID="{51475FE7-073D-4545-852F-CCB2D80E6545}" presName="arrowAndChildren" presStyleCnt="0"/>
      <dgm:spPr/>
    </dgm:pt>
    <dgm:pt modelId="{1865315A-7FC7-4987-A0EB-EEEAEA2883F1}" type="pres">
      <dgm:prSet presAssocID="{51475FE7-073D-4545-852F-CCB2D80E6545}" presName="parentTextArrow" presStyleLbl="node1" presStyleIdx="1" presStyleCnt="8"/>
      <dgm:spPr/>
    </dgm:pt>
    <dgm:pt modelId="{D53FE908-DE4D-43E5-B0D4-D11FE12C5108}" type="pres">
      <dgm:prSet presAssocID="{D87884EB-09A1-4568-8F3A-EF150FB90163}" presName="sp" presStyleCnt="0"/>
      <dgm:spPr/>
    </dgm:pt>
    <dgm:pt modelId="{269250E7-871D-4849-AF38-673E486C5ADF}" type="pres">
      <dgm:prSet presAssocID="{6653CED2-AA85-454A-BD40-F879C49D58ED}" presName="arrowAndChildren" presStyleCnt="0"/>
      <dgm:spPr/>
    </dgm:pt>
    <dgm:pt modelId="{2468488A-0AC6-41E8-8185-99A3E1030DA7}" type="pres">
      <dgm:prSet presAssocID="{6653CED2-AA85-454A-BD40-F879C49D58ED}" presName="parentTextArrow" presStyleLbl="node1" presStyleIdx="2" presStyleCnt="8"/>
      <dgm:spPr/>
    </dgm:pt>
    <dgm:pt modelId="{16FC5649-EBB3-4CE2-BAFF-C8D6C27722DA}" type="pres">
      <dgm:prSet presAssocID="{F8F06038-09F6-490C-9A34-A54E2E1A0792}" presName="sp" presStyleCnt="0"/>
      <dgm:spPr/>
    </dgm:pt>
    <dgm:pt modelId="{78016238-D206-45D2-91F0-49EB63411B5E}" type="pres">
      <dgm:prSet presAssocID="{A5DDD654-1B6D-4DD9-83CA-E22D457DC281}" presName="arrowAndChildren" presStyleCnt="0"/>
      <dgm:spPr/>
    </dgm:pt>
    <dgm:pt modelId="{2C6FB028-6C63-4238-B98B-8E463690C22B}" type="pres">
      <dgm:prSet presAssocID="{A5DDD654-1B6D-4DD9-83CA-E22D457DC281}" presName="parentTextArrow" presStyleLbl="node1" presStyleIdx="3" presStyleCnt="8"/>
      <dgm:spPr/>
    </dgm:pt>
    <dgm:pt modelId="{8E4D9FA0-A5B3-4FE2-9D44-682F40F53818}" type="pres">
      <dgm:prSet presAssocID="{352AAB66-020E-4D47-9699-396E26002BB5}" presName="sp" presStyleCnt="0"/>
      <dgm:spPr/>
    </dgm:pt>
    <dgm:pt modelId="{E477513F-6E5B-4D26-BE8C-B27C1F5EA2FC}" type="pres">
      <dgm:prSet presAssocID="{60F68AA6-4978-4AF5-B338-54E97FA69C72}" presName="arrowAndChildren" presStyleCnt="0"/>
      <dgm:spPr/>
    </dgm:pt>
    <dgm:pt modelId="{09A5CA86-5F72-48AE-A855-D989C388E702}" type="pres">
      <dgm:prSet presAssocID="{60F68AA6-4978-4AF5-B338-54E97FA69C72}" presName="parentTextArrow" presStyleLbl="node1" presStyleIdx="4" presStyleCnt="8"/>
      <dgm:spPr/>
    </dgm:pt>
    <dgm:pt modelId="{CF173008-04DC-49AA-B982-982B32C5C93D}" type="pres">
      <dgm:prSet presAssocID="{43566184-1C71-46E8-98D7-E1302CCB37A1}" presName="sp" presStyleCnt="0"/>
      <dgm:spPr/>
    </dgm:pt>
    <dgm:pt modelId="{EAF6BDB7-BE8D-465F-8CDE-A7E2ADE56F5A}" type="pres">
      <dgm:prSet presAssocID="{4CDF0615-9647-4634-96AA-08619CBCFF9D}" presName="arrowAndChildren" presStyleCnt="0"/>
      <dgm:spPr/>
    </dgm:pt>
    <dgm:pt modelId="{D5716CB2-85D2-45F2-8DC9-1A750F6BA96F}" type="pres">
      <dgm:prSet presAssocID="{4CDF0615-9647-4634-96AA-08619CBCFF9D}" presName="parentTextArrow" presStyleLbl="node1" presStyleIdx="5" presStyleCnt="8"/>
      <dgm:spPr/>
    </dgm:pt>
    <dgm:pt modelId="{2950A04E-51F4-40B0-9F6F-F3664E8881E4}" type="pres">
      <dgm:prSet presAssocID="{775E3B57-A83A-4709-ABE4-0779B9A1B3C0}" presName="sp" presStyleCnt="0"/>
      <dgm:spPr/>
    </dgm:pt>
    <dgm:pt modelId="{F5EBF321-4B1F-467D-A1DD-FEA93DA85CDE}" type="pres">
      <dgm:prSet presAssocID="{5D032E83-F098-4226-AC65-D17CCCD8AD6C}" presName="arrowAndChildren" presStyleCnt="0"/>
      <dgm:spPr/>
    </dgm:pt>
    <dgm:pt modelId="{27D80529-CC81-424A-94FB-F2B1C5191DF8}" type="pres">
      <dgm:prSet presAssocID="{5D032E83-F098-4226-AC65-D17CCCD8AD6C}" presName="parentTextArrow" presStyleLbl="node1" presStyleIdx="6" presStyleCnt="8"/>
      <dgm:spPr/>
    </dgm:pt>
    <dgm:pt modelId="{657879DB-F786-4B22-8EF5-91838454AAD9}" type="pres">
      <dgm:prSet presAssocID="{576B01C2-2789-4E28-8800-F86C4A490E0F}" presName="sp" presStyleCnt="0"/>
      <dgm:spPr/>
    </dgm:pt>
    <dgm:pt modelId="{7B0EDC29-75A2-42EE-AD0B-1AF5BF4094F0}" type="pres">
      <dgm:prSet presAssocID="{7AEB6C19-4923-48FA-8BBD-C39341B068BE}" presName="arrowAndChildren" presStyleCnt="0"/>
      <dgm:spPr/>
    </dgm:pt>
    <dgm:pt modelId="{AEE16106-F2F7-4829-B965-C8CA9BCA613A}" type="pres">
      <dgm:prSet presAssocID="{7AEB6C19-4923-48FA-8BBD-C39341B068BE}" presName="parentTextArrow" presStyleLbl="node1" presStyleIdx="7" presStyleCnt="8" custLinFactNeighborY="1365"/>
      <dgm:spPr/>
    </dgm:pt>
  </dgm:ptLst>
  <dgm:cxnLst>
    <dgm:cxn modelId="{BE425A0A-0148-485E-93F6-847446D02C44}" srcId="{524BD910-BFE9-4901-8BA8-4DC2965C3806}" destId="{EA6C42CF-5B2A-4924-B55C-22FC8B1FF849}" srcOrd="7" destOrd="0" parTransId="{2E090DE5-B5EF-4AEC-BC4D-A67C5BE446B6}" sibTransId="{39C9890E-CA2C-42D8-AB18-9A14534C61E3}"/>
    <dgm:cxn modelId="{FE93145F-6C52-4A84-B8D8-4D3C627042C2}" srcId="{524BD910-BFE9-4901-8BA8-4DC2965C3806}" destId="{4CDF0615-9647-4634-96AA-08619CBCFF9D}" srcOrd="2" destOrd="0" parTransId="{974CBBB5-2A3B-47A4-8B56-05C33C46C7C3}" sibTransId="{43566184-1C71-46E8-98D7-E1302CCB37A1}"/>
    <dgm:cxn modelId="{831E1B65-A14B-49DC-BC35-1E20570A58AD}" type="presOf" srcId="{60F68AA6-4978-4AF5-B338-54E97FA69C72}" destId="{09A5CA86-5F72-48AE-A855-D989C388E702}" srcOrd="0" destOrd="0" presId="urn:microsoft.com/office/officeart/2005/8/layout/process4"/>
    <dgm:cxn modelId="{9104E369-98AD-4A64-AB8F-EC312FEB52D9}" srcId="{524BD910-BFE9-4901-8BA8-4DC2965C3806}" destId="{60F68AA6-4978-4AF5-B338-54E97FA69C72}" srcOrd="3" destOrd="0" parTransId="{4EFDB33E-3234-4EF2-9055-AA8D64F97E65}" sibTransId="{352AAB66-020E-4D47-9699-396E26002BB5}"/>
    <dgm:cxn modelId="{CD996D82-9D73-4E89-A8C3-42C9BD449B7F}" type="presOf" srcId="{5D032E83-F098-4226-AC65-D17CCCD8AD6C}" destId="{27D80529-CC81-424A-94FB-F2B1C5191DF8}" srcOrd="0" destOrd="0" presId="urn:microsoft.com/office/officeart/2005/8/layout/process4"/>
    <dgm:cxn modelId="{8353D6A5-5D02-46EF-AFBA-EF2D5D5EC0C4}" srcId="{524BD910-BFE9-4901-8BA8-4DC2965C3806}" destId="{51475FE7-073D-4545-852F-CCB2D80E6545}" srcOrd="6" destOrd="0" parTransId="{489A5201-AC06-4C7B-A5C3-2AEBB4F55EC5}" sibTransId="{15862E0F-184D-440F-B257-9C1D3EBA1F35}"/>
    <dgm:cxn modelId="{885B87AC-22D4-4F04-8AF4-E02AC3D15BCB}" type="presOf" srcId="{7AEB6C19-4923-48FA-8BBD-C39341B068BE}" destId="{AEE16106-F2F7-4829-B965-C8CA9BCA613A}" srcOrd="0" destOrd="0" presId="urn:microsoft.com/office/officeart/2005/8/layout/process4"/>
    <dgm:cxn modelId="{14B38CB2-5D8C-4532-A5B5-F2AD75E2A148}" type="presOf" srcId="{51475FE7-073D-4545-852F-CCB2D80E6545}" destId="{1865315A-7FC7-4987-A0EB-EEEAEA2883F1}" srcOrd="0" destOrd="0" presId="urn:microsoft.com/office/officeart/2005/8/layout/process4"/>
    <dgm:cxn modelId="{EEBDCAB8-F9AD-47FD-9020-0DB4F313E912}" type="presOf" srcId="{6653CED2-AA85-454A-BD40-F879C49D58ED}" destId="{2468488A-0AC6-41E8-8185-99A3E1030DA7}" srcOrd="0" destOrd="0" presId="urn:microsoft.com/office/officeart/2005/8/layout/process4"/>
    <dgm:cxn modelId="{521DD0CB-30C1-41BC-92B7-2857CC14CBDA}" srcId="{524BD910-BFE9-4901-8BA8-4DC2965C3806}" destId="{A5DDD654-1B6D-4DD9-83CA-E22D457DC281}" srcOrd="4" destOrd="0" parTransId="{E1AB0F87-5A3A-4B76-BB90-8C4DC4574470}" sibTransId="{F8F06038-09F6-490C-9A34-A54E2E1A0792}"/>
    <dgm:cxn modelId="{150469D0-B2C4-41ED-9E5E-B3B45E8753B3}" srcId="{524BD910-BFE9-4901-8BA8-4DC2965C3806}" destId="{7AEB6C19-4923-48FA-8BBD-C39341B068BE}" srcOrd="0" destOrd="0" parTransId="{1A7BF900-1D91-4DBE-969B-D9F92548CED9}" sibTransId="{576B01C2-2789-4E28-8800-F86C4A490E0F}"/>
    <dgm:cxn modelId="{E924CDDE-0676-431D-BCDA-7E91DE65EC10}" srcId="{524BD910-BFE9-4901-8BA8-4DC2965C3806}" destId="{6653CED2-AA85-454A-BD40-F879C49D58ED}" srcOrd="5" destOrd="0" parTransId="{25625275-6078-4E17-8C72-0FDA932CE5DF}" sibTransId="{D87884EB-09A1-4568-8F3A-EF150FB90163}"/>
    <dgm:cxn modelId="{A7D9EADE-66AB-408E-A18D-CFD4342F7C0B}" type="presOf" srcId="{524BD910-BFE9-4901-8BA8-4DC2965C3806}" destId="{41D38756-3EFD-4292-A760-B436A1E640F7}" srcOrd="0" destOrd="0" presId="urn:microsoft.com/office/officeart/2005/8/layout/process4"/>
    <dgm:cxn modelId="{94D4A6E6-320A-45D4-BFDB-8371244655D0}" type="presOf" srcId="{4CDF0615-9647-4634-96AA-08619CBCFF9D}" destId="{D5716CB2-85D2-45F2-8DC9-1A750F6BA96F}" srcOrd="0" destOrd="0" presId="urn:microsoft.com/office/officeart/2005/8/layout/process4"/>
    <dgm:cxn modelId="{9EA0AAF0-F9C0-4199-AF7F-97D38F584205}" srcId="{524BD910-BFE9-4901-8BA8-4DC2965C3806}" destId="{5D032E83-F098-4226-AC65-D17CCCD8AD6C}" srcOrd="1" destOrd="0" parTransId="{B720B080-81C1-4D4B-AAA9-AEC3B9065BFA}" sibTransId="{775E3B57-A83A-4709-ABE4-0779B9A1B3C0}"/>
    <dgm:cxn modelId="{AF8CBAF1-6726-487D-A04C-E1EFBAC1BA6F}" type="presOf" srcId="{EA6C42CF-5B2A-4924-B55C-22FC8B1FF849}" destId="{6B4C6F45-3833-4095-8C8F-D8FB2B7BB77A}" srcOrd="0" destOrd="0" presId="urn:microsoft.com/office/officeart/2005/8/layout/process4"/>
    <dgm:cxn modelId="{7D418CFF-F8E0-483B-8837-2A7AE234255E}" type="presOf" srcId="{A5DDD654-1B6D-4DD9-83CA-E22D457DC281}" destId="{2C6FB028-6C63-4238-B98B-8E463690C22B}" srcOrd="0" destOrd="0" presId="urn:microsoft.com/office/officeart/2005/8/layout/process4"/>
    <dgm:cxn modelId="{C1718E00-36D7-4962-8759-328583E1A50D}" type="presParOf" srcId="{41D38756-3EFD-4292-A760-B436A1E640F7}" destId="{CF6704B4-C410-479D-BD1C-214D9766F599}" srcOrd="0" destOrd="0" presId="urn:microsoft.com/office/officeart/2005/8/layout/process4"/>
    <dgm:cxn modelId="{B4CA65AE-95B2-4262-A029-49AD73BC2FA6}" type="presParOf" srcId="{CF6704B4-C410-479D-BD1C-214D9766F599}" destId="{6B4C6F45-3833-4095-8C8F-D8FB2B7BB77A}" srcOrd="0" destOrd="0" presId="urn:microsoft.com/office/officeart/2005/8/layout/process4"/>
    <dgm:cxn modelId="{653BF764-851C-4EC4-993F-4394FA8D77B8}" type="presParOf" srcId="{41D38756-3EFD-4292-A760-B436A1E640F7}" destId="{D644BFD3-3932-4F4E-A584-A23E55A28F3E}" srcOrd="1" destOrd="0" presId="urn:microsoft.com/office/officeart/2005/8/layout/process4"/>
    <dgm:cxn modelId="{BACBCF96-378F-4C2D-B39C-12FF9E082B3E}" type="presParOf" srcId="{41D38756-3EFD-4292-A760-B436A1E640F7}" destId="{D878F0A5-8AE7-48F8-B9BD-16CCAA10C194}" srcOrd="2" destOrd="0" presId="urn:microsoft.com/office/officeart/2005/8/layout/process4"/>
    <dgm:cxn modelId="{20F6A4BE-0B4F-4C17-A57F-991B88C1FF5A}" type="presParOf" srcId="{D878F0A5-8AE7-48F8-B9BD-16CCAA10C194}" destId="{1865315A-7FC7-4987-A0EB-EEEAEA2883F1}" srcOrd="0" destOrd="0" presId="urn:microsoft.com/office/officeart/2005/8/layout/process4"/>
    <dgm:cxn modelId="{E70089FD-EB22-43D1-BFAC-97CC5FC24227}" type="presParOf" srcId="{41D38756-3EFD-4292-A760-B436A1E640F7}" destId="{D53FE908-DE4D-43E5-B0D4-D11FE12C5108}" srcOrd="3" destOrd="0" presId="urn:microsoft.com/office/officeart/2005/8/layout/process4"/>
    <dgm:cxn modelId="{7D323FB1-0AE3-410B-9F41-359C62FDB5D3}" type="presParOf" srcId="{41D38756-3EFD-4292-A760-B436A1E640F7}" destId="{269250E7-871D-4849-AF38-673E486C5ADF}" srcOrd="4" destOrd="0" presId="urn:microsoft.com/office/officeart/2005/8/layout/process4"/>
    <dgm:cxn modelId="{5C6CE6CF-9A76-4689-9799-595D6F951365}" type="presParOf" srcId="{269250E7-871D-4849-AF38-673E486C5ADF}" destId="{2468488A-0AC6-41E8-8185-99A3E1030DA7}" srcOrd="0" destOrd="0" presId="urn:microsoft.com/office/officeart/2005/8/layout/process4"/>
    <dgm:cxn modelId="{782AED51-421F-47E8-8FA3-AF338BADB258}" type="presParOf" srcId="{41D38756-3EFD-4292-A760-B436A1E640F7}" destId="{16FC5649-EBB3-4CE2-BAFF-C8D6C27722DA}" srcOrd="5" destOrd="0" presId="urn:microsoft.com/office/officeart/2005/8/layout/process4"/>
    <dgm:cxn modelId="{0984CEF2-8E68-4EF5-8258-13ABDC22EEED}" type="presParOf" srcId="{41D38756-3EFD-4292-A760-B436A1E640F7}" destId="{78016238-D206-45D2-91F0-49EB63411B5E}" srcOrd="6" destOrd="0" presId="urn:microsoft.com/office/officeart/2005/8/layout/process4"/>
    <dgm:cxn modelId="{1BD2163B-F34D-4716-907C-B032EEE880E5}" type="presParOf" srcId="{78016238-D206-45D2-91F0-49EB63411B5E}" destId="{2C6FB028-6C63-4238-B98B-8E463690C22B}" srcOrd="0" destOrd="0" presId="urn:microsoft.com/office/officeart/2005/8/layout/process4"/>
    <dgm:cxn modelId="{8184769E-6A35-4A11-93D7-F3E5B9C34841}" type="presParOf" srcId="{41D38756-3EFD-4292-A760-B436A1E640F7}" destId="{8E4D9FA0-A5B3-4FE2-9D44-682F40F53818}" srcOrd="7" destOrd="0" presId="urn:microsoft.com/office/officeart/2005/8/layout/process4"/>
    <dgm:cxn modelId="{CEDAA1F4-23CF-46E4-BE3D-8DDB49064B13}" type="presParOf" srcId="{41D38756-3EFD-4292-A760-B436A1E640F7}" destId="{E477513F-6E5B-4D26-BE8C-B27C1F5EA2FC}" srcOrd="8" destOrd="0" presId="urn:microsoft.com/office/officeart/2005/8/layout/process4"/>
    <dgm:cxn modelId="{48A55C02-39A5-4E42-9C70-394C77165F3C}" type="presParOf" srcId="{E477513F-6E5B-4D26-BE8C-B27C1F5EA2FC}" destId="{09A5CA86-5F72-48AE-A855-D989C388E702}" srcOrd="0" destOrd="0" presId="urn:microsoft.com/office/officeart/2005/8/layout/process4"/>
    <dgm:cxn modelId="{43D94932-D948-4F13-8583-DE1B448B8764}" type="presParOf" srcId="{41D38756-3EFD-4292-A760-B436A1E640F7}" destId="{CF173008-04DC-49AA-B982-982B32C5C93D}" srcOrd="9" destOrd="0" presId="urn:microsoft.com/office/officeart/2005/8/layout/process4"/>
    <dgm:cxn modelId="{BBDC6FA2-2070-401F-B4B1-6E59CCDA858F}" type="presParOf" srcId="{41D38756-3EFD-4292-A760-B436A1E640F7}" destId="{EAF6BDB7-BE8D-465F-8CDE-A7E2ADE56F5A}" srcOrd="10" destOrd="0" presId="urn:microsoft.com/office/officeart/2005/8/layout/process4"/>
    <dgm:cxn modelId="{AE2FE519-669A-4C78-89A6-69F3EAF2CF65}" type="presParOf" srcId="{EAF6BDB7-BE8D-465F-8CDE-A7E2ADE56F5A}" destId="{D5716CB2-85D2-45F2-8DC9-1A750F6BA96F}" srcOrd="0" destOrd="0" presId="urn:microsoft.com/office/officeart/2005/8/layout/process4"/>
    <dgm:cxn modelId="{9B703341-CC13-4F67-B11E-C9BE4C71042B}" type="presParOf" srcId="{41D38756-3EFD-4292-A760-B436A1E640F7}" destId="{2950A04E-51F4-40B0-9F6F-F3664E8881E4}" srcOrd="11" destOrd="0" presId="urn:microsoft.com/office/officeart/2005/8/layout/process4"/>
    <dgm:cxn modelId="{BA508019-42F7-4651-AB65-18589C03A1EB}" type="presParOf" srcId="{41D38756-3EFD-4292-A760-B436A1E640F7}" destId="{F5EBF321-4B1F-467D-A1DD-FEA93DA85CDE}" srcOrd="12" destOrd="0" presId="urn:microsoft.com/office/officeart/2005/8/layout/process4"/>
    <dgm:cxn modelId="{5438F39D-0168-4A4F-8D5C-0083EF95F94F}" type="presParOf" srcId="{F5EBF321-4B1F-467D-A1DD-FEA93DA85CDE}" destId="{27D80529-CC81-424A-94FB-F2B1C5191DF8}" srcOrd="0" destOrd="0" presId="urn:microsoft.com/office/officeart/2005/8/layout/process4"/>
    <dgm:cxn modelId="{7A31DB9C-B258-4216-9D0A-C82FC32BC357}" type="presParOf" srcId="{41D38756-3EFD-4292-A760-B436A1E640F7}" destId="{657879DB-F786-4B22-8EF5-91838454AAD9}" srcOrd="13" destOrd="0" presId="urn:microsoft.com/office/officeart/2005/8/layout/process4"/>
    <dgm:cxn modelId="{1037708C-B947-4917-83AE-5CC24F4CCE9B}" type="presParOf" srcId="{41D38756-3EFD-4292-A760-B436A1E640F7}" destId="{7B0EDC29-75A2-42EE-AD0B-1AF5BF4094F0}" srcOrd="14" destOrd="0" presId="urn:microsoft.com/office/officeart/2005/8/layout/process4"/>
    <dgm:cxn modelId="{69675C63-30E3-49D9-A44E-F0226539340B}" type="presParOf" srcId="{7B0EDC29-75A2-42EE-AD0B-1AF5BF4094F0}" destId="{AEE16106-F2F7-4829-B965-C8CA9BCA613A}"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24BD910-BFE9-4901-8BA8-4DC2965C3806}" type="doc">
      <dgm:prSet loTypeId="urn:microsoft.com/office/officeart/2005/8/layout/process4" loCatId="list" qsTypeId="urn:microsoft.com/office/officeart/2005/8/quickstyle/simple3" qsCatId="simple" csTypeId="urn:microsoft.com/office/officeart/2005/8/colors/accent1_1" csCatId="accent1" phldr="1"/>
      <dgm:spPr/>
      <dgm:t>
        <a:bodyPr/>
        <a:lstStyle/>
        <a:p>
          <a:endParaRPr lang="en-US"/>
        </a:p>
      </dgm:t>
    </dgm:pt>
    <dgm:pt modelId="{7AEB6C19-4923-48FA-8BBD-C39341B068BE}">
      <dgm:prSet phldrT="[Text]" custT="1"/>
      <dgm:spPr>
        <a:xfrm>
          <a:off x="421782" y="285882"/>
          <a:ext cx="8164173" cy="572063"/>
        </a:xfrm>
      </dgm:spPr>
      <dgm:t>
        <a:bodyPr/>
        <a:lstStyle/>
        <a:p>
          <a:pPr>
            <a:buSzPts val="1700"/>
            <a:buFont typeface="Wingdings" panose="05000000000000000000" pitchFamily="2" charset="2"/>
            <a:buNone/>
          </a:pPr>
          <a:r>
            <a:rPr lang="ja" sz="1400" b="1">
              <a:latin typeface="Yu Gothic" panose="020B0400000000000000" pitchFamily="34" charset="-128"/>
              <a:ea typeface="Yu Gothic" panose="020B0400000000000000" pitchFamily="34" charset="-128"/>
              <a:cs typeface="+mn-cs"/>
            </a:rPr>
            <a:t>3月末</a:t>
          </a:r>
        </a:p>
      </dgm:t>
    </dgm:pt>
    <dgm:pt modelId="{1A7BF900-1D91-4DBE-969B-D9F92548CED9}" type="parTrans" cxnId="{150469D0-B2C4-41ED-9E5E-B3B45E8753B3}">
      <dgm:prSet/>
      <dgm:spPr/>
      <dgm:t>
        <a:bodyPr/>
        <a:lstStyle/>
        <a:p>
          <a:endParaRPr lang="en-US"/>
        </a:p>
      </dgm:t>
    </dgm:pt>
    <dgm:pt modelId="{576B01C2-2789-4E28-8800-F86C4A490E0F}" type="sibTrans" cxnId="{150469D0-B2C4-41ED-9E5E-B3B45E8753B3}">
      <dgm:prSet/>
      <dgm:spPr>
        <a:xfrm>
          <a:off x="-4203511" y="-644992"/>
          <a:ext cx="5008544" cy="5008544"/>
        </a:xfrm>
        <a:prstGeom prst="blockArc">
          <a:avLst>
            <a:gd name="adj1" fmla="val 18900000"/>
            <a:gd name="adj2" fmla="val 2700000"/>
            <a:gd name="adj3" fmla="val 431"/>
          </a:avLst>
        </a:prstGeom>
      </dgm:spPr>
      <dgm:t>
        <a:bodyPr/>
        <a:lstStyle/>
        <a:p>
          <a:endParaRPr lang="en-US"/>
        </a:p>
      </dgm:t>
    </dgm:pt>
    <dgm:pt modelId="{4CDF0615-9647-4634-96AA-08619CBCFF9D}">
      <dgm:prSet custT="1"/>
      <dgm:spPr>
        <a:xfrm>
          <a:off x="749759" y="1144126"/>
          <a:ext cx="7836196" cy="572063"/>
        </a:xfrm>
      </dgm:spPr>
      <dgm:t>
        <a:bodyPr/>
        <a:lstStyle/>
        <a:p>
          <a:pPr>
            <a:buNone/>
          </a:pPr>
          <a:r>
            <a:rPr lang="ja" sz="1400" b="1" dirty="0">
              <a:latin typeface="Yu Gothic" panose="020B0400000000000000" pitchFamily="34" charset="-128"/>
              <a:ea typeface="Yu Gothic" panose="020B0400000000000000" pitchFamily="34" charset="-128"/>
            </a:rPr>
            <a:t>4月</a:t>
          </a:r>
          <a:endParaRPr lang="en-US" sz="1400" b="1" dirty="0">
            <a:latin typeface="Yu Gothic" panose="020B0400000000000000" pitchFamily="34" charset="-128"/>
            <a:ea typeface="Yu Gothic" panose="020B0400000000000000" pitchFamily="34" charset="-128"/>
            <a:cs typeface="Helvetica Neue Light"/>
          </a:endParaRPr>
        </a:p>
      </dgm:t>
    </dgm:pt>
    <dgm:pt modelId="{974CBBB5-2A3B-47A4-8B56-05C33C46C7C3}" type="parTrans" cxnId="{FE93145F-6C52-4A84-B8D8-4D3C627042C2}">
      <dgm:prSet/>
      <dgm:spPr/>
      <dgm:t>
        <a:bodyPr/>
        <a:lstStyle/>
        <a:p>
          <a:endParaRPr lang="en-US"/>
        </a:p>
      </dgm:t>
    </dgm:pt>
    <dgm:pt modelId="{43566184-1C71-46E8-98D7-E1302CCB37A1}" type="sibTrans" cxnId="{FE93145F-6C52-4A84-B8D8-4D3C627042C2}">
      <dgm:prSet/>
      <dgm:spPr/>
      <dgm:t>
        <a:bodyPr/>
        <a:lstStyle/>
        <a:p>
          <a:endParaRPr lang="en-US"/>
        </a:p>
      </dgm:t>
    </dgm:pt>
    <dgm:pt modelId="{A5DDD654-1B6D-4DD9-83CA-E22D457DC281}">
      <dgm:prSet custT="1"/>
      <dgm:spPr>
        <a:xfrm>
          <a:off x="749759" y="2002370"/>
          <a:ext cx="7836196" cy="572063"/>
        </a:xfrm>
      </dgm:spPr>
      <dgm:t>
        <a:bodyPr/>
        <a:lstStyle/>
        <a:p>
          <a:pPr>
            <a:buNone/>
          </a:pPr>
          <a:r>
            <a:rPr lang="ja" sz="1400" b="1">
              <a:latin typeface="Yu Gothic" panose="020B0400000000000000" pitchFamily="34" charset="-128"/>
              <a:ea typeface="Yu Gothic" panose="020B0400000000000000" pitchFamily="34" charset="-128"/>
              <a:cs typeface="+mn-cs"/>
            </a:rPr>
            <a:t>5月上旬</a:t>
          </a:r>
        </a:p>
      </dgm:t>
    </dgm:pt>
    <dgm:pt modelId="{E1AB0F87-5A3A-4B76-BB90-8C4DC4574470}" type="parTrans" cxnId="{521DD0CB-30C1-41BC-92B7-2857CC14CBDA}">
      <dgm:prSet/>
      <dgm:spPr/>
      <dgm:t>
        <a:bodyPr/>
        <a:lstStyle/>
        <a:p>
          <a:endParaRPr lang="en-US"/>
        </a:p>
      </dgm:t>
    </dgm:pt>
    <dgm:pt modelId="{F8F06038-09F6-490C-9A34-A54E2E1A0792}" type="sibTrans" cxnId="{521DD0CB-30C1-41BC-92B7-2857CC14CBDA}">
      <dgm:prSet/>
      <dgm:spPr/>
      <dgm:t>
        <a:bodyPr/>
        <a:lstStyle/>
        <a:p>
          <a:endParaRPr lang="en-US"/>
        </a:p>
      </dgm:t>
    </dgm:pt>
    <dgm:pt modelId="{51475FE7-073D-4545-852F-CCB2D80E6545}">
      <dgm:prSet custT="1"/>
      <dgm:spPr>
        <a:xfrm>
          <a:off x="421782" y="2860613"/>
          <a:ext cx="8164173" cy="572063"/>
        </a:xfrm>
      </dgm:spPr>
      <dgm:t>
        <a:bodyPr/>
        <a:lstStyle/>
        <a:p>
          <a:pPr>
            <a:buNone/>
          </a:pPr>
          <a:r>
            <a:rPr lang="ja" sz="1400" b="1">
              <a:latin typeface="Yu Gothic" panose="020B0400000000000000" pitchFamily="34" charset="-128"/>
              <a:ea typeface="Yu Gothic" panose="020B0400000000000000" pitchFamily="34" charset="-128"/>
              <a:sym typeface="Helvetica Neue Light"/>
            </a:rPr>
            <a:t>5月中旬</a:t>
          </a:r>
        </a:p>
      </dgm:t>
    </dgm:pt>
    <dgm:pt modelId="{489A5201-AC06-4C7B-A5C3-2AEBB4F55EC5}" type="parTrans" cxnId="{8353D6A5-5D02-46EF-AFBA-EF2D5D5EC0C4}">
      <dgm:prSet/>
      <dgm:spPr/>
      <dgm:t>
        <a:bodyPr/>
        <a:lstStyle/>
        <a:p>
          <a:endParaRPr lang="en-US"/>
        </a:p>
      </dgm:t>
    </dgm:pt>
    <dgm:pt modelId="{15862E0F-184D-440F-B257-9C1D3EBA1F35}" type="sibTrans" cxnId="{8353D6A5-5D02-46EF-AFBA-EF2D5D5EC0C4}">
      <dgm:prSet/>
      <dgm:spPr/>
      <dgm:t>
        <a:bodyPr/>
        <a:lstStyle/>
        <a:p>
          <a:endParaRPr lang="en-US"/>
        </a:p>
      </dgm:t>
    </dgm:pt>
    <dgm:pt modelId="{6653CED2-AA85-454A-BD40-F879C49D58ED}">
      <dgm:prSet phldr="0" custT="1"/>
      <dgm:spPr/>
      <dgm:t>
        <a:bodyPr/>
        <a:lstStyle/>
        <a:p>
          <a:pPr rtl="0"/>
          <a:r>
            <a:rPr lang="ja" sz="1400" b="1">
              <a:latin typeface="Yu Gothic" panose="020B0400000000000000" pitchFamily="34" charset="-128"/>
              <a:ea typeface="Yu Gothic" panose="020B0400000000000000" pitchFamily="34" charset="-128"/>
              <a:sym typeface="Helvetica Neue Light"/>
            </a:rPr>
            <a:t>5月上旬</a:t>
          </a:r>
        </a:p>
      </dgm:t>
    </dgm:pt>
    <dgm:pt modelId="{25625275-6078-4E17-8C72-0FDA932CE5DF}" type="parTrans" cxnId="{E924CDDE-0676-431D-BCDA-7E91DE65EC10}">
      <dgm:prSet/>
      <dgm:spPr/>
      <dgm:t>
        <a:bodyPr/>
        <a:lstStyle/>
        <a:p>
          <a:endParaRPr kumimoji="1" lang="ja-JP" altLang="en-US"/>
        </a:p>
      </dgm:t>
    </dgm:pt>
    <dgm:pt modelId="{D87884EB-09A1-4568-8F3A-EF150FB90163}" type="sibTrans" cxnId="{E924CDDE-0676-431D-BCDA-7E91DE65EC10}">
      <dgm:prSet/>
      <dgm:spPr/>
      <dgm:t>
        <a:bodyPr/>
        <a:lstStyle/>
        <a:p>
          <a:endParaRPr kumimoji="1" lang="ja-JP" altLang="en-US"/>
        </a:p>
      </dgm:t>
    </dgm:pt>
    <dgm:pt modelId="{EA6C42CF-5B2A-4924-B55C-22FC8B1FF849}">
      <dgm:prSet phldr="0" custT="1"/>
      <dgm:spPr/>
      <dgm:t>
        <a:bodyPr/>
        <a:lstStyle/>
        <a:p>
          <a:pPr rtl="0"/>
          <a:r>
            <a:rPr lang="ja" sz="1400" b="1">
              <a:latin typeface="Yu Gothic" panose="020B0400000000000000" pitchFamily="34" charset="-128"/>
              <a:ea typeface="Yu Gothic" panose="020B0400000000000000" pitchFamily="34" charset="-128"/>
              <a:sym typeface="Helvetica Neue Light"/>
            </a:rPr>
            <a:t>5月末</a:t>
          </a:r>
        </a:p>
      </dgm:t>
    </dgm:pt>
    <dgm:pt modelId="{2E090DE5-B5EF-4AEC-BC4D-A67C5BE446B6}" type="parTrans" cxnId="{BE425A0A-0148-485E-93F6-847446D02C44}">
      <dgm:prSet/>
      <dgm:spPr/>
      <dgm:t>
        <a:bodyPr/>
        <a:lstStyle/>
        <a:p>
          <a:endParaRPr kumimoji="1" lang="ja-JP" altLang="en-US"/>
        </a:p>
      </dgm:t>
    </dgm:pt>
    <dgm:pt modelId="{39C9890E-CA2C-42D8-AB18-9A14534C61E3}" type="sibTrans" cxnId="{BE425A0A-0148-485E-93F6-847446D02C44}">
      <dgm:prSet/>
      <dgm:spPr/>
      <dgm:t>
        <a:bodyPr/>
        <a:lstStyle/>
        <a:p>
          <a:endParaRPr kumimoji="1" lang="ja-JP" altLang="en-US"/>
        </a:p>
      </dgm:t>
    </dgm:pt>
    <dgm:pt modelId="{60F68AA6-4978-4AF5-B338-54E97FA69C72}">
      <dgm:prSet custT="1"/>
      <dgm:spPr>
        <a:xfrm>
          <a:off x="749759" y="1144126"/>
          <a:ext cx="7836196" cy="572063"/>
        </a:xfrm>
      </dgm:spPr>
      <dgm:t>
        <a:bodyPr/>
        <a:lstStyle/>
        <a:p>
          <a:pPr>
            <a:buNone/>
          </a:pPr>
          <a:r>
            <a:rPr lang="ja" sz="1400" b="1">
              <a:latin typeface="Yu Gothic" panose="020B0400000000000000" pitchFamily="34" charset="-128"/>
              <a:ea typeface="Yu Gothic" panose="020B0400000000000000" pitchFamily="34" charset="-128"/>
              <a:cs typeface="Helvetica Neue Light"/>
            </a:rPr>
            <a:t>4月末</a:t>
          </a:r>
        </a:p>
      </dgm:t>
    </dgm:pt>
    <dgm:pt modelId="{4EFDB33E-3234-4EF2-9055-AA8D64F97E65}" type="parTrans" cxnId="{9104E369-98AD-4A64-AB8F-EC312FEB52D9}">
      <dgm:prSet/>
      <dgm:spPr/>
      <dgm:t>
        <a:bodyPr/>
        <a:lstStyle/>
        <a:p>
          <a:endParaRPr lang="en-US"/>
        </a:p>
      </dgm:t>
    </dgm:pt>
    <dgm:pt modelId="{352AAB66-020E-4D47-9699-396E26002BB5}" type="sibTrans" cxnId="{9104E369-98AD-4A64-AB8F-EC312FEB52D9}">
      <dgm:prSet/>
      <dgm:spPr/>
      <dgm:t>
        <a:bodyPr/>
        <a:lstStyle/>
        <a:p>
          <a:endParaRPr lang="en-US"/>
        </a:p>
      </dgm:t>
    </dgm:pt>
    <dgm:pt modelId="{5D032E83-F098-4226-AC65-D17CCCD8AD6C}">
      <dgm:prSet phldrT="[Text]" custT="1"/>
      <dgm:spPr>
        <a:xfrm>
          <a:off x="421782" y="285882"/>
          <a:ext cx="8164173" cy="572063"/>
        </a:xfrm>
      </dgm:spPr>
      <dgm:t>
        <a:bodyPr/>
        <a:lstStyle/>
        <a:p>
          <a:pPr>
            <a:buSzPts val="1700"/>
            <a:buFont typeface="Wingdings" panose="05000000000000000000" pitchFamily="2" charset="2"/>
            <a:buNone/>
          </a:pPr>
          <a:r>
            <a:rPr lang="ja" sz="1400" b="1">
              <a:latin typeface="Yu Gothic" panose="020B0400000000000000" pitchFamily="34" charset="-128"/>
              <a:ea typeface="Yu Gothic" panose="020B0400000000000000" pitchFamily="34" charset="-128"/>
            </a:rPr>
            <a:t>4月</a:t>
          </a:r>
          <a:endParaRPr lang="en-US" sz="1400" b="1">
            <a:latin typeface="Yu Gothic" panose="020B0400000000000000" pitchFamily="34" charset="-128"/>
            <a:ea typeface="Yu Gothic" panose="020B0400000000000000" pitchFamily="34" charset="-128"/>
            <a:cs typeface="+mn-cs"/>
          </a:endParaRPr>
        </a:p>
      </dgm:t>
    </dgm:pt>
    <dgm:pt modelId="{B720B080-81C1-4D4B-AAA9-AEC3B9065BFA}" type="parTrans" cxnId="{9EA0AAF0-F9C0-4199-AF7F-97D38F584205}">
      <dgm:prSet/>
      <dgm:spPr/>
      <dgm:t>
        <a:bodyPr/>
        <a:lstStyle/>
        <a:p>
          <a:endParaRPr lang="en-US"/>
        </a:p>
      </dgm:t>
    </dgm:pt>
    <dgm:pt modelId="{775E3B57-A83A-4709-ABE4-0779B9A1B3C0}" type="sibTrans" cxnId="{9EA0AAF0-F9C0-4199-AF7F-97D38F584205}">
      <dgm:prSet/>
      <dgm:spPr/>
      <dgm:t>
        <a:bodyPr/>
        <a:lstStyle/>
        <a:p>
          <a:endParaRPr lang="en-US"/>
        </a:p>
      </dgm:t>
    </dgm:pt>
    <dgm:pt modelId="{41D38756-3EFD-4292-A760-B436A1E640F7}" type="pres">
      <dgm:prSet presAssocID="{524BD910-BFE9-4901-8BA8-4DC2965C3806}" presName="Name0" presStyleCnt="0">
        <dgm:presLayoutVars>
          <dgm:dir/>
          <dgm:animLvl val="lvl"/>
          <dgm:resizeHandles val="exact"/>
        </dgm:presLayoutVars>
      </dgm:prSet>
      <dgm:spPr/>
    </dgm:pt>
    <dgm:pt modelId="{CF6704B4-C410-479D-BD1C-214D9766F599}" type="pres">
      <dgm:prSet presAssocID="{EA6C42CF-5B2A-4924-B55C-22FC8B1FF849}" presName="boxAndChildren" presStyleCnt="0"/>
      <dgm:spPr/>
    </dgm:pt>
    <dgm:pt modelId="{6B4C6F45-3833-4095-8C8F-D8FB2B7BB77A}" type="pres">
      <dgm:prSet presAssocID="{EA6C42CF-5B2A-4924-B55C-22FC8B1FF849}" presName="parentTextBox" presStyleLbl="node1" presStyleIdx="0" presStyleCnt="8"/>
      <dgm:spPr/>
    </dgm:pt>
    <dgm:pt modelId="{D644BFD3-3932-4F4E-A584-A23E55A28F3E}" type="pres">
      <dgm:prSet presAssocID="{15862E0F-184D-440F-B257-9C1D3EBA1F35}" presName="sp" presStyleCnt="0"/>
      <dgm:spPr/>
    </dgm:pt>
    <dgm:pt modelId="{D878F0A5-8AE7-48F8-B9BD-16CCAA10C194}" type="pres">
      <dgm:prSet presAssocID="{51475FE7-073D-4545-852F-CCB2D80E6545}" presName="arrowAndChildren" presStyleCnt="0"/>
      <dgm:spPr/>
    </dgm:pt>
    <dgm:pt modelId="{1865315A-7FC7-4987-A0EB-EEEAEA2883F1}" type="pres">
      <dgm:prSet presAssocID="{51475FE7-073D-4545-852F-CCB2D80E6545}" presName="parentTextArrow" presStyleLbl="node1" presStyleIdx="1" presStyleCnt="8"/>
      <dgm:spPr/>
    </dgm:pt>
    <dgm:pt modelId="{D53FE908-DE4D-43E5-B0D4-D11FE12C5108}" type="pres">
      <dgm:prSet presAssocID="{D87884EB-09A1-4568-8F3A-EF150FB90163}" presName="sp" presStyleCnt="0"/>
      <dgm:spPr/>
    </dgm:pt>
    <dgm:pt modelId="{269250E7-871D-4849-AF38-673E486C5ADF}" type="pres">
      <dgm:prSet presAssocID="{6653CED2-AA85-454A-BD40-F879C49D58ED}" presName="arrowAndChildren" presStyleCnt="0"/>
      <dgm:spPr/>
    </dgm:pt>
    <dgm:pt modelId="{2468488A-0AC6-41E8-8185-99A3E1030DA7}" type="pres">
      <dgm:prSet presAssocID="{6653CED2-AA85-454A-BD40-F879C49D58ED}" presName="parentTextArrow" presStyleLbl="node1" presStyleIdx="2" presStyleCnt="8"/>
      <dgm:spPr/>
    </dgm:pt>
    <dgm:pt modelId="{16FC5649-EBB3-4CE2-BAFF-C8D6C27722DA}" type="pres">
      <dgm:prSet presAssocID="{F8F06038-09F6-490C-9A34-A54E2E1A0792}" presName="sp" presStyleCnt="0"/>
      <dgm:spPr/>
    </dgm:pt>
    <dgm:pt modelId="{78016238-D206-45D2-91F0-49EB63411B5E}" type="pres">
      <dgm:prSet presAssocID="{A5DDD654-1B6D-4DD9-83CA-E22D457DC281}" presName="arrowAndChildren" presStyleCnt="0"/>
      <dgm:spPr/>
    </dgm:pt>
    <dgm:pt modelId="{2C6FB028-6C63-4238-B98B-8E463690C22B}" type="pres">
      <dgm:prSet presAssocID="{A5DDD654-1B6D-4DD9-83CA-E22D457DC281}" presName="parentTextArrow" presStyleLbl="node1" presStyleIdx="3" presStyleCnt="8"/>
      <dgm:spPr/>
    </dgm:pt>
    <dgm:pt modelId="{8E4D9FA0-A5B3-4FE2-9D44-682F40F53818}" type="pres">
      <dgm:prSet presAssocID="{352AAB66-020E-4D47-9699-396E26002BB5}" presName="sp" presStyleCnt="0"/>
      <dgm:spPr/>
    </dgm:pt>
    <dgm:pt modelId="{E477513F-6E5B-4D26-BE8C-B27C1F5EA2FC}" type="pres">
      <dgm:prSet presAssocID="{60F68AA6-4978-4AF5-B338-54E97FA69C72}" presName="arrowAndChildren" presStyleCnt="0"/>
      <dgm:spPr/>
    </dgm:pt>
    <dgm:pt modelId="{09A5CA86-5F72-48AE-A855-D989C388E702}" type="pres">
      <dgm:prSet presAssocID="{60F68AA6-4978-4AF5-B338-54E97FA69C72}" presName="parentTextArrow" presStyleLbl="node1" presStyleIdx="4" presStyleCnt="8"/>
      <dgm:spPr/>
    </dgm:pt>
    <dgm:pt modelId="{CF173008-04DC-49AA-B982-982B32C5C93D}" type="pres">
      <dgm:prSet presAssocID="{43566184-1C71-46E8-98D7-E1302CCB37A1}" presName="sp" presStyleCnt="0"/>
      <dgm:spPr/>
    </dgm:pt>
    <dgm:pt modelId="{EAF6BDB7-BE8D-465F-8CDE-A7E2ADE56F5A}" type="pres">
      <dgm:prSet presAssocID="{4CDF0615-9647-4634-96AA-08619CBCFF9D}" presName="arrowAndChildren" presStyleCnt="0"/>
      <dgm:spPr/>
    </dgm:pt>
    <dgm:pt modelId="{D5716CB2-85D2-45F2-8DC9-1A750F6BA96F}" type="pres">
      <dgm:prSet presAssocID="{4CDF0615-9647-4634-96AA-08619CBCFF9D}" presName="parentTextArrow" presStyleLbl="node1" presStyleIdx="5" presStyleCnt="8" custLinFactNeighborX="391"/>
      <dgm:spPr/>
    </dgm:pt>
    <dgm:pt modelId="{2950A04E-51F4-40B0-9F6F-F3664E8881E4}" type="pres">
      <dgm:prSet presAssocID="{775E3B57-A83A-4709-ABE4-0779B9A1B3C0}" presName="sp" presStyleCnt="0"/>
      <dgm:spPr/>
    </dgm:pt>
    <dgm:pt modelId="{F5EBF321-4B1F-467D-A1DD-FEA93DA85CDE}" type="pres">
      <dgm:prSet presAssocID="{5D032E83-F098-4226-AC65-D17CCCD8AD6C}" presName="arrowAndChildren" presStyleCnt="0"/>
      <dgm:spPr/>
    </dgm:pt>
    <dgm:pt modelId="{27D80529-CC81-424A-94FB-F2B1C5191DF8}" type="pres">
      <dgm:prSet presAssocID="{5D032E83-F098-4226-AC65-D17CCCD8AD6C}" presName="parentTextArrow" presStyleLbl="node1" presStyleIdx="6" presStyleCnt="8"/>
      <dgm:spPr/>
    </dgm:pt>
    <dgm:pt modelId="{657879DB-F786-4B22-8EF5-91838454AAD9}" type="pres">
      <dgm:prSet presAssocID="{576B01C2-2789-4E28-8800-F86C4A490E0F}" presName="sp" presStyleCnt="0"/>
      <dgm:spPr/>
    </dgm:pt>
    <dgm:pt modelId="{7B0EDC29-75A2-42EE-AD0B-1AF5BF4094F0}" type="pres">
      <dgm:prSet presAssocID="{7AEB6C19-4923-48FA-8BBD-C39341B068BE}" presName="arrowAndChildren" presStyleCnt="0"/>
      <dgm:spPr/>
    </dgm:pt>
    <dgm:pt modelId="{AEE16106-F2F7-4829-B965-C8CA9BCA613A}" type="pres">
      <dgm:prSet presAssocID="{7AEB6C19-4923-48FA-8BBD-C39341B068BE}" presName="parentTextArrow" presStyleLbl="node1" presStyleIdx="7" presStyleCnt="8" custLinFactNeighborX="20033" custLinFactNeighborY="-24464"/>
      <dgm:spPr/>
    </dgm:pt>
  </dgm:ptLst>
  <dgm:cxnLst>
    <dgm:cxn modelId="{BE425A0A-0148-485E-93F6-847446D02C44}" srcId="{524BD910-BFE9-4901-8BA8-4DC2965C3806}" destId="{EA6C42CF-5B2A-4924-B55C-22FC8B1FF849}" srcOrd="7" destOrd="0" parTransId="{2E090DE5-B5EF-4AEC-BC4D-A67C5BE446B6}" sibTransId="{39C9890E-CA2C-42D8-AB18-9A14534C61E3}"/>
    <dgm:cxn modelId="{FE93145F-6C52-4A84-B8D8-4D3C627042C2}" srcId="{524BD910-BFE9-4901-8BA8-4DC2965C3806}" destId="{4CDF0615-9647-4634-96AA-08619CBCFF9D}" srcOrd="2" destOrd="0" parTransId="{974CBBB5-2A3B-47A4-8B56-05C33C46C7C3}" sibTransId="{43566184-1C71-46E8-98D7-E1302CCB37A1}"/>
    <dgm:cxn modelId="{831E1B65-A14B-49DC-BC35-1E20570A58AD}" type="presOf" srcId="{60F68AA6-4978-4AF5-B338-54E97FA69C72}" destId="{09A5CA86-5F72-48AE-A855-D989C388E702}" srcOrd="0" destOrd="0" presId="urn:microsoft.com/office/officeart/2005/8/layout/process4"/>
    <dgm:cxn modelId="{9104E369-98AD-4A64-AB8F-EC312FEB52D9}" srcId="{524BD910-BFE9-4901-8BA8-4DC2965C3806}" destId="{60F68AA6-4978-4AF5-B338-54E97FA69C72}" srcOrd="3" destOrd="0" parTransId="{4EFDB33E-3234-4EF2-9055-AA8D64F97E65}" sibTransId="{352AAB66-020E-4D47-9699-396E26002BB5}"/>
    <dgm:cxn modelId="{CD996D82-9D73-4E89-A8C3-42C9BD449B7F}" type="presOf" srcId="{5D032E83-F098-4226-AC65-D17CCCD8AD6C}" destId="{27D80529-CC81-424A-94FB-F2B1C5191DF8}" srcOrd="0" destOrd="0" presId="urn:microsoft.com/office/officeart/2005/8/layout/process4"/>
    <dgm:cxn modelId="{8353D6A5-5D02-46EF-AFBA-EF2D5D5EC0C4}" srcId="{524BD910-BFE9-4901-8BA8-4DC2965C3806}" destId="{51475FE7-073D-4545-852F-CCB2D80E6545}" srcOrd="6" destOrd="0" parTransId="{489A5201-AC06-4C7B-A5C3-2AEBB4F55EC5}" sibTransId="{15862E0F-184D-440F-B257-9C1D3EBA1F35}"/>
    <dgm:cxn modelId="{885B87AC-22D4-4F04-8AF4-E02AC3D15BCB}" type="presOf" srcId="{7AEB6C19-4923-48FA-8BBD-C39341B068BE}" destId="{AEE16106-F2F7-4829-B965-C8CA9BCA613A}" srcOrd="0" destOrd="0" presId="urn:microsoft.com/office/officeart/2005/8/layout/process4"/>
    <dgm:cxn modelId="{14B38CB2-5D8C-4532-A5B5-F2AD75E2A148}" type="presOf" srcId="{51475FE7-073D-4545-852F-CCB2D80E6545}" destId="{1865315A-7FC7-4987-A0EB-EEEAEA2883F1}" srcOrd="0" destOrd="0" presId="urn:microsoft.com/office/officeart/2005/8/layout/process4"/>
    <dgm:cxn modelId="{EEBDCAB8-F9AD-47FD-9020-0DB4F313E912}" type="presOf" srcId="{6653CED2-AA85-454A-BD40-F879C49D58ED}" destId="{2468488A-0AC6-41E8-8185-99A3E1030DA7}" srcOrd="0" destOrd="0" presId="urn:microsoft.com/office/officeart/2005/8/layout/process4"/>
    <dgm:cxn modelId="{521DD0CB-30C1-41BC-92B7-2857CC14CBDA}" srcId="{524BD910-BFE9-4901-8BA8-4DC2965C3806}" destId="{A5DDD654-1B6D-4DD9-83CA-E22D457DC281}" srcOrd="4" destOrd="0" parTransId="{E1AB0F87-5A3A-4B76-BB90-8C4DC4574470}" sibTransId="{F8F06038-09F6-490C-9A34-A54E2E1A0792}"/>
    <dgm:cxn modelId="{150469D0-B2C4-41ED-9E5E-B3B45E8753B3}" srcId="{524BD910-BFE9-4901-8BA8-4DC2965C3806}" destId="{7AEB6C19-4923-48FA-8BBD-C39341B068BE}" srcOrd="0" destOrd="0" parTransId="{1A7BF900-1D91-4DBE-969B-D9F92548CED9}" sibTransId="{576B01C2-2789-4E28-8800-F86C4A490E0F}"/>
    <dgm:cxn modelId="{E924CDDE-0676-431D-BCDA-7E91DE65EC10}" srcId="{524BD910-BFE9-4901-8BA8-4DC2965C3806}" destId="{6653CED2-AA85-454A-BD40-F879C49D58ED}" srcOrd="5" destOrd="0" parTransId="{25625275-6078-4E17-8C72-0FDA932CE5DF}" sibTransId="{D87884EB-09A1-4568-8F3A-EF150FB90163}"/>
    <dgm:cxn modelId="{A7D9EADE-66AB-408E-A18D-CFD4342F7C0B}" type="presOf" srcId="{524BD910-BFE9-4901-8BA8-4DC2965C3806}" destId="{41D38756-3EFD-4292-A760-B436A1E640F7}" srcOrd="0" destOrd="0" presId="urn:microsoft.com/office/officeart/2005/8/layout/process4"/>
    <dgm:cxn modelId="{94D4A6E6-320A-45D4-BFDB-8371244655D0}" type="presOf" srcId="{4CDF0615-9647-4634-96AA-08619CBCFF9D}" destId="{D5716CB2-85D2-45F2-8DC9-1A750F6BA96F}" srcOrd="0" destOrd="0" presId="urn:microsoft.com/office/officeart/2005/8/layout/process4"/>
    <dgm:cxn modelId="{9EA0AAF0-F9C0-4199-AF7F-97D38F584205}" srcId="{524BD910-BFE9-4901-8BA8-4DC2965C3806}" destId="{5D032E83-F098-4226-AC65-D17CCCD8AD6C}" srcOrd="1" destOrd="0" parTransId="{B720B080-81C1-4D4B-AAA9-AEC3B9065BFA}" sibTransId="{775E3B57-A83A-4709-ABE4-0779B9A1B3C0}"/>
    <dgm:cxn modelId="{AF8CBAF1-6726-487D-A04C-E1EFBAC1BA6F}" type="presOf" srcId="{EA6C42CF-5B2A-4924-B55C-22FC8B1FF849}" destId="{6B4C6F45-3833-4095-8C8F-D8FB2B7BB77A}" srcOrd="0" destOrd="0" presId="urn:microsoft.com/office/officeart/2005/8/layout/process4"/>
    <dgm:cxn modelId="{7D418CFF-F8E0-483B-8837-2A7AE234255E}" type="presOf" srcId="{A5DDD654-1B6D-4DD9-83CA-E22D457DC281}" destId="{2C6FB028-6C63-4238-B98B-8E463690C22B}" srcOrd="0" destOrd="0" presId="urn:microsoft.com/office/officeart/2005/8/layout/process4"/>
    <dgm:cxn modelId="{C1718E00-36D7-4962-8759-328583E1A50D}" type="presParOf" srcId="{41D38756-3EFD-4292-A760-B436A1E640F7}" destId="{CF6704B4-C410-479D-BD1C-214D9766F599}" srcOrd="0" destOrd="0" presId="urn:microsoft.com/office/officeart/2005/8/layout/process4"/>
    <dgm:cxn modelId="{B4CA65AE-95B2-4262-A029-49AD73BC2FA6}" type="presParOf" srcId="{CF6704B4-C410-479D-BD1C-214D9766F599}" destId="{6B4C6F45-3833-4095-8C8F-D8FB2B7BB77A}" srcOrd="0" destOrd="0" presId="urn:microsoft.com/office/officeart/2005/8/layout/process4"/>
    <dgm:cxn modelId="{653BF764-851C-4EC4-993F-4394FA8D77B8}" type="presParOf" srcId="{41D38756-3EFD-4292-A760-B436A1E640F7}" destId="{D644BFD3-3932-4F4E-A584-A23E55A28F3E}" srcOrd="1" destOrd="0" presId="urn:microsoft.com/office/officeart/2005/8/layout/process4"/>
    <dgm:cxn modelId="{BACBCF96-378F-4C2D-B39C-12FF9E082B3E}" type="presParOf" srcId="{41D38756-3EFD-4292-A760-B436A1E640F7}" destId="{D878F0A5-8AE7-48F8-B9BD-16CCAA10C194}" srcOrd="2" destOrd="0" presId="urn:microsoft.com/office/officeart/2005/8/layout/process4"/>
    <dgm:cxn modelId="{20F6A4BE-0B4F-4C17-A57F-991B88C1FF5A}" type="presParOf" srcId="{D878F0A5-8AE7-48F8-B9BD-16CCAA10C194}" destId="{1865315A-7FC7-4987-A0EB-EEEAEA2883F1}" srcOrd="0" destOrd="0" presId="urn:microsoft.com/office/officeart/2005/8/layout/process4"/>
    <dgm:cxn modelId="{E70089FD-EB22-43D1-BFAC-97CC5FC24227}" type="presParOf" srcId="{41D38756-3EFD-4292-A760-B436A1E640F7}" destId="{D53FE908-DE4D-43E5-B0D4-D11FE12C5108}" srcOrd="3" destOrd="0" presId="urn:microsoft.com/office/officeart/2005/8/layout/process4"/>
    <dgm:cxn modelId="{7D323FB1-0AE3-410B-9F41-359C62FDB5D3}" type="presParOf" srcId="{41D38756-3EFD-4292-A760-B436A1E640F7}" destId="{269250E7-871D-4849-AF38-673E486C5ADF}" srcOrd="4" destOrd="0" presId="urn:microsoft.com/office/officeart/2005/8/layout/process4"/>
    <dgm:cxn modelId="{5C6CE6CF-9A76-4689-9799-595D6F951365}" type="presParOf" srcId="{269250E7-871D-4849-AF38-673E486C5ADF}" destId="{2468488A-0AC6-41E8-8185-99A3E1030DA7}" srcOrd="0" destOrd="0" presId="urn:microsoft.com/office/officeart/2005/8/layout/process4"/>
    <dgm:cxn modelId="{782AED51-421F-47E8-8FA3-AF338BADB258}" type="presParOf" srcId="{41D38756-3EFD-4292-A760-B436A1E640F7}" destId="{16FC5649-EBB3-4CE2-BAFF-C8D6C27722DA}" srcOrd="5" destOrd="0" presId="urn:microsoft.com/office/officeart/2005/8/layout/process4"/>
    <dgm:cxn modelId="{0984CEF2-8E68-4EF5-8258-13ABDC22EEED}" type="presParOf" srcId="{41D38756-3EFD-4292-A760-B436A1E640F7}" destId="{78016238-D206-45D2-91F0-49EB63411B5E}" srcOrd="6" destOrd="0" presId="urn:microsoft.com/office/officeart/2005/8/layout/process4"/>
    <dgm:cxn modelId="{1BD2163B-F34D-4716-907C-B032EEE880E5}" type="presParOf" srcId="{78016238-D206-45D2-91F0-49EB63411B5E}" destId="{2C6FB028-6C63-4238-B98B-8E463690C22B}" srcOrd="0" destOrd="0" presId="urn:microsoft.com/office/officeart/2005/8/layout/process4"/>
    <dgm:cxn modelId="{8184769E-6A35-4A11-93D7-F3E5B9C34841}" type="presParOf" srcId="{41D38756-3EFD-4292-A760-B436A1E640F7}" destId="{8E4D9FA0-A5B3-4FE2-9D44-682F40F53818}" srcOrd="7" destOrd="0" presId="urn:microsoft.com/office/officeart/2005/8/layout/process4"/>
    <dgm:cxn modelId="{CEDAA1F4-23CF-46E4-BE3D-8DDB49064B13}" type="presParOf" srcId="{41D38756-3EFD-4292-A760-B436A1E640F7}" destId="{E477513F-6E5B-4D26-BE8C-B27C1F5EA2FC}" srcOrd="8" destOrd="0" presId="urn:microsoft.com/office/officeart/2005/8/layout/process4"/>
    <dgm:cxn modelId="{48A55C02-39A5-4E42-9C70-394C77165F3C}" type="presParOf" srcId="{E477513F-6E5B-4D26-BE8C-B27C1F5EA2FC}" destId="{09A5CA86-5F72-48AE-A855-D989C388E702}" srcOrd="0" destOrd="0" presId="urn:microsoft.com/office/officeart/2005/8/layout/process4"/>
    <dgm:cxn modelId="{43D94932-D948-4F13-8583-DE1B448B8764}" type="presParOf" srcId="{41D38756-3EFD-4292-A760-B436A1E640F7}" destId="{CF173008-04DC-49AA-B982-982B32C5C93D}" srcOrd="9" destOrd="0" presId="urn:microsoft.com/office/officeart/2005/8/layout/process4"/>
    <dgm:cxn modelId="{BBDC6FA2-2070-401F-B4B1-6E59CCDA858F}" type="presParOf" srcId="{41D38756-3EFD-4292-A760-B436A1E640F7}" destId="{EAF6BDB7-BE8D-465F-8CDE-A7E2ADE56F5A}" srcOrd="10" destOrd="0" presId="urn:microsoft.com/office/officeart/2005/8/layout/process4"/>
    <dgm:cxn modelId="{AE2FE519-669A-4C78-89A6-69F3EAF2CF65}" type="presParOf" srcId="{EAF6BDB7-BE8D-465F-8CDE-A7E2ADE56F5A}" destId="{D5716CB2-85D2-45F2-8DC9-1A750F6BA96F}" srcOrd="0" destOrd="0" presId="urn:microsoft.com/office/officeart/2005/8/layout/process4"/>
    <dgm:cxn modelId="{9B703341-CC13-4F67-B11E-C9BE4C71042B}" type="presParOf" srcId="{41D38756-3EFD-4292-A760-B436A1E640F7}" destId="{2950A04E-51F4-40B0-9F6F-F3664E8881E4}" srcOrd="11" destOrd="0" presId="urn:microsoft.com/office/officeart/2005/8/layout/process4"/>
    <dgm:cxn modelId="{BA508019-42F7-4651-AB65-18589C03A1EB}" type="presParOf" srcId="{41D38756-3EFD-4292-A760-B436A1E640F7}" destId="{F5EBF321-4B1F-467D-A1DD-FEA93DA85CDE}" srcOrd="12" destOrd="0" presId="urn:microsoft.com/office/officeart/2005/8/layout/process4"/>
    <dgm:cxn modelId="{5438F39D-0168-4A4F-8D5C-0083EF95F94F}" type="presParOf" srcId="{F5EBF321-4B1F-467D-A1DD-FEA93DA85CDE}" destId="{27D80529-CC81-424A-94FB-F2B1C5191DF8}" srcOrd="0" destOrd="0" presId="urn:microsoft.com/office/officeart/2005/8/layout/process4"/>
    <dgm:cxn modelId="{7A31DB9C-B258-4216-9D0A-C82FC32BC357}" type="presParOf" srcId="{41D38756-3EFD-4292-A760-B436A1E640F7}" destId="{657879DB-F786-4B22-8EF5-91838454AAD9}" srcOrd="13" destOrd="0" presId="urn:microsoft.com/office/officeart/2005/8/layout/process4"/>
    <dgm:cxn modelId="{1037708C-B947-4917-83AE-5CC24F4CCE9B}" type="presParOf" srcId="{41D38756-3EFD-4292-A760-B436A1E640F7}" destId="{7B0EDC29-75A2-42EE-AD0B-1AF5BF4094F0}" srcOrd="14" destOrd="0" presId="urn:microsoft.com/office/officeart/2005/8/layout/process4"/>
    <dgm:cxn modelId="{69675C63-30E3-49D9-A44E-F0226539340B}" type="presParOf" srcId="{7B0EDC29-75A2-42EE-AD0B-1AF5BF4094F0}" destId="{AEE16106-F2F7-4829-B965-C8CA9BCA613A}" srcOrd="0" destOrd="0" presId="urn:microsoft.com/office/officeart/2005/8/layout/process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0022D6-AE3E-4AB1-A5BF-5D22DFE3D98A}">
      <dsp:nvSpPr>
        <dsp:cNvPr id="0" name=""/>
        <dsp:cNvSpPr/>
      </dsp:nvSpPr>
      <dsp:spPr>
        <a:xfrm>
          <a:off x="0" y="755744"/>
          <a:ext cx="2456714" cy="495850"/>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ja" sz="900" kern="1200"/>
            <a:t>レイヤー2 – 交換確認:</a:t>
          </a:r>
        </a:p>
      </dsp:txBody>
      <dsp:txXfrm>
        <a:off x="0" y="755744"/>
        <a:ext cx="2456714" cy="267759"/>
      </dsp:txXfrm>
    </dsp:sp>
    <dsp:sp modelId="{889F2657-5D7E-419A-A78A-D8BDF0840D3F}">
      <dsp:nvSpPr>
        <dsp:cNvPr id="0" name=""/>
        <dsp:cNvSpPr/>
      </dsp:nvSpPr>
      <dsp:spPr>
        <a:xfrm>
          <a:off x="0" y="1013586"/>
          <a:ext cx="2456714" cy="228091"/>
        </a:xfrm>
        <a:prstGeom prst="rect">
          <a:avLst/>
        </a:prstGeom>
        <a:solidFill>
          <a:schemeClr val="accent5">
            <a:alpha val="90000"/>
            <a:tint val="40000"/>
            <a:hueOff val="0"/>
            <a:satOff val="0"/>
            <a:lumOff val="0"/>
            <a:alphaOff val="0"/>
          </a:schemeClr>
        </a:solidFill>
        <a:ln w="254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ja" sz="700" kern="1200"/>
            <a:t>お客様が既に推奨される新モデルを所有していないことを確認してください。</a:t>
          </a:r>
        </a:p>
      </dsp:txBody>
      <dsp:txXfrm>
        <a:off x="0" y="1013586"/>
        <a:ext cx="2456714" cy="228091"/>
      </dsp:txXfrm>
    </dsp:sp>
    <dsp:sp modelId="{5BAD6736-9020-4F9A-8778-AF6A9CEDE863}">
      <dsp:nvSpPr>
        <dsp:cNvPr id="0" name=""/>
        <dsp:cNvSpPr/>
      </dsp:nvSpPr>
      <dsp:spPr>
        <a:xfrm rot="10800000">
          <a:off x="0" y="564"/>
          <a:ext cx="2456714" cy="762617"/>
        </a:xfrm>
        <a:prstGeom prst="upArrowCallou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ja" sz="900" kern="1200"/>
            <a:t>レイヤー1 - 購入確認</a:t>
          </a:r>
        </a:p>
      </dsp:txBody>
      <dsp:txXfrm rot="-10800000">
        <a:off x="0" y="564"/>
        <a:ext cx="2456714" cy="267678"/>
      </dsp:txXfrm>
    </dsp:sp>
    <dsp:sp modelId="{546A0D84-00A2-4CAD-927F-7122D4A60413}">
      <dsp:nvSpPr>
        <dsp:cNvPr id="0" name=""/>
        <dsp:cNvSpPr/>
      </dsp:nvSpPr>
      <dsp:spPr>
        <a:xfrm>
          <a:off x="0" y="268243"/>
          <a:ext cx="2456714" cy="228022"/>
        </a:xfrm>
        <a:prstGeom prst="rect">
          <a:avLst/>
        </a:prstGeom>
        <a:solidFill>
          <a:schemeClr val="accent5">
            <a:alpha val="90000"/>
            <a:tint val="40000"/>
            <a:hueOff val="0"/>
            <a:satOff val="0"/>
            <a:lumOff val="0"/>
            <a:alphaOff val="0"/>
          </a:schemeClr>
        </a:solidFill>
        <a:ln w="254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ja" sz="700" kern="1200"/>
            <a:t>SQL ncross check を介して顧客の購入目標を確認する</a:t>
          </a:r>
        </a:p>
      </dsp:txBody>
      <dsp:txXfrm>
        <a:off x="0" y="268243"/>
        <a:ext cx="2456714" cy="2280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0022D6-AE3E-4AB1-A5BF-5D22DFE3D98A}">
      <dsp:nvSpPr>
        <dsp:cNvPr id="0" name=""/>
        <dsp:cNvSpPr/>
      </dsp:nvSpPr>
      <dsp:spPr>
        <a:xfrm>
          <a:off x="0" y="755744"/>
          <a:ext cx="2456714" cy="495850"/>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ja" sz="900" kern="1200"/>
            <a:t>レイヤー2 – 交換確認:</a:t>
          </a:r>
        </a:p>
      </dsp:txBody>
      <dsp:txXfrm>
        <a:off x="0" y="755744"/>
        <a:ext cx="2456714" cy="267759"/>
      </dsp:txXfrm>
    </dsp:sp>
    <dsp:sp modelId="{889F2657-5D7E-419A-A78A-D8BDF0840D3F}">
      <dsp:nvSpPr>
        <dsp:cNvPr id="0" name=""/>
        <dsp:cNvSpPr/>
      </dsp:nvSpPr>
      <dsp:spPr>
        <a:xfrm>
          <a:off x="0" y="1013586"/>
          <a:ext cx="2456714" cy="228091"/>
        </a:xfrm>
        <a:prstGeom prst="rect">
          <a:avLst/>
        </a:prstGeom>
        <a:solidFill>
          <a:schemeClr val="accent5">
            <a:alpha val="90000"/>
            <a:tint val="40000"/>
            <a:hueOff val="0"/>
            <a:satOff val="0"/>
            <a:lumOff val="0"/>
            <a:alphaOff val="0"/>
          </a:schemeClr>
        </a:solidFill>
        <a:ln w="254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ja" sz="700" kern="1200"/>
            <a:t>お客様が既に推奨される新モデルを所有していないことを確認してください。</a:t>
          </a:r>
        </a:p>
      </dsp:txBody>
      <dsp:txXfrm>
        <a:off x="0" y="1013586"/>
        <a:ext cx="2456714" cy="228091"/>
      </dsp:txXfrm>
    </dsp:sp>
    <dsp:sp modelId="{5BAD6736-9020-4F9A-8778-AF6A9CEDE863}">
      <dsp:nvSpPr>
        <dsp:cNvPr id="0" name=""/>
        <dsp:cNvSpPr/>
      </dsp:nvSpPr>
      <dsp:spPr>
        <a:xfrm rot="10800000">
          <a:off x="0" y="564"/>
          <a:ext cx="2456714" cy="762617"/>
        </a:xfrm>
        <a:prstGeom prst="upArrowCallou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ja" sz="900" kern="1200"/>
            <a:t>レイヤー1 - 購入確認</a:t>
          </a:r>
        </a:p>
      </dsp:txBody>
      <dsp:txXfrm rot="-10800000">
        <a:off x="0" y="564"/>
        <a:ext cx="2456714" cy="267678"/>
      </dsp:txXfrm>
    </dsp:sp>
    <dsp:sp modelId="{546A0D84-00A2-4CAD-927F-7122D4A60413}">
      <dsp:nvSpPr>
        <dsp:cNvPr id="0" name=""/>
        <dsp:cNvSpPr/>
      </dsp:nvSpPr>
      <dsp:spPr>
        <a:xfrm>
          <a:off x="0" y="268243"/>
          <a:ext cx="2456714" cy="228022"/>
        </a:xfrm>
        <a:prstGeom prst="rect">
          <a:avLst/>
        </a:prstGeom>
        <a:solidFill>
          <a:schemeClr val="accent5">
            <a:alpha val="90000"/>
            <a:tint val="40000"/>
            <a:hueOff val="0"/>
            <a:satOff val="0"/>
            <a:lumOff val="0"/>
            <a:alphaOff val="0"/>
          </a:schemeClr>
        </a:solidFill>
        <a:ln w="254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ja" sz="700" kern="1200"/>
            <a:t>SQL ncross check を介して顧客の購入目標を確認する</a:t>
          </a:r>
        </a:p>
      </dsp:txBody>
      <dsp:txXfrm>
        <a:off x="0" y="268243"/>
        <a:ext cx="2456714" cy="2280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6F8774-4B2E-4C6D-95AA-AEF255EFCADE}">
      <dsp:nvSpPr>
        <dsp:cNvPr id="0" name=""/>
        <dsp:cNvSpPr/>
      </dsp:nvSpPr>
      <dsp:spPr>
        <a:xfrm>
          <a:off x="0" y="520633"/>
          <a:ext cx="1795002" cy="170883"/>
        </a:xfrm>
        <a:prstGeom prst="rect">
          <a:avLst/>
        </a:prstGeom>
        <a:solidFill>
          <a:srgbClr val="38939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222250">
            <a:lnSpc>
              <a:spcPct val="90000"/>
            </a:lnSpc>
            <a:spcBef>
              <a:spcPct val="0"/>
            </a:spcBef>
            <a:spcAft>
              <a:spcPct val="35000"/>
            </a:spcAft>
            <a:buNone/>
          </a:pPr>
          <a:r>
            <a:rPr lang="ja" sz="500" kern="1200"/>
            <a:t>レイヤー3：人間による最終レビュー</a:t>
          </a:r>
        </a:p>
      </dsp:txBody>
      <dsp:txXfrm>
        <a:off x="0" y="520633"/>
        <a:ext cx="1795002" cy="170883"/>
      </dsp:txXfrm>
    </dsp:sp>
    <dsp:sp modelId="{1B87B43C-F37A-40E3-9BBE-ED40A2DA627D}">
      <dsp:nvSpPr>
        <dsp:cNvPr id="0" name=""/>
        <dsp:cNvSpPr/>
      </dsp:nvSpPr>
      <dsp:spPr>
        <a:xfrm rot="10800000">
          <a:off x="0" y="260377"/>
          <a:ext cx="1795002" cy="262818"/>
        </a:xfrm>
        <a:prstGeom prst="upArrowCallout">
          <a:avLst/>
        </a:prstGeom>
        <a:solidFill>
          <a:srgbClr val="38939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222250">
            <a:lnSpc>
              <a:spcPct val="90000"/>
            </a:lnSpc>
            <a:spcBef>
              <a:spcPct val="0"/>
            </a:spcBef>
            <a:spcAft>
              <a:spcPct val="35000"/>
            </a:spcAft>
            <a:buNone/>
          </a:pPr>
          <a:r>
            <a:rPr lang="ja" sz="500" kern="1200"/>
            <a:t>レイヤー2：交換チェック：</a:t>
          </a:r>
        </a:p>
      </dsp:txBody>
      <dsp:txXfrm rot="10800000">
        <a:off x="0" y="260377"/>
        <a:ext cx="1795002" cy="170771"/>
      </dsp:txXfrm>
    </dsp:sp>
    <dsp:sp modelId="{289B78CA-6DDF-47FA-B58C-CAA52B349B83}">
      <dsp:nvSpPr>
        <dsp:cNvPr id="0" name=""/>
        <dsp:cNvSpPr/>
      </dsp:nvSpPr>
      <dsp:spPr>
        <a:xfrm rot="10800000">
          <a:off x="0" y="122"/>
          <a:ext cx="1795002" cy="262818"/>
        </a:xfrm>
        <a:prstGeom prst="upArrowCallout">
          <a:avLst/>
        </a:prstGeom>
        <a:solidFill>
          <a:srgbClr val="38939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222250">
            <a:lnSpc>
              <a:spcPct val="90000"/>
            </a:lnSpc>
            <a:spcBef>
              <a:spcPct val="0"/>
            </a:spcBef>
            <a:spcAft>
              <a:spcPct val="35000"/>
            </a:spcAft>
            <a:buNone/>
          </a:pPr>
          <a:r>
            <a:rPr lang="ja" sz="500" kern="1200"/>
            <a:t>レイヤー1：購入確認</a:t>
          </a:r>
        </a:p>
      </dsp:txBody>
      <dsp:txXfrm rot="10800000">
        <a:off x="0" y="122"/>
        <a:ext cx="1795002" cy="17077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51B9AD-B787-4116-9F70-D423FEDBF0B4}">
      <dsp:nvSpPr>
        <dsp:cNvPr id="0" name=""/>
        <dsp:cNvSpPr/>
      </dsp:nvSpPr>
      <dsp:spPr>
        <a:xfrm>
          <a:off x="0" y="231070"/>
          <a:ext cx="2263630" cy="259875"/>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683" tIns="124968" rIns="175683" bIns="42672" numCol="1" spcCol="1270" anchor="t" anchorCtr="0">
          <a:noAutofit/>
        </a:bodyPr>
        <a:lstStyle/>
        <a:p>
          <a:pPr marL="57150" lvl="1" indent="-57150" algn="l" defTabSz="266700">
            <a:lnSpc>
              <a:spcPct val="90000"/>
            </a:lnSpc>
            <a:spcBef>
              <a:spcPct val="0"/>
            </a:spcBef>
            <a:spcAft>
              <a:spcPct val="15000"/>
            </a:spcAft>
            <a:buChar char="•"/>
          </a:pPr>
          <a:r>
            <a:rPr lang="ja" sz="600" kern="1200"/>
            <a:t>通知率 -&gt; 店舗訪問</a:t>
          </a:r>
        </a:p>
      </dsp:txBody>
      <dsp:txXfrm>
        <a:off x="0" y="231070"/>
        <a:ext cx="2263630" cy="259875"/>
      </dsp:txXfrm>
    </dsp:sp>
    <dsp:sp modelId="{504D0DB8-DC02-45AB-8C0C-9EF8BF81F728}">
      <dsp:nvSpPr>
        <dsp:cNvPr id="0" name=""/>
        <dsp:cNvSpPr/>
      </dsp:nvSpPr>
      <dsp:spPr>
        <a:xfrm>
          <a:off x="113181" y="142510"/>
          <a:ext cx="1584541" cy="17712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892" tIns="0" rIns="59892" bIns="0" numCol="1" spcCol="1270" anchor="ctr" anchorCtr="0">
          <a:noAutofit/>
        </a:bodyPr>
        <a:lstStyle/>
        <a:p>
          <a:pPr marL="0" lvl="0" indent="0" algn="l" defTabSz="266700">
            <a:lnSpc>
              <a:spcPct val="90000"/>
            </a:lnSpc>
            <a:spcBef>
              <a:spcPct val="0"/>
            </a:spcBef>
            <a:spcAft>
              <a:spcPct val="35000"/>
            </a:spcAft>
            <a:buNone/>
          </a:pPr>
          <a:r>
            <a:rPr lang="ja" sz="600" kern="1200"/>
            <a:t>コンバージョン率</a:t>
          </a:r>
        </a:p>
      </dsp:txBody>
      <dsp:txXfrm>
        <a:off x="121827" y="151156"/>
        <a:ext cx="1567249" cy="159828"/>
      </dsp:txXfrm>
    </dsp:sp>
    <dsp:sp modelId="{10498EAE-BA4F-44C1-9BB5-36EBA309BEE4}">
      <dsp:nvSpPr>
        <dsp:cNvPr id="0" name=""/>
        <dsp:cNvSpPr/>
      </dsp:nvSpPr>
      <dsp:spPr>
        <a:xfrm>
          <a:off x="0" y="611905"/>
          <a:ext cx="2263630" cy="259875"/>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683" tIns="124968" rIns="175683" bIns="42672" numCol="1" spcCol="1270" anchor="t" anchorCtr="0">
          <a:noAutofit/>
        </a:bodyPr>
        <a:lstStyle/>
        <a:p>
          <a:pPr marL="57150" lvl="1" indent="-57150" algn="l" defTabSz="266700">
            <a:lnSpc>
              <a:spcPct val="90000"/>
            </a:lnSpc>
            <a:spcBef>
              <a:spcPct val="0"/>
            </a:spcBef>
            <a:spcAft>
              <a:spcPct val="15000"/>
            </a:spcAft>
            <a:buChar char="•"/>
          </a:pPr>
          <a:r>
            <a:rPr lang="ja" sz="600" kern="1200"/>
            <a:t>クーポン利用率（％）</a:t>
          </a:r>
        </a:p>
      </dsp:txBody>
      <dsp:txXfrm>
        <a:off x="0" y="611905"/>
        <a:ext cx="2263630" cy="259875"/>
      </dsp:txXfrm>
    </dsp:sp>
    <dsp:sp modelId="{E0FB192A-6BFE-4027-B3F3-9F780EDC511B}">
      <dsp:nvSpPr>
        <dsp:cNvPr id="0" name=""/>
        <dsp:cNvSpPr/>
      </dsp:nvSpPr>
      <dsp:spPr>
        <a:xfrm>
          <a:off x="113181" y="523345"/>
          <a:ext cx="1584541" cy="17712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892" tIns="0" rIns="59892" bIns="0" numCol="1" spcCol="1270" anchor="ctr" anchorCtr="0">
          <a:noAutofit/>
        </a:bodyPr>
        <a:lstStyle/>
        <a:p>
          <a:pPr marL="0" lvl="0" indent="0" algn="l" defTabSz="266700">
            <a:lnSpc>
              <a:spcPct val="90000"/>
            </a:lnSpc>
            <a:spcBef>
              <a:spcPct val="0"/>
            </a:spcBef>
            <a:spcAft>
              <a:spcPct val="35000"/>
            </a:spcAft>
            <a:buNone/>
          </a:pPr>
          <a:r>
            <a:rPr lang="ja" sz="600" kern="1200"/>
            <a:t>クーポン利用率</a:t>
          </a:r>
        </a:p>
      </dsp:txBody>
      <dsp:txXfrm>
        <a:off x="121827" y="531991"/>
        <a:ext cx="1567249" cy="159828"/>
      </dsp:txXfrm>
    </dsp:sp>
    <dsp:sp modelId="{CD3B6D6A-B526-4EF3-94B5-081349F095D9}">
      <dsp:nvSpPr>
        <dsp:cNvPr id="0" name=""/>
        <dsp:cNvSpPr/>
      </dsp:nvSpPr>
      <dsp:spPr>
        <a:xfrm>
          <a:off x="0" y="992740"/>
          <a:ext cx="2263630" cy="259875"/>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683" tIns="124968" rIns="175683" bIns="42672" numCol="1" spcCol="1270" anchor="t" anchorCtr="0">
          <a:noAutofit/>
        </a:bodyPr>
        <a:lstStyle/>
        <a:p>
          <a:pPr marL="57150" lvl="1" indent="-57150" algn="l" defTabSz="266700">
            <a:lnSpc>
              <a:spcPct val="90000"/>
            </a:lnSpc>
            <a:spcBef>
              <a:spcPct val="0"/>
            </a:spcBef>
            <a:spcAft>
              <a:spcPct val="15000"/>
            </a:spcAft>
            <a:buChar char="•"/>
          </a:pPr>
          <a:r>
            <a:rPr lang="ja" sz="600" kern="1200"/>
            <a:t>平均売上高と基準値の比較</a:t>
          </a:r>
        </a:p>
      </dsp:txBody>
      <dsp:txXfrm>
        <a:off x="0" y="992740"/>
        <a:ext cx="2263630" cy="259875"/>
      </dsp:txXfrm>
    </dsp:sp>
    <dsp:sp modelId="{F8EC89E4-2002-4AD5-B837-D5838416E920}">
      <dsp:nvSpPr>
        <dsp:cNvPr id="0" name=""/>
        <dsp:cNvSpPr/>
      </dsp:nvSpPr>
      <dsp:spPr>
        <a:xfrm>
          <a:off x="113181" y="904180"/>
          <a:ext cx="1584541" cy="17712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892" tIns="0" rIns="59892" bIns="0" numCol="1" spcCol="1270" anchor="ctr" anchorCtr="0">
          <a:noAutofit/>
        </a:bodyPr>
        <a:lstStyle/>
        <a:p>
          <a:pPr marL="0" lvl="0" indent="0" algn="l" defTabSz="266700">
            <a:lnSpc>
              <a:spcPct val="90000"/>
            </a:lnSpc>
            <a:spcBef>
              <a:spcPct val="0"/>
            </a:spcBef>
            <a:spcAft>
              <a:spcPct val="35000"/>
            </a:spcAft>
            <a:buNone/>
          </a:pPr>
          <a:r>
            <a:rPr lang="ja" sz="600" kern="1200"/>
            <a:t>売上高の増加</a:t>
          </a:r>
        </a:p>
      </dsp:txBody>
      <dsp:txXfrm>
        <a:off x="121827" y="912826"/>
        <a:ext cx="1567249" cy="159828"/>
      </dsp:txXfrm>
    </dsp:sp>
    <dsp:sp modelId="{7901238E-584A-471B-B4C7-3BA6D5B2A16A}">
      <dsp:nvSpPr>
        <dsp:cNvPr id="0" name=""/>
        <dsp:cNvSpPr/>
      </dsp:nvSpPr>
      <dsp:spPr>
        <a:xfrm>
          <a:off x="0" y="1373575"/>
          <a:ext cx="2263630" cy="259875"/>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683" tIns="124968" rIns="175683" bIns="42672" numCol="1" spcCol="1270" anchor="t" anchorCtr="0">
          <a:noAutofit/>
        </a:bodyPr>
        <a:lstStyle/>
        <a:p>
          <a:pPr marL="57150" lvl="1" indent="-57150" algn="l" defTabSz="266700">
            <a:lnSpc>
              <a:spcPct val="90000"/>
            </a:lnSpc>
            <a:spcBef>
              <a:spcPct val="0"/>
            </a:spcBef>
            <a:spcAft>
              <a:spcPct val="15000"/>
            </a:spcAft>
            <a:buChar char="•"/>
          </a:pPr>
          <a:r>
            <a:rPr lang="ja" sz="600" kern="1200"/>
            <a:t>売上を伸ばす機能</a:t>
          </a:r>
        </a:p>
      </dsp:txBody>
      <dsp:txXfrm>
        <a:off x="0" y="1373575"/>
        <a:ext cx="2263630" cy="259875"/>
      </dsp:txXfrm>
    </dsp:sp>
    <dsp:sp modelId="{6F898EF4-41B5-410E-9371-DCE07160042C}">
      <dsp:nvSpPr>
        <dsp:cNvPr id="0" name=""/>
        <dsp:cNvSpPr/>
      </dsp:nvSpPr>
      <dsp:spPr>
        <a:xfrm>
          <a:off x="113181" y="1285015"/>
          <a:ext cx="1584541" cy="17712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892" tIns="0" rIns="59892" bIns="0" numCol="1" spcCol="1270" anchor="ctr" anchorCtr="0">
          <a:noAutofit/>
        </a:bodyPr>
        <a:lstStyle/>
        <a:p>
          <a:pPr marL="0" lvl="0" indent="0" algn="l" defTabSz="266700">
            <a:lnSpc>
              <a:spcPct val="90000"/>
            </a:lnSpc>
            <a:spcBef>
              <a:spcPct val="0"/>
            </a:spcBef>
            <a:spcAft>
              <a:spcPct val="35000"/>
            </a:spcAft>
            <a:buNone/>
          </a:pPr>
          <a:r>
            <a:rPr lang="ja" sz="600" kern="1200"/>
            <a:t>機能変換</a:t>
          </a:r>
        </a:p>
      </dsp:txBody>
      <dsp:txXfrm>
        <a:off x="121827" y="1293661"/>
        <a:ext cx="1567249" cy="159828"/>
      </dsp:txXfrm>
    </dsp:sp>
    <dsp:sp modelId="{F0D90F53-6105-447A-A1CB-881ADD66CE82}">
      <dsp:nvSpPr>
        <dsp:cNvPr id="0" name=""/>
        <dsp:cNvSpPr/>
      </dsp:nvSpPr>
      <dsp:spPr>
        <a:xfrm>
          <a:off x="0" y="1754410"/>
          <a:ext cx="2263630" cy="259875"/>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683" tIns="124968" rIns="175683" bIns="42672" numCol="1" spcCol="1270" anchor="t" anchorCtr="0">
          <a:noAutofit/>
        </a:bodyPr>
        <a:lstStyle/>
        <a:p>
          <a:pPr marL="57150" lvl="1" indent="-57150" algn="l" defTabSz="266700">
            <a:lnSpc>
              <a:spcPct val="90000"/>
            </a:lnSpc>
            <a:spcBef>
              <a:spcPct val="0"/>
            </a:spcBef>
            <a:spcAft>
              <a:spcPct val="15000"/>
            </a:spcAft>
            <a:buChar char="•"/>
          </a:pPr>
          <a:r>
            <a:rPr lang="ja" sz="600" kern="1200"/>
            <a:t>高精度ゲート性能</a:t>
          </a:r>
        </a:p>
      </dsp:txBody>
      <dsp:txXfrm>
        <a:off x="0" y="1754410"/>
        <a:ext cx="2263630" cy="259875"/>
      </dsp:txXfrm>
    </dsp:sp>
    <dsp:sp modelId="{196C3228-D349-4DA5-B9FA-8FB2F6F31BEF}">
      <dsp:nvSpPr>
        <dsp:cNvPr id="0" name=""/>
        <dsp:cNvSpPr/>
      </dsp:nvSpPr>
      <dsp:spPr>
        <a:xfrm>
          <a:off x="113181" y="1665850"/>
          <a:ext cx="1584541" cy="17712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892" tIns="0" rIns="59892" bIns="0" numCol="1" spcCol="1270" anchor="ctr" anchorCtr="0">
          <a:noAutofit/>
        </a:bodyPr>
        <a:lstStyle/>
        <a:p>
          <a:pPr marL="0" lvl="0" indent="0" algn="l" defTabSz="266700">
            <a:lnSpc>
              <a:spcPct val="90000"/>
            </a:lnSpc>
            <a:spcBef>
              <a:spcPct val="0"/>
            </a:spcBef>
            <a:spcAft>
              <a:spcPct val="35000"/>
            </a:spcAft>
            <a:buNone/>
          </a:pPr>
          <a:r>
            <a:rPr lang="ja" sz="600" kern="1200"/>
            <a:t>スコアの正確性</a:t>
          </a:r>
        </a:p>
      </dsp:txBody>
      <dsp:txXfrm>
        <a:off x="121827" y="1674496"/>
        <a:ext cx="1567249" cy="1598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1FDC20-34E5-49C0-8C8D-7A0CC97D69FC}">
      <dsp:nvSpPr>
        <dsp:cNvPr id="0" name=""/>
        <dsp:cNvSpPr/>
      </dsp:nvSpPr>
      <dsp:spPr>
        <a:xfrm>
          <a:off x="1213717" y="318410"/>
          <a:ext cx="769974" cy="133631"/>
        </a:xfrm>
        <a:custGeom>
          <a:avLst/>
          <a:gdLst/>
          <a:ahLst/>
          <a:cxnLst/>
          <a:rect l="0" t="0" r="0" b="0"/>
          <a:pathLst>
            <a:path>
              <a:moveTo>
                <a:pt x="0" y="0"/>
              </a:moveTo>
              <a:lnTo>
                <a:pt x="0" y="66815"/>
              </a:lnTo>
              <a:lnTo>
                <a:pt x="769974" y="66815"/>
              </a:lnTo>
              <a:lnTo>
                <a:pt x="769974" y="133631"/>
              </a:lnTo>
            </a:path>
          </a:pathLst>
        </a:custGeom>
        <a:noFill/>
        <a:ln w="25400" cap="flat" cmpd="sng" algn="ctr">
          <a:solidFill>
            <a:schemeClr val="accent5">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8855C5-89FE-43E2-9E5D-F8CC9B2F948E}">
      <dsp:nvSpPr>
        <dsp:cNvPr id="0" name=""/>
        <dsp:cNvSpPr/>
      </dsp:nvSpPr>
      <dsp:spPr>
        <a:xfrm>
          <a:off x="1167997" y="318410"/>
          <a:ext cx="91440" cy="133631"/>
        </a:xfrm>
        <a:custGeom>
          <a:avLst/>
          <a:gdLst/>
          <a:ahLst/>
          <a:cxnLst/>
          <a:rect l="0" t="0" r="0" b="0"/>
          <a:pathLst>
            <a:path>
              <a:moveTo>
                <a:pt x="45720" y="0"/>
              </a:moveTo>
              <a:lnTo>
                <a:pt x="45720" y="133631"/>
              </a:lnTo>
            </a:path>
          </a:pathLst>
        </a:custGeom>
        <a:noFill/>
        <a:ln w="25400" cap="flat" cmpd="sng" algn="ctr">
          <a:solidFill>
            <a:schemeClr val="accent5">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FEB8B4-B1C8-45D2-AFF4-B60BFEA39604}">
      <dsp:nvSpPr>
        <dsp:cNvPr id="0" name=""/>
        <dsp:cNvSpPr/>
      </dsp:nvSpPr>
      <dsp:spPr>
        <a:xfrm>
          <a:off x="443743" y="318410"/>
          <a:ext cx="769974" cy="133631"/>
        </a:xfrm>
        <a:custGeom>
          <a:avLst/>
          <a:gdLst/>
          <a:ahLst/>
          <a:cxnLst/>
          <a:rect l="0" t="0" r="0" b="0"/>
          <a:pathLst>
            <a:path>
              <a:moveTo>
                <a:pt x="769974" y="0"/>
              </a:moveTo>
              <a:lnTo>
                <a:pt x="769974" y="66815"/>
              </a:lnTo>
              <a:lnTo>
                <a:pt x="0" y="66815"/>
              </a:lnTo>
              <a:lnTo>
                <a:pt x="0" y="133631"/>
              </a:lnTo>
            </a:path>
          </a:pathLst>
        </a:custGeom>
        <a:noFill/>
        <a:ln w="25400" cap="flat" cmpd="sng" algn="ctr">
          <a:solidFill>
            <a:schemeClr val="accent5">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99AA6B-51E1-463A-90CC-40C8645473D7}">
      <dsp:nvSpPr>
        <dsp:cNvPr id="0" name=""/>
        <dsp:cNvSpPr/>
      </dsp:nvSpPr>
      <dsp:spPr>
        <a:xfrm>
          <a:off x="895546" y="238"/>
          <a:ext cx="636342" cy="318171"/>
        </a:xfrm>
        <a:prstGeom prst="rect">
          <a:avLst/>
        </a:prstGeom>
        <a:gradFill rotWithShape="0">
          <a:gsLst>
            <a:gs pos="0">
              <a:schemeClr val="accent5">
                <a:shade val="80000"/>
                <a:hueOff val="0"/>
                <a:satOff val="0"/>
                <a:lumOff val="0"/>
                <a:alphaOff val="0"/>
                <a:tint val="50000"/>
                <a:satMod val="300000"/>
              </a:schemeClr>
            </a:gs>
            <a:gs pos="35000">
              <a:schemeClr val="accent5">
                <a:shade val="80000"/>
                <a:hueOff val="0"/>
                <a:satOff val="0"/>
                <a:lumOff val="0"/>
                <a:alphaOff val="0"/>
                <a:tint val="37000"/>
                <a:satMod val="300000"/>
              </a:schemeClr>
            </a:gs>
            <a:gs pos="100000">
              <a:schemeClr val="accent5">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ja" sz="600" kern="1200"/>
            <a:t>スコアリングへのデータフィードバック</a:t>
          </a:r>
        </a:p>
      </dsp:txBody>
      <dsp:txXfrm>
        <a:off x="895546" y="238"/>
        <a:ext cx="636342" cy="318171"/>
      </dsp:txXfrm>
    </dsp:sp>
    <dsp:sp modelId="{0B8F16DC-BA0F-4D6A-AA65-C4B1CDC2F77D}">
      <dsp:nvSpPr>
        <dsp:cNvPr id="0" name=""/>
        <dsp:cNvSpPr/>
      </dsp:nvSpPr>
      <dsp:spPr>
        <a:xfrm>
          <a:off x="125572" y="452041"/>
          <a:ext cx="636342" cy="318171"/>
        </a:xfrm>
        <a:prstGeom prst="rect">
          <a:avLst/>
        </a:prstGeom>
        <a:gradFill rotWithShape="0">
          <a:gsLst>
            <a:gs pos="0">
              <a:schemeClr val="accent5">
                <a:tint val="99000"/>
                <a:hueOff val="0"/>
                <a:satOff val="0"/>
                <a:lumOff val="0"/>
                <a:alphaOff val="0"/>
                <a:tint val="50000"/>
                <a:satMod val="300000"/>
              </a:schemeClr>
            </a:gs>
            <a:gs pos="35000">
              <a:schemeClr val="accent5">
                <a:tint val="99000"/>
                <a:hueOff val="0"/>
                <a:satOff val="0"/>
                <a:lumOff val="0"/>
                <a:alphaOff val="0"/>
                <a:tint val="37000"/>
                <a:satMod val="300000"/>
              </a:schemeClr>
            </a:gs>
            <a:gs pos="100000">
              <a:schemeClr val="accent5">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ja" sz="600" kern="1200"/>
            <a:t>従業員のパフォーマンス</a:t>
          </a:r>
        </a:p>
      </dsp:txBody>
      <dsp:txXfrm>
        <a:off x="125572" y="452041"/>
        <a:ext cx="636342" cy="318171"/>
      </dsp:txXfrm>
    </dsp:sp>
    <dsp:sp modelId="{99DE29A8-1A09-49E3-B7FB-5C19E429B865}">
      <dsp:nvSpPr>
        <dsp:cNvPr id="0" name=""/>
        <dsp:cNvSpPr/>
      </dsp:nvSpPr>
      <dsp:spPr>
        <a:xfrm>
          <a:off x="895546" y="452041"/>
          <a:ext cx="636342" cy="318171"/>
        </a:xfrm>
        <a:prstGeom prst="rect">
          <a:avLst/>
        </a:prstGeom>
        <a:gradFill rotWithShape="0">
          <a:gsLst>
            <a:gs pos="0">
              <a:schemeClr val="accent5">
                <a:tint val="99000"/>
                <a:hueOff val="0"/>
                <a:satOff val="0"/>
                <a:lumOff val="0"/>
                <a:alphaOff val="0"/>
                <a:tint val="50000"/>
                <a:satMod val="300000"/>
              </a:schemeClr>
            </a:gs>
            <a:gs pos="35000">
              <a:schemeClr val="accent5">
                <a:tint val="99000"/>
                <a:hueOff val="0"/>
                <a:satOff val="0"/>
                <a:lumOff val="0"/>
                <a:alphaOff val="0"/>
                <a:tint val="37000"/>
                <a:satMod val="300000"/>
              </a:schemeClr>
            </a:gs>
            <a:gs pos="100000">
              <a:schemeClr val="accent5">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ja" sz="600" kern="1200"/>
            <a:t>キャンペーン効果</a:t>
          </a:r>
        </a:p>
      </dsp:txBody>
      <dsp:txXfrm>
        <a:off x="895546" y="452041"/>
        <a:ext cx="636342" cy="318171"/>
      </dsp:txXfrm>
    </dsp:sp>
    <dsp:sp modelId="{BF722D51-CCFC-4228-AEF6-2CDDE409E6A9}">
      <dsp:nvSpPr>
        <dsp:cNvPr id="0" name=""/>
        <dsp:cNvSpPr/>
      </dsp:nvSpPr>
      <dsp:spPr>
        <a:xfrm>
          <a:off x="1665520" y="452041"/>
          <a:ext cx="636342" cy="318171"/>
        </a:xfrm>
        <a:prstGeom prst="rect">
          <a:avLst/>
        </a:prstGeom>
        <a:gradFill rotWithShape="0">
          <a:gsLst>
            <a:gs pos="0">
              <a:schemeClr val="accent5">
                <a:tint val="99000"/>
                <a:hueOff val="0"/>
                <a:satOff val="0"/>
                <a:lumOff val="0"/>
                <a:alphaOff val="0"/>
                <a:tint val="50000"/>
                <a:satMod val="300000"/>
              </a:schemeClr>
            </a:gs>
            <a:gs pos="35000">
              <a:schemeClr val="accent5">
                <a:tint val="99000"/>
                <a:hueOff val="0"/>
                <a:satOff val="0"/>
                <a:lumOff val="0"/>
                <a:alphaOff val="0"/>
                <a:tint val="37000"/>
                <a:satMod val="300000"/>
              </a:schemeClr>
            </a:gs>
            <a:gs pos="100000">
              <a:schemeClr val="accent5">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ja" sz="600" kern="1200"/>
            <a:t>スコアの向上</a:t>
          </a:r>
        </a:p>
      </dsp:txBody>
      <dsp:txXfrm>
        <a:off x="1665520" y="452041"/>
        <a:ext cx="636342" cy="31817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C6F45-3833-4095-8C8F-D8FB2B7BB77A}">
      <dsp:nvSpPr>
        <dsp:cNvPr id="0" name=""/>
        <dsp:cNvSpPr/>
      </dsp:nvSpPr>
      <dsp:spPr>
        <a:xfrm>
          <a:off x="0" y="4369405"/>
          <a:ext cx="7327837" cy="409685"/>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rtl="0">
            <a:lnSpc>
              <a:spcPct val="90000"/>
            </a:lnSpc>
            <a:spcBef>
              <a:spcPct val="0"/>
            </a:spcBef>
            <a:spcAft>
              <a:spcPct val="35000"/>
            </a:spcAft>
            <a:buNone/>
          </a:pPr>
          <a:r>
            <a:rPr lang="ja" sz="1400" b="1" kern="1200">
              <a:latin typeface="Yu Gothic" panose="020B0400000000000000" pitchFamily="34" charset="-128"/>
              <a:ea typeface="Yu Gothic" panose="020B0400000000000000" pitchFamily="34" charset="-128"/>
              <a:sym typeface="Helvetica Neue Light"/>
            </a:rPr>
            <a:t>プロジェクトを開始する</a:t>
          </a:r>
        </a:p>
      </dsp:txBody>
      <dsp:txXfrm>
        <a:off x="0" y="4369405"/>
        <a:ext cx="7327837" cy="409685"/>
      </dsp:txXfrm>
    </dsp:sp>
    <dsp:sp modelId="{1865315A-7FC7-4987-A0EB-EEEAEA2883F1}">
      <dsp:nvSpPr>
        <dsp:cNvPr id="0" name=""/>
        <dsp:cNvSpPr/>
      </dsp:nvSpPr>
      <dsp:spPr>
        <a:xfrm rot="10800000">
          <a:off x="0" y="3745454"/>
          <a:ext cx="7327837" cy="630096"/>
        </a:xfrm>
        <a:prstGeom prst="upArrowCallout">
          <a:avLst/>
        </a:prstGeom>
        <a:solidFill>
          <a:schemeClr val="accent3">
            <a:hueOff val="-1386418"/>
            <a:satOff val="6275"/>
            <a:lumOff val="39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ja" sz="1400" b="1" kern="1200">
              <a:latin typeface="Yu Gothic" panose="020B0400000000000000" pitchFamily="34" charset="-128"/>
              <a:ea typeface="Yu Gothic" panose="020B0400000000000000" pitchFamily="34" charset="-128"/>
              <a:cs typeface="Helvetica Neue Light"/>
              <a:sym typeface="Helvetica Neue Light"/>
            </a:rPr>
            <a:t>実行前チェックリストを実行する</a:t>
          </a:r>
          <a:endParaRPr lang="en-US" sz="1400" b="1" kern="1200">
            <a:latin typeface="Yu Gothic" panose="020B0400000000000000" pitchFamily="34" charset="-128"/>
            <a:ea typeface="Yu Gothic" panose="020B0400000000000000" pitchFamily="34" charset="-128"/>
            <a:sym typeface="Helvetica Neue Light"/>
          </a:endParaRPr>
        </a:p>
      </dsp:txBody>
      <dsp:txXfrm rot="10800000">
        <a:off x="0" y="3745454"/>
        <a:ext cx="7327837" cy="409417"/>
      </dsp:txXfrm>
    </dsp:sp>
    <dsp:sp modelId="{2468488A-0AC6-41E8-8185-99A3E1030DA7}">
      <dsp:nvSpPr>
        <dsp:cNvPr id="0" name=""/>
        <dsp:cNvSpPr/>
      </dsp:nvSpPr>
      <dsp:spPr>
        <a:xfrm rot="10800000">
          <a:off x="0" y="3121502"/>
          <a:ext cx="7327837" cy="630096"/>
        </a:xfrm>
        <a:prstGeom prst="upArrowCallout">
          <a:avLst/>
        </a:prstGeom>
        <a:solidFill>
          <a:schemeClr val="accent3">
            <a:hueOff val="-2772836"/>
            <a:satOff val="12551"/>
            <a:lumOff val="79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rtl="0">
            <a:lnSpc>
              <a:spcPct val="90000"/>
            </a:lnSpc>
            <a:spcBef>
              <a:spcPct val="0"/>
            </a:spcBef>
            <a:spcAft>
              <a:spcPct val="35000"/>
            </a:spcAft>
            <a:buNone/>
          </a:pPr>
          <a:r>
            <a:rPr lang="ja" sz="1400" b="1" kern="1200">
              <a:latin typeface="Yu Gothic" panose="020B0400000000000000" pitchFamily="34" charset="-128"/>
              <a:ea typeface="Yu Gothic" panose="020B0400000000000000" pitchFamily="34" charset="-128"/>
              <a:sym typeface="Helvetica Neue Light"/>
            </a:rPr>
            <a:t>野島側とGL側のチームメンバーを特定する</a:t>
          </a:r>
        </a:p>
      </dsp:txBody>
      <dsp:txXfrm rot="10800000">
        <a:off x="0" y="3121502"/>
        <a:ext cx="7327837" cy="409417"/>
      </dsp:txXfrm>
    </dsp:sp>
    <dsp:sp modelId="{2C6FB028-6C63-4238-B98B-8E463690C22B}">
      <dsp:nvSpPr>
        <dsp:cNvPr id="0" name=""/>
        <dsp:cNvSpPr/>
      </dsp:nvSpPr>
      <dsp:spPr>
        <a:xfrm rot="10800000">
          <a:off x="0" y="2497550"/>
          <a:ext cx="7327837" cy="630096"/>
        </a:xfrm>
        <a:prstGeom prst="upArrowCallout">
          <a:avLst/>
        </a:prstGeom>
        <a:solidFill>
          <a:schemeClr val="accent3">
            <a:hueOff val="-4159254"/>
            <a:satOff val="18826"/>
            <a:lumOff val="1193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ja" sz="1400" b="1" kern="1200">
              <a:latin typeface="Yu Gothic" panose="020B0400000000000000" pitchFamily="34" charset="-128"/>
              <a:ea typeface="Yu Gothic" panose="020B0400000000000000" pitchFamily="34" charset="-128"/>
            </a:rPr>
            <a:t>SOWとキックオフスケジュールを提出してください。</a:t>
          </a:r>
          <a:endParaRPr lang="en-US" sz="1400" b="1" kern="1200">
            <a:latin typeface="Yu Gothic" panose="020B0400000000000000" pitchFamily="34" charset="-128"/>
            <a:ea typeface="Yu Gothic" panose="020B0400000000000000" pitchFamily="34" charset="-128"/>
            <a:cs typeface="+mn-cs"/>
          </a:endParaRPr>
        </a:p>
      </dsp:txBody>
      <dsp:txXfrm rot="10800000">
        <a:off x="0" y="2497550"/>
        <a:ext cx="7327837" cy="409417"/>
      </dsp:txXfrm>
    </dsp:sp>
    <dsp:sp modelId="{09A5CA86-5F72-48AE-A855-D989C388E702}">
      <dsp:nvSpPr>
        <dsp:cNvPr id="0" name=""/>
        <dsp:cNvSpPr/>
      </dsp:nvSpPr>
      <dsp:spPr>
        <a:xfrm rot="10800000">
          <a:off x="0" y="1873599"/>
          <a:ext cx="7327837" cy="630096"/>
        </a:xfrm>
        <a:prstGeom prst="upArrowCallout">
          <a:avLst/>
        </a:prstGeom>
        <a:solidFill>
          <a:schemeClr val="accent3">
            <a:hueOff val="-5545672"/>
            <a:satOff val="25102"/>
            <a:lumOff val="1591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ja" sz="1400" b="1" kern="1200">
              <a:latin typeface="Yu Gothic" panose="020B0400000000000000" pitchFamily="34" charset="-128"/>
              <a:ea typeface="Yu Gothic" panose="020B0400000000000000" pitchFamily="34" charset="-128"/>
              <a:cs typeface="Helvetica Neue Light"/>
            </a:rPr>
            <a:t>口頭での承認</a:t>
          </a:r>
        </a:p>
      </dsp:txBody>
      <dsp:txXfrm rot="10800000">
        <a:off x="0" y="1873599"/>
        <a:ext cx="7327837" cy="409417"/>
      </dsp:txXfrm>
    </dsp:sp>
    <dsp:sp modelId="{D5716CB2-85D2-45F2-8DC9-1A750F6BA96F}">
      <dsp:nvSpPr>
        <dsp:cNvPr id="0" name=""/>
        <dsp:cNvSpPr/>
      </dsp:nvSpPr>
      <dsp:spPr>
        <a:xfrm rot="10800000">
          <a:off x="0" y="1249647"/>
          <a:ext cx="7327837" cy="630096"/>
        </a:xfrm>
        <a:prstGeom prst="upArrowCallout">
          <a:avLst/>
        </a:prstGeom>
        <a:solidFill>
          <a:schemeClr val="accent3">
            <a:hueOff val="-6932089"/>
            <a:satOff val="31377"/>
            <a:lumOff val="1988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ja" sz="1400" b="1" kern="1200" dirty="0">
              <a:latin typeface="Yu Gothic" panose="020B0400000000000000" pitchFamily="34" charset="-128"/>
              <a:ea typeface="Yu Gothic" panose="020B0400000000000000" pitchFamily="34" charset="-128"/>
            </a:rPr>
            <a:t>野島氏は、スコープ、前提条件、コストモデルをレビューし、フィードバックを提供する。</a:t>
          </a:r>
          <a:endParaRPr lang="en-US" sz="1400" b="1" kern="1200" dirty="0">
            <a:latin typeface="Yu Gothic" panose="020B0400000000000000" pitchFamily="34" charset="-128"/>
            <a:ea typeface="Yu Gothic" panose="020B0400000000000000" pitchFamily="34" charset="-128"/>
            <a:cs typeface="Helvetica Neue Light"/>
          </a:endParaRPr>
        </a:p>
      </dsp:txBody>
      <dsp:txXfrm rot="10800000">
        <a:off x="0" y="1249647"/>
        <a:ext cx="7327837" cy="409417"/>
      </dsp:txXfrm>
    </dsp:sp>
    <dsp:sp modelId="{27D80529-CC81-424A-94FB-F2B1C5191DF8}">
      <dsp:nvSpPr>
        <dsp:cNvPr id="0" name=""/>
        <dsp:cNvSpPr/>
      </dsp:nvSpPr>
      <dsp:spPr>
        <a:xfrm rot="10800000">
          <a:off x="0" y="625695"/>
          <a:ext cx="7327837" cy="630096"/>
        </a:xfrm>
        <a:prstGeom prst="upArrowCallout">
          <a:avLst/>
        </a:prstGeom>
        <a:solidFill>
          <a:schemeClr val="accent3">
            <a:hueOff val="-8318507"/>
            <a:satOff val="37653"/>
            <a:lumOff val="238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SzPts val="1700"/>
            <a:buFont typeface="Wingdings" panose="05000000000000000000" pitchFamily="2" charset="2"/>
            <a:buNone/>
          </a:pPr>
          <a:r>
            <a:rPr lang="ja" sz="1400" b="1" kern="1200">
              <a:latin typeface="Yu Gothic" panose="020B0400000000000000" pitchFamily="34" charset="-128"/>
              <a:ea typeface="Yu Gothic" panose="020B0400000000000000" pitchFamily="34" charset="-128"/>
            </a:rPr>
            <a:t>GL社が調査提案書と商業見積もりを提出</a:t>
          </a:r>
          <a:endParaRPr lang="en-US" sz="1400" b="1" kern="1200">
            <a:latin typeface="Yu Gothic" panose="020B0400000000000000" pitchFamily="34" charset="-128"/>
            <a:ea typeface="Yu Gothic" panose="020B0400000000000000" pitchFamily="34" charset="-128"/>
            <a:cs typeface="+mn-cs"/>
          </a:endParaRPr>
        </a:p>
      </dsp:txBody>
      <dsp:txXfrm rot="10800000">
        <a:off x="0" y="625695"/>
        <a:ext cx="7327837" cy="409417"/>
      </dsp:txXfrm>
    </dsp:sp>
    <dsp:sp modelId="{AEE16106-F2F7-4829-B965-C8CA9BCA613A}">
      <dsp:nvSpPr>
        <dsp:cNvPr id="0" name=""/>
        <dsp:cNvSpPr/>
      </dsp:nvSpPr>
      <dsp:spPr>
        <a:xfrm rot="10800000">
          <a:off x="0" y="10345"/>
          <a:ext cx="7327837" cy="630096"/>
        </a:xfrm>
        <a:prstGeom prst="upArrowCallout">
          <a:avLst/>
        </a:prstGeom>
        <a:solidFill>
          <a:schemeClr val="accent3">
            <a:hueOff val="-9704925"/>
            <a:satOff val="43928"/>
            <a:lumOff val="2784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SzPts val="1700"/>
            <a:buFont typeface="Wingdings" panose="05000000000000000000" pitchFamily="2" charset="2"/>
            <a:buNone/>
          </a:pPr>
          <a:r>
            <a:rPr lang="ja" sz="1400" b="1" kern="1200">
              <a:latin typeface="Yu Gothic" panose="020B0400000000000000" pitchFamily="34" charset="-128"/>
              <a:ea typeface="Yu Gothic" panose="020B0400000000000000" pitchFamily="34" charset="-128"/>
              <a:cs typeface="+mn-cs"/>
            </a:rPr>
            <a:t>野島氏が事前読了文書を共有へ</a:t>
          </a:r>
        </a:p>
      </dsp:txBody>
      <dsp:txXfrm rot="10800000">
        <a:off x="0" y="10345"/>
        <a:ext cx="7327837" cy="4094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C6F45-3833-4095-8C8F-D8FB2B7BB77A}">
      <dsp:nvSpPr>
        <dsp:cNvPr id="0" name=""/>
        <dsp:cNvSpPr/>
      </dsp:nvSpPr>
      <dsp:spPr>
        <a:xfrm>
          <a:off x="0" y="4369405"/>
          <a:ext cx="1917087" cy="409685"/>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rtl="0">
            <a:lnSpc>
              <a:spcPct val="90000"/>
            </a:lnSpc>
            <a:spcBef>
              <a:spcPct val="0"/>
            </a:spcBef>
            <a:spcAft>
              <a:spcPct val="35000"/>
            </a:spcAft>
            <a:buNone/>
          </a:pPr>
          <a:r>
            <a:rPr lang="ja" sz="1400" b="1" kern="1200">
              <a:latin typeface="Yu Gothic" panose="020B0400000000000000" pitchFamily="34" charset="-128"/>
              <a:ea typeface="Yu Gothic" panose="020B0400000000000000" pitchFamily="34" charset="-128"/>
              <a:sym typeface="Helvetica Neue Light"/>
            </a:rPr>
            <a:t>5月末</a:t>
          </a:r>
        </a:p>
      </dsp:txBody>
      <dsp:txXfrm>
        <a:off x="0" y="4369405"/>
        <a:ext cx="1917087" cy="409685"/>
      </dsp:txXfrm>
    </dsp:sp>
    <dsp:sp modelId="{1865315A-7FC7-4987-A0EB-EEEAEA2883F1}">
      <dsp:nvSpPr>
        <dsp:cNvPr id="0" name=""/>
        <dsp:cNvSpPr/>
      </dsp:nvSpPr>
      <dsp:spPr>
        <a:xfrm rot="10800000">
          <a:off x="0" y="3745454"/>
          <a:ext cx="1917087" cy="630096"/>
        </a:xfrm>
        <a:prstGeom prst="upArrowCallou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ja" sz="1400" b="1" kern="1200">
              <a:latin typeface="Yu Gothic" panose="020B0400000000000000" pitchFamily="34" charset="-128"/>
              <a:ea typeface="Yu Gothic" panose="020B0400000000000000" pitchFamily="34" charset="-128"/>
              <a:sym typeface="Helvetica Neue Light"/>
            </a:rPr>
            <a:t>5月中旬</a:t>
          </a:r>
        </a:p>
      </dsp:txBody>
      <dsp:txXfrm rot="10800000">
        <a:off x="0" y="3745454"/>
        <a:ext cx="1917087" cy="409417"/>
      </dsp:txXfrm>
    </dsp:sp>
    <dsp:sp modelId="{2468488A-0AC6-41E8-8185-99A3E1030DA7}">
      <dsp:nvSpPr>
        <dsp:cNvPr id="0" name=""/>
        <dsp:cNvSpPr/>
      </dsp:nvSpPr>
      <dsp:spPr>
        <a:xfrm rot="10800000">
          <a:off x="0" y="3121502"/>
          <a:ext cx="1917087" cy="630096"/>
        </a:xfrm>
        <a:prstGeom prst="upArrowCallou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rtl="0">
            <a:lnSpc>
              <a:spcPct val="90000"/>
            </a:lnSpc>
            <a:spcBef>
              <a:spcPct val="0"/>
            </a:spcBef>
            <a:spcAft>
              <a:spcPct val="35000"/>
            </a:spcAft>
            <a:buNone/>
          </a:pPr>
          <a:r>
            <a:rPr lang="ja" sz="1400" b="1" kern="1200">
              <a:latin typeface="Yu Gothic" panose="020B0400000000000000" pitchFamily="34" charset="-128"/>
              <a:ea typeface="Yu Gothic" panose="020B0400000000000000" pitchFamily="34" charset="-128"/>
              <a:sym typeface="Helvetica Neue Light"/>
            </a:rPr>
            <a:t>5月上旬</a:t>
          </a:r>
        </a:p>
      </dsp:txBody>
      <dsp:txXfrm rot="10800000">
        <a:off x="0" y="3121502"/>
        <a:ext cx="1917087" cy="409417"/>
      </dsp:txXfrm>
    </dsp:sp>
    <dsp:sp modelId="{2C6FB028-6C63-4238-B98B-8E463690C22B}">
      <dsp:nvSpPr>
        <dsp:cNvPr id="0" name=""/>
        <dsp:cNvSpPr/>
      </dsp:nvSpPr>
      <dsp:spPr>
        <a:xfrm rot="10800000">
          <a:off x="0" y="2497550"/>
          <a:ext cx="1917087" cy="630096"/>
        </a:xfrm>
        <a:prstGeom prst="upArrowCallou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ja" sz="1400" b="1" kern="1200">
              <a:latin typeface="Yu Gothic" panose="020B0400000000000000" pitchFamily="34" charset="-128"/>
              <a:ea typeface="Yu Gothic" panose="020B0400000000000000" pitchFamily="34" charset="-128"/>
              <a:cs typeface="+mn-cs"/>
            </a:rPr>
            <a:t>5月上旬</a:t>
          </a:r>
        </a:p>
      </dsp:txBody>
      <dsp:txXfrm rot="10800000">
        <a:off x="0" y="2497550"/>
        <a:ext cx="1917087" cy="409417"/>
      </dsp:txXfrm>
    </dsp:sp>
    <dsp:sp modelId="{09A5CA86-5F72-48AE-A855-D989C388E702}">
      <dsp:nvSpPr>
        <dsp:cNvPr id="0" name=""/>
        <dsp:cNvSpPr/>
      </dsp:nvSpPr>
      <dsp:spPr>
        <a:xfrm rot="10800000">
          <a:off x="0" y="1873599"/>
          <a:ext cx="1917087" cy="630096"/>
        </a:xfrm>
        <a:prstGeom prst="upArrowCallou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ja" sz="1400" b="1" kern="1200">
              <a:latin typeface="Yu Gothic" panose="020B0400000000000000" pitchFamily="34" charset="-128"/>
              <a:ea typeface="Yu Gothic" panose="020B0400000000000000" pitchFamily="34" charset="-128"/>
              <a:cs typeface="Helvetica Neue Light"/>
            </a:rPr>
            <a:t>4月末</a:t>
          </a:r>
        </a:p>
      </dsp:txBody>
      <dsp:txXfrm rot="10800000">
        <a:off x="0" y="1873599"/>
        <a:ext cx="1917087" cy="409417"/>
      </dsp:txXfrm>
    </dsp:sp>
    <dsp:sp modelId="{D5716CB2-85D2-45F2-8DC9-1A750F6BA96F}">
      <dsp:nvSpPr>
        <dsp:cNvPr id="0" name=""/>
        <dsp:cNvSpPr/>
      </dsp:nvSpPr>
      <dsp:spPr>
        <a:xfrm rot="10800000">
          <a:off x="0" y="1249647"/>
          <a:ext cx="1917087" cy="630096"/>
        </a:xfrm>
        <a:prstGeom prst="upArrowCallou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ja" sz="1400" b="1" kern="1200" dirty="0">
              <a:latin typeface="Yu Gothic" panose="020B0400000000000000" pitchFamily="34" charset="-128"/>
              <a:ea typeface="Yu Gothic" panose="020B0400000000000000" pitchFamily="34" charset="-128"/>
            </a:rPr>
            <a:t>4月</a:t>
          </a:r>
          <a:endParaRPr lang="en-US" sz="1400" b="1" kern="1200" dirty="0">
            <a:latin typeface="Yu Gothic" panose="020B0400000000000000" pitchFamily="34" charset="-128"/>
            <a:ea typeface="Yu Gothic" panose="020B0400000000000000" pitchFamily="34" charset="-128"/>
            <a:cs typeface="Helvetica Neue Light"/>
          </a:endParaRPr>
        </a:p>
      </dsp:txBody>
      <dsp:txXfrm rot="10800000">
        <a:off x="0" y="1249647"/>
        <a:ext cx="1917087" cy="409417"/>
      </dsp:txXfrm>
    </dsp:sp>
    <dsp:sp modelId="{27D80529-CC81-424A-94FB-F2B1C5191DF8}">
      <dsp:nvSpPr>
        <dsp:cNvPr id="0" name=""/>
        <dsp:cNvSpPr/>
      </dsp:nvSpPr>
      <dsp:spPr>
        <a:xfrm rot="10800000">
          <a:off x="0" y="625695"/>
          <a:ext cx="1917087" cy="630096"/>
        </a:xfrm>
        <a:prstGeom prst="upArrowCallou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SzPts val="1700"/>
            <a:buFont typeface="Wingdings" panose="05000000000000000000" pitchFamily="2" charset="2"/>
            <a:buNone/>
          </a:pPr>
          <a:r>
            <a:rPr lang="ja" sz="1400" b="1" kern="1200">
              <a:latin typeface="Yu Gothic" panose="020B0400000000000000" pitchFamily="34" charset="-128"/>
              <a:ea typeface="Yu Gothic" panose="020B0400000000000000" pitchFamily="34" charset="-128"/>
            </a:rPr>
            <a:t>4月</a:t>
          </a:r>
          <a:endParaRPr lang="en-US" sz="1400" b="1" kern="1200">
            <a:latin typeface="Yu Gothic" panose="020B0400000000000000" pitchFamily="34" charset="-128"/>
            <a:ea typeface="Yu Gothic" panose="020B0400000000000000" pitchFamily="34" charset="-128"/>
            <a:cs typeface="+mn-cs"/>
          </a:endParaRPr>
        </a:p>
      </dsp:txBody>
      <dsp:txXfrm rot="10800000">
        <a:off x="0" y="625695"/>
        <a:ext cx="1917087" cy="409417"/>
      </dsp:txXfrm>
    </dsp:sp>
    <dsp:sp modelId="{AEE16106-F2F7-4829-B965-C8CA9BCA613A}">
      <dsp:nvSpPr>
        <dsp:cNvPr id="0" name=""/>
        <dsp:cNvSpPr/>
      </dsp:nvSpPr>
      <dsp:spPr>
        <a:xfrm rot="10800000">
          <a:off x="0" y="0"/>
          <a:ext cx="1917087" cy="630096"/>
        </a:xfrm>
        <a:prstGeom prst="upArrowCallou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SzPts val="1700"/>
            <a:buFont typeface="Wingdings" panose="05000000000000000000" pitchFamily="2" charset="2"/>
            <a:buNone/>
          </a:pPr>
          <a:r>
            <a:rPr lang="ja" sz="1400" b="1" kern="1200">
              <a:latin typeface="Yu Gothic" panose="020B0400000000000000" pitchFamily="34" charset="-128"/>
              <a:ea typeface="Yu Gothic" panose="020B0400000000000000" pitchFamily="34" charset="-128"/>
              <a:cs typeface="+mn-cs"/>
            </a:rPr>
            <a:t>3月末</a:t>
          </a:r>
        </a:p>
      </dsp:txBody>
      <dsp:txXfrm rot="10800000">
        <a:off x="0" y="0"/>
        <a:ext cx="1917087" cy="409417"/>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C29365-487B-43C3-A9AD-4DDBE4A73203}"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87E1C7-95EF-4B4A-A6D5-7D26E73F5465}" type="slidenum">
              <a:rPr lang="en-US" smtClean="0"/>
              <a:t>‹#›</a:t>
            </a:fld>
            <a:endParaRPr lang="en-US"/>
          </a:p>
        </p:txBody>
      </p:sp>
    </p:spTree>
    <p:extLst>
      <p:ext uri="{BB962C8B-B14F-4D97-AF65-F5344CB8AC3E}">
        <p14:creationId xmlns:p14="http://schemas.microsoft.com/office/powerpoint/2010/main" val="3466641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F633E-A162-93E6-8E4A-9912CBD68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CCBE0A-07E3-FAE9-4B1E-E2B63DEC6B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1CE7807-46EC-5D13-66FA-73478034FD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E1E76B-7FBE-772E-F174-06E8416B751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5386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4781A-2A3E-F320-DF8E-F089F627B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95E249-787A-DE39-3BC5-7656956095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75987AD-94E8-DB4B-06F0-6F4D187F54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3343A0-01A1-149C-741D-18D94DAFC56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60910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79F3C-9EBB-347B-1D66-DA74CF479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EF42C-7135-529C-0BA2-8F0F37140E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4290B5-EEC0-E0E0-ED7D-C639EAABA9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4FE6E0-E0FB-8EA7-44C9-A4BE41C2AF3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1815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7"/>
        <p:cNvGrpSpPr/>
        <p:nvPr/>
      </p:nvGrpSpPr>
      <p:grpSpPr>
        <a:xfrm>
          <a:off x="0" y="0"/>
          <a:ext cx="0" cy="0"/>
          <a:chOff x="0" y="0"/>
          <a:chExt cx="0" cy="0"/>
        </a:xfrm>
      </p:grpSpPr>
      <p:sp>
        <p:nvSpPr>
          <p:cNvPr id="2548" name="Google Shape;2548;g2e554ba44cc_0_116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549" name="Google Shape;2549;g2e554ba44cc_0_116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MVPの概算見積もり（AIホスティングのためのオンプレミスNVIDIAプラットフォームへの移行を含む）</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158750" indent="0">
              <a:buNone/>
            </a:pPr>
            <a:r>
              <a:rPr lang="ja"/>
              <a:t>範囲 – 専門用語を使わずに説明する。</a:t>
            </a:r>
          </a:p>
          <a:p>
            <a:pPr marL="158750" indent="0">
              <a:buNone/>
            </a:pPr>
            <a:r>
              <a:rPr lang="ja"/>
              <a:t>第4四半期のスコープと成果物として具体化すべき事項</a:t>
            </a:r>
          </a:p>
        </p:txBody>
      </p:sp>
    </p:spTree>
    <p:extLst>
      <p:ext uri="{BB962C8B-B14F-4D97-AF65-F5344CB8AC3E}">
        <p14:creationId xmlns:p14="http://schemas.microsoft.com/office/powerpoint/2010/main" val="116472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6"/>
        <p:cNvGrpSpPr/>
        <p:nvPr/>
      </p:nvGrpSpPr>
      <p:grpSpPr>
        <a:xfrm>
          <a:off x="0" y="0"/>
          <a:ext cx="0" cy="0"/>
          <a:chOff x="0" y="0"/>
          <a:chExt cx="0" cy="0"/>
        </a:xfrm>
      </p:grpSpPr>
      <p:sp>
        <p:nvSpPr>
          <p:cNvPr id="1597" name="Google Shape;1597;g1481a1451a6_0_6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98" name="Google Shape;1598;g1481a1451a6_0_6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3162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6">
          <a:extLst>
            <a:ext uri="{FF2B5EF4-FFF2-40B4-BE49-F238E27FC236}">
              <a16:creationId xmlns:a16="http://schemas.microsoft.com/office/drawing/2014/main" id="{BE0495DE-3CEE-6225-8898-69968D9F6789}"/>
            </a:ext>
          </a:extLst>
        </p:cNvPr>
        <p:cNvGrpSpPr/>
        <p:nvPr/>
      </p:nvGrpSpPr>
      <p:grpSpPr>
        <a:xfrm>
          <a:off x="0" y="0"/>
          <a:ext cx="0" cy="0"/>
          <a:chOff x="0" y="0"/>
          <a:chExt cx="0" cy="0"/>
        </a:xfrm>
      </p:grpSpPr>
      <p:sp>
        <p:nvSpPr>
          <p:cNvPr id="1597" name="Google Shape;1597;g1481a1451a6_0_6286:notes">
            <a:extLst>
              <a:ext uri="{FF2B5EF4-FFF2-40B4-BE49-F238E27FC236}">
                <a16:creationId xmlns:a16="http://schemas.microsoft.com/office/drawing/2014/main" id="{3B1360FE-A04A-41BA-F70F-14FB06EB64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98" name="Google Shape;1598;g1481a1451a6_0_6286:notes">
            <a:extLst>
              <a:ext uri="{FF2B5EF4-FFF2-40B4-BE49-F238E27FC236}">
                <a16:creationId xmlns:a16="http://schemas.microsoft.com/office/drawing/2014/main" id="{66F17494-F89F-DB5E-A5B9-C7D2CC0870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152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b348a4ae2d_6_15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61" name="Google Shape;361;g3b348a4ae2d_6_15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8">
          <a:extLst>
            <a:ext uri="{FF2B5EF4-FFF2-40B4-BE49-F238E27FC236}">
              <a16:creationId xmlns:a16="http://schemas.microsoft.com/office/drawing/2014/main" id="{BC53975C-EFB9-63A9-AAED-DFAC770986E8}"/>
            </a:ext>
          </a:extLst>
        </p:cNvPr>
        <p:cNvGrpSpPr/>
        <p:nvPr/>
      </p:nvGrpSpPr>
      <p:grpSpPr>
        <a:xfrm>
          <a:off x="0" y="0"/>
          <a:ext cx="0" cy="0"/>
          <a:chOff x="0" y="0"/>
          <a:chExt cx="0" cy="0"/>
        </a:xfrm>
      </p:grpSpPr>
      <p:sp>
        <p:nvSpPr>
          <p:cNvPr id="5919" name="Google Shape;5919;p7:notes">
            <a:extLst>
              <a:ext uri="{FF2B5EF4-FFF2-40B4-BE49-F238E27FC236}">
                <a16:creationId xmlns:a16="http://schemas.microsoft.com/office/drawing/2014/main" id="{810DA9A3-8830-6C71-2A60-40E4A5108B2F}"/>
              </a:ext>
            </a:extLst>
          </p:cNvPr>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ja-JP" altLang="en-US"/>
          </a:p>
        </p:txBody>
      </p:sp>
      <p:sp>
        <p:nvSpPr>
          <p:cNvPr id="5920" name="Google Shape;5920;p7:notes">
            <a:extLst>
              <a:ext uri="{FF2B5EF4-FFF2-40B4-BE49-F238E27FC236}">
                <a16:creationId xmlns:a16="http://schemas.microsoft.com/office/drawing/2014/main" id="{55CA7BA1-CCF5-AB44-CC26-D9ACC0B4E572}"/>
              </a:ext>
            </a:extLst>
          </p:cNvPr>
          <p:cNvSpPr txBox="1">
            <a:spLocks noGrp="1"/>
          </p:cNvSpPr>
          <p:nvPr>
            <p:ph type="body" idx="1"/>
          </p:nvPr>
        </p:nvSpPr>
        <p:spPr>
          <a:xfrm>
            <a:off x="701675" y="4419600"/>
            <a:ext cx="5616600" cy="4187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21" name="Google Shape;5921;p7:notes">
            <a:extLst>
              <a:ext uri="{FF2B5EF4-FFF2-40B4-BE49-F238E27FC236}">
                <a16:creationId xmlns:a16="http://schemas.microsoft.com/office/drawing/2014/main" id="{E39FFFCB-8E21-30A0-39CF-D092EA04D86D}"/>
              </a:ext>
            </a:extLst>
          </p:cNvPr>
          <p:cNvSpPr txBox="1">
            <a:spLocks noGrp="1"/>
          </p:cNvSpPr>
          <p:nvPr>
            <p:ph type="sldNum" idx="12"/>
          </p:nvPr>
        </p:nvSpPr>
        <p:spPr>
          <a:xfrm>
            <a:off x="3976688" y="8839200"/>
            <a:ext cx="3041700" cy="4650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15</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845032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g151f4757408_1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28" name="Google Shape;1628;g151f4757408_1_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84420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293D0-0B7E-2639-AA34-A03DF5344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C12A0-D978-9527-B3CE-FD625ACE76B1}"/>
              </a:ext>
            </a:extLst>
          </p:cNvPr>
          <p:cNvSpPr>
            <a:spLocks noGrp="1" noRot="1" noChangeAspect="1"/>
          </p:cNvSpPr>
          <p:nvPr>
            <p:ph type="sldImg" idx="2"/>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CE6186C2-EE13-8D7D-6DA0-CE132617AC4A}"/>
              </a:ext>
            </a:extLst>
          </p:cNvPr>
          <p:cNvSpPr>
            <a:spLocks noGrp="1"/>
          </p:cNvSpPr>
          <p:nvPr>
            <p:ph type="body" sz="quarter" idx="3"/>
          </p:nvPr>
        </p:nvSpPr>
        <p:spPr/>
        <p:txBody>
          <a:bodyPr/>
          <a:lstStyle/>
          <a:p>
            <a:r>
              <a:t>出典：ワークショップ資料スライド8、9、10、11</a:t>
            </a:r>
          </a:p>
        </p:txBody>
      </p:sp>
      <p:sp>
        <p:nvSpPr>
          <p:cNvPr id="4" name="Slide Number Placeholder 3">
            <a:extLst>
              <a:ext uri="{FF2B5EF4-FFF2-40B4-BE49-F238E27FC236}">
                <a16:creationId xmlns:a16="http://schemas.microsoft.com/office/drawing/2014/main" id="{2FA8C988-18A9-3C5A-0301-5B314DD47C42}"/>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35302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b3229198cb_1_84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8" name="Google Shape;628;g3b3229198cb_1_84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a:extLst>
            <a:ext uri="{FF2B5EF4-FFF2-40B4-BE49-F238E27FC236}">
              <a16:creationId xmlns:a16="http://schemas.microsoft.com/office/drawing/2014/main" id="{56BD68EF-C762-1693-4777-588891C62FE4}"/>
            </a:ext>
          </a:extLst>
        </p:cNvPr>
        <p:cNvGrpSpPr/>
        <p:nvPr/>
      </p:nvGrpSpPr>
      <p:grpSpPr>
        <a:xfrm>
          <a:off x="0" y="0"/>
          <a:ext cx="0" cy="0"/>
          <a:chOff x="0" y="0"/>
          <a:chExt cx="0" cy="0"/>
        </a:xfrm>
      </p:grpSpPr>
      <p:sp>
        <p:nvSpPr>
          <p:cNvPr id="1627" name="Google Shape;1627;g151f4757408_1_131:notes">
            <a:extLst>
              <a:ext uri="{FF2B5EF4-FFF2-40B4-BE49-F238E27FC236}">
                <a16:creationId xmlns:a16="http://schemas.microsoft.com/office/drawing/2014/main" id="{0D0E33BC-C69A-64FF-24F0-CE22B190C5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28" name="Google Shape;1628;g151f4757408_1_131:notes">
            <a:extLst>
              <a:ext uri="{FF2B5EF4-FFF2-40B4-BE49-F238E27FC236}">
                <a16:creationId xmlns:a16="http://schemas.microsoft.com/office/drawing/2014/main" id="{8762D1A9-E404-8B76-6B52-05328CB931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26882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g151f4757408_1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28" name="Google Shape;1628;g151f4757408_1_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710469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a:extLst>
            <a:ext uri="{FF2B5EF4-FFF2-40B4-BE49-F238E27FC236}">
              <a16:creationId xmlns:a16="http://schemas.microsoft.com/office/drawing/2014/main" id="{FCBFC8C8-8EBD-6B31-3976-A98213B94279}"/>
            </a:ext>
          </a:extLst>
        </p:cNvPr>
        <p:cNvGrpSpPr/>
        <p:nvPr/>
      </p:nvGrpSpPr>
      <p:grpSpPr>
        <a:xfrm>
          <a:off x="0" y="0"/>
          <a:ext cx="0" cy="0"/>
          <a:chOff x="0" y="0"/>
          <a:chExt cx="0" cy="0"/>
        </a:xfrm>
      </p:grpSpPr>
      <p:sp>
        <p:nvSpPr>
          <p:cNvPr id="1627" name="Google Shape;1627;g151f4757408_1_131:notes">
            <a:extLst>
              <a:ext uri="{FF2B5EF4-FFF2-40B4-BE49-F238E27FC236}">
                <a16:creationId xmlns:a16="http://schemas.microsoft.com/office/drawing/2014/main" id="{90F7A72E-6BA0-D223-9C38-F604E746F0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28" name="Google Shape;1628;g151f4757408_1_131:notes">
            <a:extLst>
              <a:ext uri="{FF2B5EF4-FFF2-40B4-BE49-F238E27FC236}">
                <a16:creationId xmlns:a16="http://schemas.microsoft.com/office/drawing/2014/main" id="{FE78237A-4285-CEE9-D635-CEE91F07C2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229718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a:extLst>
            <a:ext uri="{FF2B5EF4-FFF2-40B4-BE49-F238E27FC236}">
              <a16:creationId xmlns:a16="http://schemas.microsoft.com/office/drawing/2014/main" id="{060D8624-5143-31EF-C832-BB639F72D790}"/>
            </a:ext>
          </a:extLst>
        </p:cNvPr>
        <p:cNvGrpSpPr/>
        <p:nvPr/>
      </p:nvGrpSpPr>
      <p:grpSpPr>
        <a:xfrm>
          <a:off x="0" y="0"/>
          <a:ext cx="0" cy="0"/>
          <a:chOff x="0" y="0"/>
          <a:chExt cx="0" cy="0"/>
        </a:xfrm>
      </p:grpSpPr>
      <p:sp>
        <p:nvSpPr>
          <p:cNvPr id="1627" name="Google Shape;1627;g151f4757408_1_131:notes">
            <a:extLst>
              <a:ext uri="{FF2B5EF4-FFF2-40B4-BE49-F238E27FC236}">
                <a16:creationId xmlns:a16="http://schemas.microsoft.com/office/drawing/2014/main" id="{4602D573-911B-A0F7-0727-954A37C81C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8" name="Google Shape;1628;g151f4757408_1_131:notes">
            <a:extLst>
              <a:ext uri="{FF2B5EF4-FFF2-40B4-BE49-F238E27FC236}">
                <a16:creationId xmlns:a16="http://schemas.microsoft.com/office/drawing/2014/main" id="{933CF097-E32E-B7A2-0A0D-9F9A731B75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067837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g151f4757408_1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28" name="Google Shape;1628;g151f4757408_1_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69219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Only 1 1">
  <p:cSld name="1_Title Only 1 1">
    <p:spTree>
      <p:nvGrpSpPr>
        <p:cNvPr id="1" name="Shape 312"/>
        <p:cNvGrpSpPr/>
        <p:nvPr/>
      </p:nvGrpSpPr>
      <p:grpSpPr>
        <a:xfrm>
          <a:off x="0" y="0"/>
          <a:ext cx="0" cy="0"/>
          <a:chOff x="0" y="0"/>
          <a:chExt cx="0" cy="0"/>
        </a:xfrm>
      </p:grpSpPr>
      <p:sp>
        <p:nvSpPr>
          <p:cNvPr id="313" name="Google Shape;313;p47"/>
          <p:cNvSpPr txBox="1"/>
          <p:nvPr/>
        </p:nvSpPr>
        <p:spPr>
          <a:xfrm>
            <a:off x="97521" y="6451700"/>
            <a:ext cx="2838000" cy="328500"/>
          </a:xfrm>
          <a:prstGeom prst="rect">
            <a:avLst/>
          </a:prstGeom>
          <a:noFill/>
          <a:ln>
            <a:noFill/>
          </a:ln>
        </p:spPr>
        <p:txBody>
          <a:bodyPr spcFirstLastPara="1" wrap="square" lIns="121900" tIns="60900" rIns="121900" bIns="60900" anchor="t" anchorCtr="0">
            <a:noAutofit/>
          </a:bodyPr>
          <a:lstStyle/>
          <a:p>
            <a:pPr marL="0" marR="0" lvl="0" indent="0" algn="l" rtl="0">
              <a:lnSpc>
                <a:spcPct val="100000"/>
              </a:lnSpc>
              <a:spcBef>
                <a:spcPts val="0"/>
              </a:spcBef>
              <a:spcAft>
                <a:spcPts val="0"/>
              </a:spcAft>
              <a:buClr>
                <a:schemeClr val="dk1"/>
              </a:buClr>
              <a:buSzPts val="400"/>
              <a:buFont typeface="Helvetica Neue"/>
              <a:buNone/>
            </a:pPr>
            <a:r>
              <a:rPr lang="en-US" sz="1100" b="0" i="0" u="none" strike="noStrike" cap="none">
                <a:solidFill>
                  <a:schemeClr val="dk1"/>
                </a:solidFill>
                <a:latin typeface="Helvetica Neue"/>
                <a:ea typeface="Helvetica Neue"/>
                <a:cs typeface="Helvetica Neue"/>
                <a:sym typeface="Helvetica Neue"/>
              </a:rPr>
              <a:t>Confidential</a:t>
            </a:r>
            <a:endParaRPr sz="1900" b="0" i="0" u="none" strike="noStrike" cap="none">
              <a:solidFill>
                <a:srgbClr val="000000"/>
              </a:solidFill>
              <a:latin typeface="Arial"/>
              <a:ea typeface="Arial"/>
              <a:cs typeface="Arial"/>
              <a:sym typeface="Arial"/>
            </a:endParaRPr>
          </a:p>
        </p:txBody>
      </p:sp>
      <p:sp>
        <p:nvSpPr>
          <p:cNvPr id="314" name="Google Shape;314;p47"/>
          <p:cNvSpPr txBox="1">
            <a:spLocks noGrp="1"/>
          </p:cNvSpPr>
          <p:nvPr>
            <p:ph type="title"/>
          </p:nvPr>
        </p:nvSpPr>
        <p:spPr>
          <a:xfrm>
            <a:off x="606775" y="625451"/>
            <a:ext cx="11060700" cy="745200"/>
          </a:xfrm>
          <a:prstGeom prst="rect">
            <a:avLst/>
          </a:prstGeom>
          <a:noFill/>
          <a:ln>
            <a:noFill/>
          </a:ln>
        </p:spPr>
        <p:txBody>
          <a:bodyPr spcFirstLastPara="1" wrap="square" lIns="162525" tIns="36575" rIns="162525" bIns="36575" anchor="t" anchorCtr="0">
            <a:noAutofit/>
          </a:bodyPr>
          <a:lstStyle>
            <a:lvl1pPr marR="0" lvl="0" algn="l" rtl="0">
              <a:lnSpc>
                <a:spcPct val="100000"/>
              </a:lnSpc>
              <a:spcBef>
                <a:spcPts val="300"/>
              </a:spcBef>
              <a:spcAft>
                <a:spcPts val="0"/>
              </a:spcAft>
              <a:buClr>
                <a:schemeClr val="dk1"/>
              </a:buClr>
              <a:buSzPts val="4100"/>
              <a:buFont typeface="Helvetica Neue"/>
              <a:buNone/>
              <a:defRPr sz="32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800"/>
              </a:spcBef>
              <a:spcAft>
                <a:spcPts val="0"/>
              </a:spcAft>
              <a:buClr>
                <a:srgbClr val="000000"/>
              </a:buClr>
              <a:buSzPts val="3700"/>
              <a:buFont typeface="Arial"/>
              <a:buNone/>
              <a:defRPr sz="2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700"/>
              <a:buFont typeface="Arial"/>
              <a:buNone/>
              <a:defRPr sz="2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700"/>
              <a:buFont typeface="Arial"/>
              <a:buNone/>
              <a:defRPr sz="2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700"/>
              <a:buFont typeface="Arial"/>
              <a:buNone/>
              <a:defRPr sz="2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700"/>
              <a:buFont typeface="Arial"/>
              <a:buNone/>
              <a:defRPr sz="2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700"/>
              <a:buFont typeface="Arial"/>
              <a:buNone/>
              <a:defRPr sz="2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700"/>
              <a:buFont typeface="Arial"/>
              <a:buNone/>
              <a:defRPr sz="2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700"/>
              <a:buFont typeface="Arial"/>
              <a:buNone/>
              <a:defRPr sz="2800" b="0" i="0" u="none" strike="noStrike" cap="none">
                <a:solidFill>
                  <a:srgbClr val="000000"/>
                </a:solidFill>
                <a:latin typeface="Arial"/>
                <a:ea typeface="Arial"/>
                <a:cs typeface="Arial"/>
                <a:sym typeface="Arial"/>
              </a:defRPr>
            </a:lvl9pPr>
          </a:lstStyle>
          <a:p>
            <a:endParaRPr/>
          </a:p>
        </p:txBody>
      </p:sp>
      <p:pic>
        <p:nvPicPr>
          <p:cNvPr id="315" name="Google Shape;315;p47"/>
          <p:cNvPicPr preferRelativeResize="0"/>
          <p:nvPr/>
        </p:nvPicPr>
        <p:blipFill rotWithShape="1">
          <a:blip r:embed="rId2">
            <a:alphaModFix/>
          </a:blip>
          <a:srcRect/>
          <a:stretch/>
        </p:blipFill>
        <p:spPr>
          <a:xfrm>
            <a:off x="8932" y="89317"/>
            <a:ext cx="1891299" cy="638313"/>
          </a:xfrm>
          <a:prstGeom prst="rect">
            <a:avLst/>
          </a:prstGeom>
          <a:noFill/>
          <a:ln>
            <a:noFill/>
          </a:ln>
        </p:spPr>
      </p:pic>
    </p:spTree>
    <p:extLst>
      <p:ext uri="{BB962C8B-B14F-4D97-AF65-F5344CB8AC3E}">
        <p14:creationId xmlns:p14="http://schemas.microsoft.com/office/powerpoint/2010/main" val="710939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18pt">
  <p:cSld name="Title and Content 18pt">
    <p:spTree>
      <p:nvGrpSpPr>
        <p:cNvPr id="1" name="Shape 307"/>
        <p:cNvGrpSpPr/>
        <p:nvPr/>
      </p:nvGrpSpPr>
      <p:grpSpPr>
        <a:xfrm>
          <a:off x="0" y="0"/>
          <a:ext cx="0" cy="0"/>
          <a:chOff x="0" y="0"/>
          <a:chExt cx="0" cy="0"/>
        </a:xfrm>
      </p:grpSpPr>
      <p:sp>
        <p:nvSpPr>
          <p:cNvPr id="308" name="Google Shape;308;p51"/>
          <p:cNvSpPr txBox="1">
            <a:spLocks noGrp="1"/>
          </p:cNvSpPr>
          <p:nvPr>
            <p:ph type="title"/>
          </p:nvPr>
        </p:nvSpPr>
        <p:spPr>
          <a:xfrm>
            <a:off x="751952" y="889000"/>
            <a:ext cx="10304000" cy="745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267"/>
              </a:spcBef>
              <a:spcAft>
                <a:spcPts val="0"/>
              </a:spcAft>
              <a:buClr>
                <a:srgbClr val="000000"/>
              </a:buClr>
              <a:buSzPts val="2200"/>
              <a:buFont typeface="Helvetica Neue"/>
              <a:buNone/>
              <a:defRPr sz="2933"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80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9pPr>
          </a:lstStyle>
          <a:p>
            <a:endParaRPr/>
          </a:p>
        </p:txBody>
      </p:sp>
      <p:sp>
        <p:nvSpPr>
          <p:cNvPr id="309" name="Google Shape;309;p51"/>
          <p:cNvSpPr txBox="1"/>
          <p:nvPr/>
        </p:nvSpPr>
        <p:spPr>
          <a:xfrm>
            <a:off x="97521" y="6451700"/>
            <a:ext cx="2838000" cy="328400"/>
          </a:xfrm>
          <a:prstGeom prst="rect">
            <a:avLst/>
          </a:prstGeom>
          <a:noFill/>
          <a:ln>
            <a:noFill/>
          </a:ln>
        </p:spPr>
        <p:txBody>
          <a:bodyPr spcFirstLastPara="1" wrap="square" lIns="121900" tIns="60933" rIns="121900" bIns="60933" anchor="t" anchorCtr="0">
            <a:noAutofit/>
          </a:bodyPr>
          <a:lstStyle/>
          <a:p>
            <a:pPr marL="0" marR="0" lvl="0" indent="0" algn="l" rtl="0">
              <a:lnSpc>
                <a:spcPct val="100000"/>
              </a:lnSpc>
              <a:spcBef>
                <a:spcPts val="0"/>
              </a:spcBef>
              <a:spcAft>
                <a:spcPts val="0"/>
              </a:spcAft>
              <a:buClr>
                <a:schemeClr val="dk1"/>
              </a:buClr>
              <a:buSzPts val="200"/>
              <a:buFont typeface="Helvetica Neue"/>
              <a:buNone/>
            </a:pPr>
            <a:r>
              <a:rPr lang="en" sz="1067" b="0" i="0" u="none" strike="noStrike" cap="none">
                <a:solidFill>
                  <a:schemeClr val="dk1"/>
                </a:solidFill>
                <a:latin typeface="Helvetica Neue"/>
                <a:ea typeface="Helvetica Neue"/>
                <a:cs typeface="Helvetica Neue"/>
                <a:sym typeface="Helvetica Neue"/>
              </a:rPr>
              <a:t>Confidential</a:t>
            </a:r>
            <a:endParaRPr sz="1867" b="0" i="0" u="none" strike="noStrike" cap="none">
              <a:solidFill>
                <a:srgbClr val="000000"/>
              </a:solidFill>
              <a:latin typeface="Helvetica Neue"/>
              <a:ea typeface="Helvetica Neue"/>
              <a:cs typeface="Helvetica Neue"/>
              <a:sym typeface="Helvetica Neue"/>
            </a:endParaRPr>
          </a:p>
        </p:txBody>
      </p:sp>
      <p:sp>
        <p:nvSpPr>
          <p:cNvPr id="310" name="Google Shape;310;p51"/>
          <p:cNvSpPr txBox="1">
            <a:spLocks noGrp="1"/>
          </p:cNvSpPr>
          <p:nvPr>
            <p:ph type="body" idx="1"/>
          </p:nvPr>
        </p:nvSpPr>
        <p:spPr>
          <a:xfrm>
            <a:off x="751952" y="1735667"/>
            <a:ext cx="10304000" cy="4919200"/>
          </a:xfrm>
          <a:prstGeom prst="rect">
            <a:avLst/>
          </a:prstGeom>
          <a:noFill/>
          <a:ln>
            <a:noFill/>
          </a:ln>
        </p:spPr>
        <p:txBody>
          <a:bodyPr spcFirstLastPara="1" wrap="square" lIns="91425" tIns="91425" rIns="91425" bIns="91425" anchor="t" anchorCtr="0">
            <a:noAutofit/>
          </a:bodyPr>
          <a:lstStyle>
            <a:lvl1pPr marL="609585" marR="0" lvl="0" indent="-389457" algn="l" rtl="0">
              <a:lnSpc>
                <a:spcPct val="100000"/>
              </a:lnSpc>
              <a:spcBef>
                <a:spcPts val="267"/>
              </a:spcBef>
              <a:spcAft>
                <a:spcPts val="0"/>
              </a:spcAft>
              <a:buClr>
                <a:srgbClr val="000000"/>
              </a:buClr>
              <a:buSzPts val="1000"/>
              <a:buFont typeface="Arial"/>
              <a:buChar char="•"/>
              <a:defRPr sz="1333" b="0" i="0" u="none" strike="noStrike" cap="none">
                <a:solidFill>
                  <a:srgbClr val="000000"/>
                </a:solidFill>
                <a:latin typeface="Helvetica Neue"/>
                <a:ea typeface="Helvetica Neue"/>
                <a:cs typeface="Helvetica Neue"/>
                <a:sym typeface="Helvetica Neue"/>
              </a:defRPr>
            </a:lvl1pPr>
            <a:lvl2pPr marL="1219170" marR="0" lvl="1" indent="-440256" algn="l" rtl="0">
              <a:lnSpc>
                <a:spcPct val="100000"/>
              </a:lnSpc>
              <a:spcBef>
                <a:spcPts val="533"/>
              </a:spcBef>
              <a:spcAft>
                <a:spcPts val="0"/>
              </a:spcAft>
              <a:buClr>
                <a:srgbClr val="000000"/>
              </a:buClr>
              <a:buSzPts val="1600"/>
              <a:buFont typeface="Helvetica Neue"/>
              <a:buChar char="-"/>
              <a:defRPr sz="2133" b="0" i="0" u="none" strike="noStrike" cap="none">
                <a:solidFill>
                  <a:srgbClr val="000000"/>
                </a:solidFill>
                <a:latin typeface="Helvetica Neue"/>
                <a:ea typeface="Helvetica Neue"/>
                <a:cs typeface="Helvetica Neue"/>
                <a:sym typeface="Helvetica Neue"/>
              </a:defRPr>
            </a:lvl2pPr>
            <a:lvl3pPr marL="1828754" marR="0" lvl="2" indent="-393690" algn="l" rtl="0">
              <a:lnSpc>
                <a:spcPct val="100000"/>
              </a:lnSpc>
              <a:spcBef>
                <a:spcPts val="533"/>
              </a:spcBef>
              <a:spcAft>
                <a:spcPts val="0"/>
              </a:spcAft>
              <a:buClr>
                <a:srgbClr val="000000"/>
              </a:buClr>
              <a:buSzPts val="1050"/>
              <a:buFont typeface="Arial"/>
              <a:buChar char="•"/>
              <a:defRPr sz="1867" b="0" i="0" u="none" strike="noStrike" cap="none">
                <a:solidFill>
                  <a:srgbClr val="000000"/>
                </a:solidFill>
                <a:latin typeface="Helvetica Neue"/>
                <a:ea typeface="Helvetica Neue"/>
                <a:cs typeface="Helvetica Neue"/>
                <a:sym typeface="Helvetica Neue"/>
              </a:defRPr>
            </a:lvl3pPr>
            <a:lvl4pPr marL="2438339" marR="0" lvl="3" indent="-304792" algn="l" rtl="0">
              <a:lnSpc>
                <a:spcPct val="100000"/>
              </a:lnSpc>
              <a:spcBef>
                <a:spcPts val="533"/>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4pPr>
            <a:lvl5pPr marL="3047924" marR="0" lvl="4"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5pPr>
            <a:lvl6pPr marL="3657509" marR="0" lvl="5"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6pPr>
            <a:lvl7pPr marL="4267093" marR="0" lvl="6"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7pPr>
            <a:lvl8pPr marL="4876678" marR="0" lvl="7"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8pPr>
            <a:lvl9pPr marL="5486263" marR="0" lvl="8"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9pPr>
          </a:lstStyle>
          <a:p>
            <a:endParaRPr/>
          </a:p>
        </p:txBody>
      </p:sp>
      <p:pic>
        <p:nvPicPr>
          <p:cNvPr id="311" name="Google Shape;311;p51"/>
          <p:cNvPicPr preferRelativeResize="0"/>
          <p:nvPr/>
        </p:nvPicPr>
        <p:blipFill rotWithShape="1">
          <a:blip r:embed="rId2">
            <a:alphaModFix/>
          </a:blip>
          <a:srcRect/>
          <a:stretch/>
        </p:blipFill>
        <p:spPr>
          <a:xfrm>
            <a:off x="8931" y="89317"/>
            <a:ext cx="1891300" cy="638312"/>
          </a:xfrm>
          <a:prstGeom prst="rect">
            <a:avLst/>
          </a:prstGeom>
          <a:noFill/>
          <a:ln>
            <a:noFill/>
          </a:ln>
        </p:spPr>
      </p:pic>
    </p:spTree>
    <p:extLst>
      <p:ext uri="{BB962C8B-B14F-4D97-AF65-F5344CB8AC3E}">
        <p14:creationId xmlns:p14="http://schemas.microsoft.com/office/powerpoint/2010/main" val="1318435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Only 1 1 1">
  <p:cSld name="1_Title Only 1 1 1">
    <p:spTree>
      <p:nvGrpSpPr>
        <p:cNvPr id="1" name="Shape 16"/>
        <p:cNvGrpSpPr/>
        <p:nvPr/>
      </p:nvGrpSpPr>
      <p:grpSpPr>
        <a:xfrm>
          <a:off x="0" y="0"/>
          <a:ext cx="0" cy="0"/>
          <a:chOff x="0" y="0"/>
          <a:chExt cx="0" cy="0"/>
        </a:xfrm>
      </p:grpSpPr>
      <p:sp>
        <p:nvSpPr>
          <p:cNvPr id="17" name="Google Shape;17;p3"/>
          <p:cNvSpPr txBox="1"/>
          <p:nvPr/>
        </p:nvSpPr>
        <p:spPr>
          <a:xfrm>
            <a:off x="97521" y="6451700"/>
            <a:ext cx="2838000" cy="328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chemeClr val="dk1"/>
              </a:buClr>
              <a:buSzPts val="300"/>
              <a:buFont typeface="Helvetica Neue"/>
              <a:buNone/>
            </a:pPr>
            <a:r>
              <a:rPr lang="en-US" sz="1100" b="0" i="0" u="none" strike="noStrike" cap="none">
                <a:solidFill>
                  <a:schemeClr val="dk1"/>
                </a:solidFill>
                <a:latin typeface="Helvetica Neue"/>
                <a:ea typeface="Helvetica Neue"/>
                <a:cs typeface="Helvetica Neue"/>
                <a:sym typeface="Helvetica Neue"/>
              </a:rPr>
              <a:t>Confidential</a:t>
            </a:r>
            <a:endParaRPr sz="1900" b="0" i="0" u="none" strike="noStrike" cap="none">
              <a:solidFill>
                <a:srgbClr val="000000"/>
              </a:solidFill>
              <a:latin typeface="Arial"/>
              <a:ea typeface="Arial"/>
              <a:cs typeface="Arial"/>
              <a:sym typeface="Arial"/>
            </a:endParaRPr>
          </a:p>
        </p:txBody>
      </p:sp>
      <p:sp>
        <p:nvSpPr>
          <p:cNvPr id="18" name="Google Shape;18;p3"/>
          <p:cNvSpPr txBox="1">
            <a:spLocks noGrp="1"/>
          </p:cNvSpPr>
          <p:nvPr>
            <p:ph type="title"/>
          </p:nvPr>
        </p:nvSpPr>
        <p:spPr>
          <a:xfrm>
            <a:off x="606775" y="625450"/>
            <a:ext cx="11061000" cy="745200"/>
          </a:xfrm>
          <a:prstGeom prst="rect">
            <a:avLst/>
          </a:prstGeom>
          <a:noFill/>
          <a:ln>
            <a:noFill/>
          </a:ln>
        </p:spPr>
        <p:txBody>
          <a:bodyPr spcFirstLastPara="1" wrap="square" lIns="121900" tIns="27425" rIns="121900" bIns="27425" anchor="t" anchorCtr="0">
            <a:noAutofit/>
          </a:bodyPr>
          <a:lstStyle>
            <a:lvl1pPr marR="0" lvl="0" algn="l" rtl="0">
              <a:lnSpc>
                <a:spcPct val="100000"/>
              </a:lnSpc>
              <a:spcBef>
                <a:spcPts val="300"/>
              </a:spcBef>
              <a:spcAft>
                <a:spcPts val="0"/>
              </a:spcAft>
              <a:buClr>
                <a:schemeClr val="dk1"/>
              </a:buClr>
              <a:buSzPts val="3200"/>
              <a:buFont typeface="Helvetica Neue"/>
              <a:buNone/>
              <a:defRPr sz="32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80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9pPr>
          </a:lstStyle>
          <a:p>
            <a:endParaRPr/>
          </a:p>
        </p:txBody>
      </p:sp>
      <p:pic>
        <p:nvPicPr>
          <p:cNvPr id="19" name="Google Shape;19;p3"/>
          <p:cNvPicPr preferRelativeResize="0"/>
          <p:nvPr/>
        </p:nvPicPr>
        <p:blipFill rotWithShape="1">
          <a:blip r:embed="rId2">
            <a:alphaModFix/>
          </a:blip>
          <a:srcRect/>
          <a:stretch/>
        </p:blipFill>
        <p:spPr>
          <a:xfrm>
            <a:off x="8931" y="89317"/>
            <a:ext cx="1891299" cy="638313"/>
          </a:xfrm>
          <a:prstGeom prst="rect">
            <a:avLst/>
          </a:prstGeom>
          <a:noFill/>
          <a:ln>
            <a:noFill/>
          </a:ln>
        </p:spPr>
      </p:pic>
      <p:sp>
        <p:nvSpPr>
          <p:cNvPr id="20" name="Google Shape;20;p3"/>
          <p:cNvSpPr txBox="1">
            <a:spLocks noGrp="1"/>
          </p:cNvSpPr>
          <p:nvPr>
            <p:ph type="body" idx="1"/>
          </p:nvPr>
        </p:nvSpPr>
        <p:spPr>
          <a:xfrm>
            <a:off x="606775" y="1540400"/>
            <a:ext cx="9711900" cy="4455300"/>
          </a:xfrm>
          <a:prstGeom prst="rect">
            <a:avLst/>
          </a:prstGeom>
          <a:noFill/>
          <a:ln>
            <a:noFill/>
          </a:ln>
        </p:spPr>
        <p:txBody>
          <a:bodyPr spcFirstLastPara="1" wrap="square" lIns="91425" tIns="91425" rIns="91425" bIns="91425" anchor="t" anchorCtr="0">
            <a:noAutofit/>
          </a:bodyPr>
          <a:lstStyle>
            <a:lvl1pPr marL="457200" marR="0" lvl="0" indent="-314325" algn="l" rtl="0">
              <a:lnSpc>
                <a:spcPct val="100000"/>
              </a:lnSpc>
              <a:spcBef>
                <a:spcPts val="200"/>
              </a:spcBef>
              <a:spcAft>
                <a:spcPts val="0"/>
              </a:spcAft>
              <a:buClr>
                <a:srgbClr val="000000"/>
              </a:buClr>
              <a:buSzPts val="1350"/>
              <a:buFont typeface="Helvetica Neue Light"/>
              <a:buChar char="•"/>
              <a:defRPr sz="1800" i="0" u="none" strike="noStrike" cap="none">
                <a:solidFill>
                  <a:srgbClr val="000000"/>
                </a:solidFill>
                <a:latin typeface="Helvetica Neue Light"/>
                <a:ea typeface="Helvetica Neue Light"/>
                <a:cs typeface="Helvetica Neue Light"/>
                <a:sym typeface="Helvetica Neue Light"/>
              </a:defRPr>
            </a:lvl1pPr>
            <a:lvl2pPr marL="914400" marR="0" lvl="1" indent="-330200" algn="l" rtl="0">
              <a:lnSpc>
                <a:spcPct val="100000"/>
              </a:lnSpc>
              <a:spcBef>
                <a:spcPts val="400"/>
              </a:spcBef>
              <a:spcAft>
                <a:spcPts val="0"/>
              </a:spcAft>
              <a:buClr>
                <a:srgbClr val="000000"/>
              </a:buClr>
              <a:buSzPts val="1600"/>
              <a:buFont typeface="Helvetica Neue Light"/>
              <a:buChar char="-"/>
              <a:defRPr sz="1600" i="0" u="none" strike="noStrike" cap="none">
                <a:solidFill>
                  <a:srgbClr val="000000"/>
                </a:solidFill>
                <a:latin typeface="Helvetica Neue Light"/>
                <a:ea typeface="Helvetica Neue Light"/>
                <a:cs typeface="Helvetica Neue Light"/>
                <a:sym typeface="Helvetica Neue Light"/>
              </a:defRPr>
            </a:lvl2pPr>
            <a:lvl3pPr marL="1371600" marR="0" lvl="2" indent="-295275" algn="l" rtl="0">
              <a:lnSpc>
                <a:spcPct val="100000"/>
              </a:lnSpc>
              <a:spcBef>
                <a:spcPts val="400"/>
              </a:spcBef>
              <a:spcAft>
                <a:spcPts val="0"/>
              </a:spcAft>
              <a:buClr>
                <a:srgbClr val="000000"/>
              </a:buClr>
              <a:buSzPts val="1050"/>
              <a:buFont typeface="Helvetica Neue Light"/>
              <a:buChar char="•"/>
              <a:defRPr sz="1400" i="0" u="none" strike="noStrike" cap="none">
                <a:solidFill>
                  <a:srgbClr val="000000"/>
                </a:solidFill>
                <a:latin typeface="Helvetica Neue Light"/>
                <a:ea typeface="Helvetica Neue Light"/>
                <a:cs typeface="Helvetica Neue Light"/>
                <a:sym typeface="Helvetica Neue Light"/>
              </a:defRPr>
            </a:lvl3pPr>
            <a:lvl4pPr marL="1828800" marR="0" lvl="3" indent="-228600" algn="l" rtl="0">
              <a:lnSpc>
                <a:spcPct val="100000"/>
              </a:lnSpc>
              <a:spcBef>
                <a:spcPts val="400"/>
              </a:spcBef>
              <a:spcAft>
                <a:spcPts val="0"/>
              </a:spcAft>
              <a:buClr>
                <a:srgbClr val="000000"/>
              </a:buClr>
              <a:buSzPts val="1400"/>
              <a:buFont typeface="Helvetica Neue Light"/>
              <a:buNone/>
              <a:defRPr sz="1400" i="0" u="none" strike="noStrike" cap="none">
                <a:solidFill>
                  <a:srgbClr val="000000"/>
                </a:solidFill>
                <a:latin typeface="Helvetica Neue Light"/>
                <a:ea typeface="Helvetica Neue Light"/>
                <a:cs typeface="Helvetica Neue Light"/>
                <a:sym typeface="Helvetica Neue Light"/>
              </a:defRPr>
            </a:lvl4pPr>
            <a:lvl5pPr marL="2286000" marR="0" lvl="4" indent="-228600" algn="l" rtl="0">
              <a:lnSpc>
                <a:spcPct val="100000"/>
              </a:lnSpc>
              <a:spcBef>
                <a:spcPts val="0"/>
              </a:spcBef>
              <a:spcAft>
                <a:spcPts val="0"/>
              </a:spcAft>
              <a:buClr>
                <a:srgbClr val="000000"/>
              </a:buClr>
              <a:buSzPts val="1400"/>
              <a:buFont typeface="Helvetica Neue Light"/>
              <a:buNone/>
              <a:defRPr sz="1400" i="0" u="none" strike="noStrike" cap="none">
                <a:solidFill>
                  <a:srgbClr val="000000"/>
                </a:solidFill>
                <a:latin typeface="Helvetica Neue Light"/>
                <a:ea typeface="Helvetica Neue Light"/>
                <a:cs typeface="Helvetica Neue Light"/>
                <a:sym typeface="Helvetica Neue Light"/>
              </a:defRPr>
            </a:lvl5pPr>
            <a:lvl6pPr marL="2743200" marR="0" lvl="5" indent="-228600" algn="l" rtl="0">
              <a:lnSpc>
                <a:spcPct val="100000"/>
              </a:lnSpc>
              <a:spcBef>
                <a:spcPts val="0"/>
              </a:spcBef>
              <a:spcAft>
                <a:spcPts val="0"/>
              </a:spcAft>
              <a:buClr>
                <a:srgbClr val="000000"/>
              </a:buClr>
              <a:buSzPts val="1400"/>
              <a:buFont typeface="Helvetica Neue Light"/>
              <a:buNone/>
              <a:defRPr sz="1400" i="0" u="none" strike="noStrike" cap="none">
                <a:solidFill>
                  <a:srgbClr val="000000"/>
                </a:solidFill>
                <a:latin typeface="Helvetica Neue Light"/>
                <a:ea typeface="Helvetica Neue Light"/>
                <a:cs typeface="Helvetica Neue Light"/>
                <a:sym typeface="Helvetica Neue Light"/>
              </a:defRPr>
            </a:lvl6pPr>
            <a:lvl7pPr marL="3200400" marR="0" lvl="6" indent="-228600" algn="l" rtl="0">
              <a:lnSpc>
                <a:spcPct val="100000"/>
              </a:lnSpc>
              <a:spcBef>
                <a:spcPts val="0"/>
              </a:spcBef>
              <a:spcAft>
                <a:spcPts val="0"/>
              </a:spcAft>
              <a:buClr>
                <a:srgbClr val="000000"/>
              </a:buClr>
              <a:buSzPts val="1400"/>
              <a:buFont typeface="Helvetica Neue Light"/>
              <a:buNone/>
              <a:defRPr sz="1400" i="0" u="none" strike="noStrike" cap="none">
                <a:solidFill>
                  <a:srgbClr val="000000"/>
                </a:solidFill>
                <a:latin typeface="Helvetica Neue Light"/>
                <a:ea typeface="Helvetica Neue Light"/>
                <a:cs typeface="Helvetica Neue Light"/>
                <a:sym typeface="Helvetica Neue Light"/>
              </a:defRPr>
            </a:lvl7pPr>
            <a:lvl8pPr marL="3657600" marR="0" lvl="7" indent="-228600" algn="l" rtl="0">
              <a:lnSpc>
                <a:spcPct val="100000"/>
              </a:lnSpc>
              <a:spcBef>
                <a:spcPts val="0"/>
              </a:spcBef>
              <a:spcAft>
                <a:spcPts val="0"/>
              </a:spcAft>
              <a:buClr>
                <a:srgbClr val="000000"/>
              </a:buClr>
              <a:buSzPts val="1400"/>
              <a:buFont typeface="Helvetica Neue Light"/>
              <a:buNone/>
              <a:defRPr sz="1400" i="0" u="none" strike="noStrike" cap="none">
                <a:solidFill>
                  <a:srgbClr val="000000"/>
                </a:solidFill>
                <a:latin typeface="Helvetica Neue Light"/>
                <a:ea typeface="Helvetica Neue Light"/>
                <a:cs typeface="Helvetica Neue Light"/>
                <a:sym typeface="Helvetica Neue Light"/>
              </a:defRPr>
            </a:lvl8pPr>
            <a:lvl9pPr marL="4114800" marR="0" lvl="8" indent="-228600" algn="l" rtl="0">
              <a:lnSpc>
                <a:spcPct val="100000"/>
              </a:lnSpc>
              <a:spcBef>
                <a:spcPts val="0"/>
              </a:spcBef>
              <a:spcAft>
                <a:spcPts val="0"/>
              </a:spcAft>
              <a:buClr>
                <a:srgbClr val="000000"/>
              </a:buClr>
              <a:buSzPts val="1400"/>
              <a:buFont typeface="Helvetica Neue Light"/>
              <a:buNone/>
              <a:defRPr sz="1400" i="0" u="none" strike="noStrike" cap="none">
                <a:solidFill>
                  <a:srgbClr val="000000"/>
                </a:solidFill>
                <a:latin typeface="Helvetica Neue Light"/>
                <a:ea typeface="Helvetica Neue Light"/>
                <a:cs typeface="Helvetica Neue Light"/>
                <a:sym typeface="Helvetica Neue Light"/>
              </a:defRPr>
            </a:lvl9pPr>
          </a:lstStyle>
          <a:p>
            <a:endParaRPr/>
          </a:p>
        </p:txBody>
      </p:sp>
      <p:pic>
        <p:nvPicPr>
          <p:cNvPr id="21" name="Google Shape;21;p3" descr="ea60_010_030_dwin.wmf"/>
          <p:cNvPicPr preferRelativeResize="0"/>
          <p:nvPr/>
        </p:nvPicPr>
        <p:blipFill rotWithShape="1">
          <a:blip r:embed="rId3">
            <a:alphaModFix/>
          </a:blip>
          <a:srcRect/>
          <a:stretch/>
        </p:blipFill>
        <p:spPr>
          <a:xfrm>
            <a:off x="10141600" y="219936"/>
            <a:ext cx="1429851" cy="377075"/>
          </a:xfrm>
          <a:prstGeom prst="rect">
            <a:avLst/>
          </a:prstGeom>
          <a:noFill/>
          <a:ln>
            <a:noFill/>
          </a:ln>
        </p:spPr>
      </p:pic>
    </p:spTree>
    <p:extLst>
      <p:ext uri="{BB962C8B-B14F-4D97-AF65-F5344CB8AC3E}">
        <p14:creationId xmlns:p14="http://schemas.microsoft.com/office/powerpoint/2010/main" val="4263857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6_Text_slides1">
  <p:cSld name="06_Text_slides1">
    <p:spTree>
      <p:nvGrpSpPr>
        <p:cNvPr id="1" name="Shape 67"/>
        <p:cNvGrpSpPr/>
        <p:nvPr/>
      </p:nvGrpSpPr>
      <p:grpSpPr>
        <a:xfrm>
          <a:off x="0" y="0"/>
          <a:ext cx="0" cy="0"/>
          <a:chOff x="0" y="0"/>
          <a:chExt cx="0" cy="0"/>
        </a:xfrm>
      </p:grpSpPr>
      <p:sp>
        <p:nvSpPr>
          <p:cNvPr id="68" name="Google Shape;68;p56"/>
          <p:cNvSpPr txBox="1"/>
          <p:nvPr/>
        </p:nvSpPr>
        <p:spPr>
          <a:xfrm>
            <a:off x="10609400" y="6314821"/>
            <a:ext cx="1051200" cy="1988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500"/>
              <a:buFont typeface="Arial"/>
              <a:buNone/>
            </a:pPr>
            <a:fld id="{00000000-1234-1234-1234-123412341234}" type="slidenum">
              <a:rPr lang="en-US" sz="667" b="0" i="0" u="none" strike="noStrike" cap="none">
                <a:solidFill>
                  <a:srgbClr val="000000"/>
                </a:solidFill>
                <a:latin typeface="Manrope SemiBold"/>
                <a:ea typeface="Manrope SemiBold"/>
                <a:cs typeface="Manrope SemiBold"/>
                <a:sym typeface="Manrope SemiBold"/>
              </a:rPr>
              <a:pPr marL="0" marR="0" lvl="0" indent="0" algn="r" rtl="0">
                <a:lnSpc>
                  <a:spcPct val="100000"/>
                </a:lnSpc>
                <a:spcBef>
                  <a:spcPts val="0"/>
                </a:spcBef>
                <a:spcAft>
                  <a:spcPts val="0"/>
                </a:spcAft>
                <a:buClr>
                  <a:srgbClr val="000000"/>
                </a:buClr>
                <a:buSzPts val="500"/>
                <a:buFont typeface="Arial"/>
                <a:buNone/>
              </a:pPr>
              <a:t>‹#›</a:t>
            </a:fld>
            <a:endParaRPr sz="667" b="0" i="0" u="none" strike="noStrike" cap="none">
              <a:solidFill>
                <a:srgbClr val="000000"/>
              </a:solidFill>
              <a:latin typeface="Manrope SemiBold"/>
              <a:ea typeface="Manrope SemiBold"/>
              <a:cs typeface="Manrope SemiBold"/>
              <a:sym typeface="Manrope SemiBold"/>
            </a:endParaRPr>
          </a:p>
        </p:txBody>
      </p:sp>
      <p:sp>
        <p:nvSpPr>
          <p:cNvPr id="69" name="Google Shape;69;p56"/>
          <p:cNvSpPr txBox="1"/>
          <p:nvPr/>
        </p:nvSpPr>
        <p:spPr>
          <a:xfrm>
            <a:off x="10424704" y="6314824"/>
            <a:ext cx="785200" cy="198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25"/>
              <a:buFont typeface="Arial"/>
              <a:buNone/>
            </a:pPr>
            <a:r>
              <a:rPr lang="en-US" sz="700" b="0" i="0" u="none" strike="noStrike" cap="none">
                <a:solidFill>
                  <a:srgbClr val="000000"/>
                </a:solidFill>
                <a:latin typeface="Manrope SemiBold"/>
                <a:ea typeface="Manrope SemiBold"/>
                <a:cs typeface="Manrope SemiBold"/>
                <a:sym typeface="Manrope SemiBold"/>
              </a:rPr>
              <a:t>Confidential</a:t>
            </a:r>
            <a:endParaRPr sz="700" b="0" i="0" u="none" strike="noStrike" cap="none">
              <a:solidFill>
                <a:srgbClr val="000000"/>
              </a:solidFill>
              <a:latin typeface="Manrope SemiBold"/>
              <a:ea typeface="Manrope SemiBold"/>
              <a:cs typeface="Manrope SemiBold"/>
              <a:sym typeface="Manrope SemiBold"/>
            </a:endParaRPr>
          </a:p>
        </p:txBody>
      </p:sp>
      <p:sp>
        <p:nvSpPr>
          <p:cNvPr id="70" name="Google Shape;70;p56"/>
          <p:cNvSpPr txBox="1"/>
          <p:nvPr/>
        </p:nvSpPr>
        <p:spPr>
          <a:xfrm>
            <a:off x="389599" y="6314833"/>
            <a:ext cx="1751600" cy="198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25"/>
              <a:buFont typeface="Arial"/>
              <a:buNone/>
            </a:pPr>
            <a:r>
              <a:rPr lang="en-US" sz="700" b="0" i="0" u="none" strike="noStrike" cap="none">
                <a:solidFill>
                  <a:srgbClr val="000000"/>
                </a:solidFill>
                <a:latin typeface="Manrope SemiBold"/>
                <a:ea typeface="Manrope SemiBold"/>
                <a:cs typeface="Manrope SemiBold"/>
                <a:sym typeface="Manrope SemiBold"/>
              </a:rPr>
              <a:t>GlobalLogic - A Hitachi Group Company</a:t>
            </a:r>
            <a:endParaRPr sz="700" b="0" i="0" u="none" strike="noStrike" cap="none">
              <a:solidFill>
                <a:srgbClr val="000000"/>
              </a:solidFill>
              <a:latin typeface="Manrope SemiBold"/>
              <a:ea typeface="Manrope SemiBold"/>
              <a:cs typeface="Manrope SemiBold"/>
              <a:sym typeface="Manrope SemiBold"/>
            </a:endParaRPr>
          </a:p>
        </p:txBody>
      </p:sp>
      <p:pic>
        <p:nvPicPr>
          <p:cNvPr id="71" name="Google Shape;71;p56"/>
          <p:cNvPicPr preferRelativeResize="0"/>
          <p:nvPr/>
        </p:nvPicPr>
        <p:blipFill rotWithShape="1">
          <a:blip r:embed="rId2">
            <a:alphaModFix/>
          </a:blip>
          <a:srcRect/>
          <a:stretch/>
        </p:blipFill>
        <p:spPr>
          <a:xfrm>
            <a:off x="5882367" y="6360241"/>
            <a:ext cx="127232" cy="127256"/>
          </a:xfrm>
          <a:prstGeom prst="rect">
            <a:avLst/>
          </a:prstGeom>
          <a:noFill/>
          <a:ln>
            <a:noFill/>
          </a:ln>
        </p:spPr>
      </p:pic>
      <p:sp>
        <p:nvSpPr>
          <p:cNvPr id="72" name="Google Shape;72;p56"/>
          <p:cNvSpPr txBox="1">
            <a:spLocks noGrp="1"/>
          </p:cNvSpPr>
          <p:nvPr>
            <p:ph type="title"/>
          </p:nvPr>
        </p:nvSpPr>
        <p:spPr>
          <a:xfrm>
            <a:off x="389600" y="381600"/>
            <a:ext cx="11412800" cy="763600"/>
          </a:xfrm>
          <a:prstGeom prst="rect">
            <a:avLst/>
          </a:prstGeom>
          <a:noFill/>
          <a:ln>
            <a:noFill/>
          </a:ln>
        </p:spPr>
        <p:txBody>
          <a:bodyPr spcFirstLastPara="1" wrap="square" lIns="0" tIns="0" rIns="91425" bIns="91425" anchor="t" anchorCtr="0">
            <a:noAutofit/>
          </a:bodyPr>
          <a:lstStyle>
            <a:lvl1pPr lvl="0" algn="l">
              <a:lnSpc>
                <a:spcPct val="100000"/>
              </a:lnSpc>
              <a:spcBef>
                <a:spcPts val="0"/>
              </a:spcBef>
              <a:spcAft>
                <a:spcPts val="0"/>
              </a:spcAft>
              <a:buClr>
                <a:schemeClr val="dk1"/>
              </a:buClr>
              <a:buSzPts val="2400"/>
              <a:buFont typeface="Manrope SemiBold"/>
              <a:buNone/>
              <a:defRPr sz="3200">
                <a:solidFill>
                  <a:schemeClr val="dk1"/>
                </a:solidFill>
                <a:latin typeface="Manrope SemiBold"/>
                <a:ea typeface="Manrope SemiBold"/>
                <a:cs typeface="Manrope SemiBold"/>
                <a:sym typeface="Manrope SemiBold"/>
              </a:defRPr>
            </a:lvl1pPr>
            <a:lvl2pPr lvl="1" algn="l">
              <a:lnSpc>
                <a:spcPct val="100000"/>
              </a:lnSpc>
              <a:spcBef>
                <a:spcPts val="0"/>
              </a:spcBef>
              <a:spcAft>
                <a:spcPts val="0"/>
              </a:spcAft>
              <a:buClr>
                <a:schemeClr val="dk1"/>
              </a:buClr>
              <a:buSzPts val="2400"/>
              <a:buNone/>
              <a:defRPr sz="3200">
                <a:solidFill>
                  <a:schemeClr val="dk1"/>
                </a:solidFill>
              </a:defRPr>
            </a:lvl2pPr>
            <a:lvl3pPr lvl="2" algn="l">
              <a:lnSpc>
                <a:spcPct val="100000"/>
              </a:lnSpc>
              <a:spcBef>
                <a:spcPts val="0"/>
              </a:spcBef>
              <a:spcAft>
                <a:spcPts val="0"/>
              </a:spcAft>
              <a:buClr>
                <a:schemeClr val="dk1"/>
              </a:buClr>
              <a:buSzPts val="2400"/>
              <a:buNone/>
              <a:defRPr sz="3200">
                <a:solidFill>
                  <a:schemeClr val="dk1"/>
                </a:solidFill>
              </a:defRPr>
            </a:lvl3pPr>
            <a:lvl4pPr lvl="3" algn="l">
              <a:lnSpc>
                <a:spcPct val="100000"/>
              </a:lnSpc>
              <a:spcBef>
                <a:spcPts val="0"/>
              </a:spcBef>
              <a:spcAft>
                <a:spcPts val="0"/>
              </a:spcAft>
              <a:buClr>
                <a:schemeClr val="dk1"/>
              </a:buClr>
              <a:buSzPts val="2400"/>
              <a:buNone/>
              <a:defRPr sz="3200">
                <a:solidFill>
                  <a:schemeClr val="dk1"/>
                </a:solidFill>
              </a:defRPr>
            </a:lvl4pPr>
            <a:lvl5pPr lvl="4" algn="l">
              <a:lnSpc>
                <a:spcPct val="100000"/>
              </a:lnSpc>
              <a:spcBef>
                <a:spcPts val="0"/>
              </a:spcBef>
              <a:spcAft>
                <a:spcPts val="0"/>
              </a:spcAft>
              <a:buClr>
                <a:schemeClr val="dk1"/>
              </a:buClr>
              <a:buSzPts val="2400"/>
              <a:buNone/>
              <a:defRPr sz="3200">
                <a:solidFill>
                  <a:schemeClr val="dk1"/>
                </a:solidFill>
              </a:defRPr>
            </a:lvl5pPr>
            <a:lvl6pPr lvl="5" algn="l">
              <a:lnSpc>
                <a:spcPct val="100000"/>
              </a:lnSpc>
              <a:spcBef>
                <a:spcPts val="0"/>
              </a:spcBef>
              <a:spcAft>
                <a:spcPts val="0"/>
              </a:spcAft>
              <a:buClr>
                <a:schemeClr val="dk1"/>
              </a:buClr>
              <a:buSzPts val="2400"/>
              <a:buNone/>
              <a:defRPr sz="3200">
                <a:solidFill>
                  <a:schemeClr val="dk1"/>
                </a:solidFill>
              </a:defRPr>
            </a:lvl6pPr>
            <a:lvl7pPr lvl="6" algn="l">
              <a:lnSpc>
                <a:spcPct val="100000"/>
              </a:lnSpc>
              <a:spcBef>
                <a:spcPts val="0"/>
              </a:spcBef>
              <a:spcAft>
                <a:spcPts val="0"/>
              </a:spcAft>
              <a:buClr>
                <a:schemeClr val="dk1"/>
              </a:buClr>
              <a:buSzPts val="2400"/>
              <a:buNone/>
              <a:defRPr sz="3200">
                <a:solidFill>
                  <a:schemeClr val="dk1"/>
                </a:solidFill>
              </a:defRPr>
            </a:lvl7pPr>
            <a:lvl8pPr lvl="7" algn="l">
              <a:lnSpc>
                <a:spcPct val="100000"/>
              </a:lnSpc>
              <a:spcBef>
                <a:spcPts val="0"/>
              </a:spcBef>
              <a:spcAft>
                <a:spcPts val="0"/>
              </a:spcAft>
              <a:buClr>
                <a:schemeClr val="dk1"/>
              </a:buClr>
              <a:buSzPts val="2400"/>
              <a:buNone/>
              <a:defRPr sz="3200">
                <a:solidFill>
                  <a:schemeClr val="dk1"/>
                </a:solidFill>
              </a:defRPr>
            </a:lvl8pPr>
            <a:lvl9pPr lvl="8" algn="l">
              <a:lnSpc>
                <a:spcPct val="100000"/>
              </a:lnSpc>
              <a:spcBef>
                <a:spcPts val="0"/>
              </a:spcBef>
              <a:spcAft>
                <a:spcPts val="0"/>
              </a:spcAft>
              <a:buClr>
                <a:schemeClr val="dk1"/>
              </a:buClr>
              <a:buSzPts val="2400"/>
              <a:buNone/>
              <a:defRPr sz="3200">
                <a:solidFill>
                  <a:schemeClr val="dk1"/>
                </a:solidFill>
              </a:defRPr>
            </a:lvl9pPr>
          </a:lstStyle>
          <a:p>
            <a:endParaRPr/>
          </a:p>
        </p:txBody>
      </p:sp>
    </p:spTree>
    <p:extLst>
      <p:ext uri="{BB962C8B-B14F-4D97-AF65-F5344CB8AC3E}">
        <p14:creationId xmlns:p14="http://schemas.microsoft.com/office/powerpoint/2010/main" val="1509920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09_Quotes_callouts_2" type="secHead">
  <p:cSld name="09_Quotes_callouts_2">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5"/>
          <p:cNvSpPr txBox="1">
            <a:spLocks noGrp="1"/>
          </p:cNvSpPr>
          <p:nvPr>
            <p:ph type="title"/>
          </p:nvPr>
        </p:nvSpPr>
        <p:spPr>
          <a:xfrm>
            <a:off x="389600" y="397800"/>
            <a:ext cx="8535600" cy="4420500"/>
          </a:xfrm>
          <a:prstGeom prst="rect">
            <a:avLst/>
          </a:prstGeom>
          <a:noFill/>
          <a:ln>
            <a:noFill/>
          </a:ln>
        </p:spPr>
        <p:txBody>
          <a:bodyPr spcFirstLastPara="1" wrap="square" lIns="0" tIns="121900" rIns="121900" bIns="121900" anchor="t" anchorCtr="0">
            <a:normAutofit/>
          </a:bodyPr>
          <a:lstStyle>
            <a:lvl1pPr lvl="0" algn="l">
              <a:lnSpc>
                <a:spcPct val="100000"/>
              </a:lnSpc>
              <a:spcBef>
                <a:spcPts val="0"/>
              </a:spcBef>
              <a:spcAft>
                <a:spcPts val="0"/>
              </a:spcAft>
              <a:buSzPts val="9600"/>
              <a:buFont typeface="Manrope SemiBold"/>
              <a:buNone/>
              <a:defRPr sz="9600">
                <a:latin typeface="Manrope SemiBold"/>
                <a:ea typeface="Manrope SemiBold"/>
                <a:cs typeface="Manrope SemiBold"/>
                <a:sym typeface="Manrope SemiBold"/>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8" name="Google Shape;38;p5"/>
          <p:cNvSpPr txBox="1"/>
          <p:nvPr/>
        </p:nvSpPr>
        <p:spPr>
          <a:xfrm>
            <a:off x="389599" y="6314833"/>
            <a:ext cx="1751700" cy="19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Manrope SemiBold"/>
                <a:ea typeface="Manrope SemiBold"/>
                <a:cs typeface="Manrope SemiBold"/>
                <a:sym typeface="Manrope SemiBold"/>
              </a:rPr>
              <a:t>GlobalLogic - A Hitachi Group Company</a:t>
            </a:r>
            <a:endParaRPr sz="700" b="0" i="0" u="none" strike="noStrike" cap="none">
              <a:solidFill>
                <a:srgbClr val="000000"/>
              </a:solidFill>
              <a:latin typeface="Manrope SemiBold"/>
              <a:ea typeface="Manrope SemiBold"/>
              <a:cs typeface="Manrope SemiBold"/>
              <a:sym typeface="Manrope SemiBold"/>
            </a:endParaRPr>
          </a:p>
        </p:txBody>
      </p:sp>
      <p:pic>
        <p:nvPicPr>
          <p:cNvPr id="39" name="Google Shape;39;p5"/>
          <p:cNvPicPr preferRelativeResize="0"/>
          <p:nvPr/>
        </p:nvPicPr>
        <p:blipFill rotWithShape="1">
          <a:blip r:embed="rId3">
            <a:alphaModFix/>
          </a:blip>
          <a:srcRect/>
          <a:stretch/>
        </p:blipFill>
        <p:spPr>
          <a:xfrm>
            <a:off x="5882367" y="6360241"/>
            <a:ext cx="127233" cy="127255"/>
          </a:xfrm>
          <a:prstGeom prst="rect">
            <a:avLst/>
          </a:prstGeom>
          <a:noFill/>
          <a:ln>
            <a:noFill/>
          </a:ln>
        </p:spPr>
      </p:pic>
      <p:sp>
        <p:nvSpPr>
          <p:cNvPr id="40" name="Google Shape;40;p5"/>
          <p:cNvSpPr txBox="1"/>
          <p:nvPr/>
        </p:nvSpPr>
        <p:spPr>
          <a:xfrm>
            <a:off x="11549800" y="6314833"/>
            <a:ext cx="252900" cy="198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700" b="0" i="0" u="none" strike="noStrike" cap="none">
                <a:solidFill>
                  <a:srgbClr val="000000"/>
                </a:solidFill>
                <a:latin typeface="Manrope SemiBold"/>
                <a:ea typeface="Manrope SemiBold"/>
                <a:cs typeface="Manrope SemiBold"/>
                <a:sym typeface="Manrope SemiBold"/>
              </a:rPr>
              <a:t>‹#›</a:t>
            </a:fld>
            <a:endParaRPr sz="700" b="0" i="0" u="none" strike="noStrike" cap="none">
              <a:solidFill>
                <a:srgbClr val="000000"/>
              </a:solidFill>
              <a:latin typeface="Manrope SemiBold"/>
              <a:ea typeface="Manrope SemiBold"/>
              <a:cs typeface="Manrope SemiBold"/>
              <a:sym typeface="Manrope SemiBold"/>
            </a:endParaRPr>
          </a:p>
        </p:txBody>
      </p:sp>
      <p:sp>
        <p:nvSpPr>
          <p:cNvPr id="41" name="Google Shape;41;p5"/>
          <p:cNvSpPr txBox="1"/>
          <p:nvPr/>
        </p:nvSpPr>
        <p:spPr>
          <a:xfrm>
            <a:off x="10429633" y="6314833"/>
            <a:ext cx="871500" cy="198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Manrope SemiBold"/>
                <a:ea typeface="Manrope SemiBold"/>
                <a:cs typeface="Manrope SemiBold"/>
                <a:sym typeface="Manrope SemiBold"/>
              </a:rPr>
              <a:t>Confidential</a:t>
            </a:r>
            <a:endParaRPr sz="700" b="0" i="0" u="none" strike="noStrike" cap="none">
              <a:solidFill>
                <a:srgbClr val="000000"/>
              </a:solidFill>
              <a:latin typeface="Manrope SemiBold"/>
              <a:ea typeface="Manrope SemiBold"/>
              <a:cs typeface="Manrope SemiBold"/>
              <a:sym typeface="Manrope SemiBold"/>
            </a:endParaRPr>
          </a:p>
        </p:txBody>
      </p:sp>
    </p:spTree>
    <p:extLst>
      <p:ext uri="{BB962C8B-B14F-4D97-AF65-F5344CB8AC3E}">
        <p14:creationId xmlns:p14="http://schemas.microsoft.com/office/powerpoint/2010/main" val="2174637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06_Text_slides_2">
  <p:cSld name="06_Text_slides_2">
    <p:spTree>
      <p:nvGrpSpPr>
        <p:cNvPr id="1" name="Shape 20"/>
        <p:cNvGrpSpPr/>
        <p:nvPr/>
      </p:nvGrpSpPr>
      <p:grpSpPr>
        <a:xfrm>
          <a:off x="0" y="0"/>
          <a:ext cx="0" cy="0"/>
          <a:chOff x="0" y="0"/>
          <a:chExt cx="0" cy="0"/>
        </a:xfrm>
      </p:grpSpPr>
      <p:sp>
        <p:nvSpPr>
          <p:cNvPr id="21" name="Google Shape;21;g3b3229198cb_1_8548"/>
          <p:cNvSpPr txBox="1">
            <a:spLocks noGrp="1"/>
          </p:cNvSpPr>
          <p:nvPr>
            <p:ph type="body" idx="1"/>
          </p:nvPr>
        </p:nvSpPr>
        <p:spPr>
          <a:xfrm>
            <a:off x="389599" y="2036013"/>
            <a:ext cx="8303700" cy="4208700"/>
          </a:xfrm>
          <a:prstGeom prst="rect">
            <a:avLst/>
          </a:prstGeom>
          <a:noFill/>
          <a:ln>
            <a:noFill/>
          </a:ln>
        </p:spPr>
        <p:txBody>
          <a:bodyPr spcFirstLastPara="1" wrap="square" lIns="0" tIns="0" rIns="0" bIns="0" anchor="t" anchorCtr="0">
            <a:normAutofit/>
          </a:bodyPr>
          <a:lstStyle>
            <a:lvl1pPr marL="457200" lvl="0" indent="-336550" algn="l">
              <a:lnSpc>
                <a:spcPct val="100000"/>
              </a:lnSpc>
              <a:spcBef>
                <a:spcPts val="0"/>
              </a:spcBef>
              <a:spcAft>
                <a:spcPts val="0"/>
              </a:spcAft>
              <a:buClr>
                <a:schemeClr val="dk1"/>
              </a:buClr>
              <a:buSzPts val="1700"/>
              <a:buFont typeface="Manrope"/>
              <a:buChar char="●"/>
              <a:defRPr sz="1700">
                <a:solidFill>
                  <a:schemeClr val="dk1"/>
                </a:solidFill>
                <a:latin typeface="Manrope"/>
                <a:ea typeface="Manrope"/>
                <a:cs typeface="Manrope"/>
                <a:sym typeface="Manrope"/>
              </a:defRPr>
            </a:lvl1pPr>
            <a:lvl2pPr marL="914400" lvl="1" indent="-336550" algn="l">
              <a:lnSpc>
                <a:spcPct val="100000"/>
              </a:lnSpc>
              <a:spcBef>
                <a:spcPts val="0"/>
              </a:spcBef>
              <a:spcAft>
                <a:spcPts val="0"/>
              </a:spcAft>
              <a:buClr>
                <a:schemeClr val="dk1"/>
              </a:buClr>
              <a:buSzPts val="1700"/>
              <a:buFont typeface="Manrope"/>
              <a:buChar char="○"/>
              <a:defRPr sz="1700">
                <a:solidFill>
                  <a:schemeClr val="dk1"/>
                </a:solidFill>
                <a:latin typeface="Manrope"/>
                <a:ea typeface="Manrope"/>
                <a:cs typeface="Manrope"/>
                <a:sym typeface="Manrope"/>
              </a:defRPr>
            </a:lvl2pPr>
            <a:lvl3pPr marL="1371600" lvl="2" indent="-336550" algn="l">
              <a:lnSpc>
                <a:spcPct val="100000"/>
              </a:lnSpc>
              <a:spcBef>
                <a:spcPts val="0"/>
              </a:spcBef>
              <a:spcAft>
                <a:spcPts val="0"/>
              </a:spcAft>
              <a:buClr>
                <a:schemeClr val="dk1"/>
              </a:buClr>
              <a:buSzPts val="1700"/>
              <a:buFont typeface="Manrope"/>
              <a:buChar char="■"/>
              <a:defRPr sz="1700">
                <a:solidFill>
                  <a:schemeClr val="dk1"/>
                </a:solidFill>
                <a:latin typeface="Manrope"/>
                <a:ea typeface="Manrope"/>
                <a:cs typeface="Manrope"/>
                <a:sym typeface="Manrope"/>
              </a:defRPr>
            </a:lvl3pPr>
            <a:lvl4pPr marL="1828800" lvl="3" indent="-336550" algn="l">
              <a:lnSpc>
                <a:spcPct val="100000"/>
              </a:lnSpc>
              <a:spcBef>
                <a:spcPts val="0"/>
              </a:spcBef>
              <a:spcAft>
                <a:spcPts val="0"/>
              </a:spcAft>
              <a:buClr>
                <a:schemeClr val="dk1"/>
              </a:buClr>
              <a:buSzPts val="1700"/>
              <a:buFont typeface="Manrope"/>
              <a:buChar char="●"/>
              <a:defRPr sz="1700">
                <a:solidFill>
                  <a:schemeClr val="dk1"/>
                </a:solidFill>
                <a:latin typeface="Manrope"/>
                <a:ea typeface="Manrope"/>
                <a:cs typeface="Manrope"/>
                <a:sym typeface="Manrope"/>
              </a:defRPr>
            </a:lvl4pPr>
            <a:lvl5pPr marL="2286000" lvl="4" indent="-336550" algn="l">
              <a:lnSpc>
                <a:spcPct val="100000"/>
              </a:lnSpc>
              <a:spcBef>
                <a:spcPts val="0"/>
              </a:spcBef>
              <a:spcAft>
                <a:spcPts val="0"/>
              </a:spcAft>
              <a:buClr>
                <a:schemeClr val="dk1"/>
              </a:buClr>
              <a:buSzPts val="1700"/>
              <a:buFont typeface="Manrope"/>
              <a:buChar char="○"/>
              <a:defRPr sz="1700">
                <a:solidFill>
                  <a:schemeClr val="dk1"/>
                </a:solidFill>
                <a:latin typeface="Manrope"/>
                <a:ea typeface="Manrope"/>
                <a:cs typeface="Manrope"/>
                <a:sym typeface="Manrope"/>
              </a:defRPr>
            </a:lvl5pPr>
            <a:lvl6pPr marL="2743200" lvl="5" indent="-336550" algn="l">
              <a:lnSpc>
                <a:spcPct val="90000"/>
              </a:lnSpc>
              <a:spcBef>
                <a:spcPts val="500"/>
              </a:spcBef>
              <a:spcAft>
                <a:spcPts val="0"/>
              </a:spcAft>
              <a:buClr>
                <a:schemeClr val="dk1"/>
              </a:buClr>
              <a:buSzPts val="1700"/>
              <a:buFont typeface="Manrope"/>
              <a:buChar char="■"/>
              <a:defRPr sz="1700">
                <a:solidFill>
                  <a:schemeClr val="dk1"/>
                </a:solidFill>
                <a:latin typeface="Manrope"/>
                <a:ea typeface="Manrope"/>
                <a:cs typeface="Manrope"/>
                <a:sym typeface="Manrope"/>
              </a:defRPr>
            </a:lvl6pPr>
            <a:lvl7pPr marL="3200400" lvl="6" indent="-336550" algn="l">
              <a:lnSpc>
                <a:spcPct val="90000"/>
              </a:lnSpc>
              <a:spcBef>
                <a:spcPts val="1600"/>
              </a:spcBef>
              <a:spcAft>
                <a:spcPts val="0"/>
              </a:spcAft>
              <a:buClr>
                <a:schemeClr val="dk1"/>
              </a:buClr>
              <a:buSzPts val="1700"/>
              <a:buFont typeface="Manrope"/>
              <a:buChar char="●"/>
              <a:defRPr sz="1700">
                <a:solidFill>
                  <a:schemeClr val="dk1"/>
                </a:solidFill>
                <a:latin typeface="Manrope"/>
                <a:ea typeface="Manrope"/>
                <a:cs typeface="Manrope"/>
                <a:sym typeface="Manrope"/>
              </a:defRPr>
            </a:lvl7pPr>
            <a:lvl8pPr marL="3657600" lvl="7" indent="-336550" algn="l">
              <a:lnSpc>
                <a:spcPct val="90000"/>
              </a:lnSpc>
              <a:spcBef>
                <a:spcPts val="1600"/>
              </a:spcBef>
              <a:spcAft>
                <a:spcPts val="0"/>
              </a:spcAft>
              <a:buClr>
                <a:schemeClr val="dk1"/>
              </a:buClr>
              <a:buSzPts val="1700"/>
              <a:buFont typeface="Manrope"/>
              <a:buChar char="○"/>
              <a:defRPr sz="1700">
                <a:solidFill>
                  <a:schemeClr val="dk1"/>
                </a:solidFill>
                <a:latin typeface="Manrope"/>
                <a:ea typeface="Manrope"/>
                <a:cs typeface="Manrope"/>
                <a:sym typeface="Manrope"/>
              </a:defRPr>
            </a:lvl8pPr>
            <a:lvl9pPr marL="4114800" lvl="8" indent="-336550" algn="l">
              <a:lnSpc>
                <a:spcPct val="90000"/>
              </a:lnSpc>
              <a:spcBef>
                <a:spcPts val="1600"/>
              </a:spcBef>
              <a:spcAft>
                <a:spcPts val="1600"/>
              </a:spcAft>
              <a:buClr>
                <a:schemeClr val="dk1"/>
              </a:buClr>
              <a:buSzPts val="1700"/>
              <a:buFont typeface="Manrope"/>
              <a:buChar char="■"/>
              <a:defRPr sz="1700">
                <a:solidFill>
                  <a:schemeClr val="dk1"/>
                </a:solidFill>
                <a:latin typeface="Manrope"/>
                <a:ea typeface="Manrope"/>
                <a:cs typeface="Manrope"/>
                <a:sym typeface="Manrope"/>
              </a:defRPr>
            </a:lvl9pPr>
          </a:lstStyle>
          <a:p>
            <a:endParaRPr/>
          </a:p>
        </p:txBody>
      </p:sp>
      <p:sp>
        <p:nvSpPr>
          <p:cNvPr id="22" name="Google Shape;22;g3b3229198cb_1_8548"/>
          <p:cNvSpPr txBox="1">
            <a:spLocks noGrp="1"/>
          </p:cNvSpPr>
          <p:nvPr>
            <p:ph type="body" idx="2"/>
          </p:nvPr>
        </p:nvSpPr>
        <p:spPr>
          <a:xfrm>
            <a:off x="389600" y="1624008"/>
            <a:ext cx="8303700" cy="2901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700"/>
              <a:buFont typeface="Manrope"/>
              <a:buNone/>
              <a:defRPr sz="1700" b="1">
                <a:latin typeface="Manrope"/>
                <a:ea typeface="Manrope"/>
                <a:cs typeface="Manrope"/>
                <a:sym typeface="Manrope"/>
              </a:defRPr>
            </a:lvl1pPr>
            <a:lvl2pPr marL="914400" lvl="1" indent="-228600" algn="l">
              <a:lnSpc>
                <a:spcPct val="100000"/>
              </a:lnSpc>
              <a:spcBef>
                <a:spcPts val="0"/>
              </a:spcBef>
              <a:spcAft>
                <a:spcPts val="0"/>
              </a:spcAft>
              <a:buSzPts val="1700"/>
              <a:buFont typeface="Manrope"/>
              <a:buNone/>
              <a:defRPr sz="1700" b="1">
                <a:latin typeface="Manrope"/>
                <a:ea typeface="Manrope"/>
                <a:cs typeface="Manrope"/>
                <a:sym typeface="Manrope"/>
              </a:defRPr>
            </a:lvl2pPr>
            <a:lvl3pPr marL="1371600" lvl="2" indent="-228600" algn="l">
              <a:lnSpc>
                <a:spcPct val="100000"/>
              </a:lnSpc>
              <a:spcBef>
                <a:spcPts val="0"/>
              </a:spcBef>
              <a:spcAft>
                <a:spcPts val="0"/>
              </a:spcAft>
              <a:buSzPts val="1700"/>
              <a:buFont typeface="Manrope"/>
              <a:buNone/>
              <a:defRPr sz="1700" b="1">
                <a:latin typeface="Manrope"/>
                <a:ea typeface="Manrope"/>
                <a:cs typeface="Manrope"/>
                <a:sym typeface="Manrope"/>
              </a:defRPr>
            </a:lvl3pPr>
            <a:lvl4pPr marL="1828800" lvl="3" indent="-228600" algn="l">
              <a:lnSpc>
                <a:spcPct val="100000"/>
              </a:lnSpc>
              <a:spcBef>
                <a:spcPts val="0"/>
              </a:spcBef>
              <a:spcAft>
                <a:spcPts val="0"/>
              </a:spcAft>
              <a:buSzPts val="1700"/>
              <a:buFont typeface="Manrope"/>
              <a:buNone/>
              <a:defRPr sz="1700" b="1">
                <a:latin typeface="Manrope"/>
                <a:ea typeface="Manrope"/>
                <a:cs typeface="Manrope"/>
                <a:sym typeface="Manrope"/>
              </a:defRPr>
            </a:lvl4pPr>
            <a:lvl5pPr marL="2286000" lvl="4" indent="-228600" algn="l">
              <a:lnSpc>
                <a:spcPct val="100000"/>
              </a:lnSpc>
              <a:spcBef>
                <a:spcPts val="0"/>
              </a:spcBef>
              <a:spcAft>
                <a:spcPts val="0"/>
              </a:spcAft>
              <a:buSzPts val="1700"/>
              <a:buFont typeface="Manrope"/>
              <a:buNone/>
              <a:defRPr sz="1700" b="1">
                <a:latin typeface="Manrope"/>
                <a:ea typeface="Manrope"/>
                <a:cs typeface="Manrope"/>
                <a:sym typeface="Manrope"/>
              </a:defRPr>
            </a:lvl5pPr>
            <a:lvl6pPr marL="2743200" lvl="5" indent="-336550" algn="l">
              <a:lnSpc>
                <a:spcPct val="90000"/>
              </a:lnSpc>
              <a:spcBef>
                <a:spcPts val="500"/>
              </a:spcBef>
              <a:spcAft>
                <a:spcPts val="0"/>
              </a:spcAft>
              <a:buSzPts val="1700"/>
              <a:buFont typeface="Manrope"/>
              <a:buChar char="■"/>
              <a:defRPr sz="1700">
                <a:latin typeface="Manrope"/>
                <a:ea typeface="Manrope"/>
                <a:cs typeface="Manrope"/>
                <a:sym typeface="Manrope"/>
              </a:defRPr>
            </a:lvl6pPr>
            <a:lvl7pPr marL="3200400" lvl="6" indent="-336550" algn="l">
              <a:lnSpc>
                <a:spcPct val="90000"/>
              </a:lnSpc>
              <a:spcBef>
                <a:spcPts val="1600"/>
              </a:spcBef>
              <a:spcAft>
                <a:spcPts val="0"/>
              </a:spcAft>
              <a:buSzPts val="1700"/>
              <a:buFont typeface="Manrope"/>
              <a:buChar char="●"/>
              <a:defRPr sz="1700">
                <a:latin typeface="Manrope"/>
                <a:ea typeface="Manrope"/>
                <a:cs typeface="Manrope"/>
                <a:sym typeface="Manrope"/>
              </a:defRPr>
            </a:lvl7pPr>
            <a:lvl8pPr marL="3657600" lvl="7" indent="-336550" algn="l">
              <a:lnSpc>
                <a:spcPct val="90000"/>
              </a:lnSpc>
              <a:spcBef>
                <a:spcPts val="1600"/>
              </a:spcBef>
              <a:spcAft>
                <a:spcPts val="0"/>
              </a:spcAft>
              <a:buSzPts val="1700"/>
              <a:buFont typeface="Manrope"/>
              <a:buChar char="○"/>
              <a:defRPr sz="1700">
                <a:latin typeface="Manrope"/>
                <a:ea typeface="Manrope"/>
                <a:cs typeface="Manrope"/>
                <a:sym typeface="Manrope"/>
              </a:defRPr>
            </a:lvl8pPr>
            <a:lvl9pPr marL="4114800" lvl="8" indent="-336550" algn="l">
              <a:lnSpc>
                <a:spcPct val="90000"/>
              </a:lnSpc>
              <a:spcBef>
                <a:spcPts val="1600"/>
              </a:spcBef>
              <a:spcAft>
                <a:spcPts val="1600"/>
              </a:spcAft>
              <a:buSzPts val="1700"/>
              <a:buFont typeface="Manrope"/>
              <a:buChar char="■"/>
              <a:defRPr sz="1700">
                <a:latin typeface="Manrope"/>
                <a:ea typeface="Manrope"/>
                <a:cs typeface="Manrope"/>
                <a:sym typeface="Manrope"/>
              </a:defRPr>
            </a:lvl9pPr>
          </a:lstStyle>
          <a:p>
            <a:endParaRPr/>
          </a:p>
        </p:txBody>
      </p:sp>
      <p:sp>
        <p:nvSpPr>
          <p:cNvPr id="23" name="Google Shape;23;g3b3229198cb_1_8548"/>
          <p:cNvSpPr txBox="1">
            <a:spLocks noGrp="1"/>
          </p:cNvSpPr>
          <p:nvPr>
            <p:ph type="title"/>
          </p:nvPr>
        </p:nvSpPr>
        <p:spPr>
          <a:xfrm>
            <a:off x="389600" y="381600"/>
            <a:ext cx="11235300" cy="2109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accent1"/>
              </a:buClr>
              <a:buSzPts val="1300"/>
              <a:buFont typeface="Manrope SemiBold"/>
              <a:buNone/>
              <a:defRPr sz="1300">
                <a:solidFill>
                  <a:schemeClr val="accent1"/>
                </a:solidFill>
                <a:latin typeface="Manrope SemiBold"/>
                <a:ea typeface="Manrope SemiBold"/>
                <a:cs typeface="Manrope SemiBold"/>
                <a:sym typeface="Manrope SemiBold"/>
              </a:defRPr>
            </a:lvl1pPr>
            <a:lvl2pPr lvl="1" algn="l">
              <a:lnSpc>
                <a:spcPct val="100000"/>
              </a:lnSpc>
              <a:spcBef>
                <a:spcPts val="0"/>
              </a:spcBef>
              <a:spcAft>
                <a:spcPts val="0"/>
              </a:spcAft>
              <a:buClr>
                <a:schemeClr val="accent1"/>
              </a:buClr>
              <a:buSzPts val="3700"/>
              <a:buNone/>
              <a:defRPr>
                <a:solidFill>
                  <a:schemeClr val="accent1"/>
                </a:solidFill>
              </a:defRPr>
            </a:lvl2pPr>
            <a:lvl3pPr lvl="2" algn="l">
              <a:lnSpc>
                <a:spcPct val="100000"/>
              </a:lnSpc>
              <a:spcBef>
                <a:spcPts val="0"/>
              </a:spcBef>
              <a:spcAft>
                <a:spcPts val="0"/>
              </a:spcAft>
              <a:buClr>
                <a:schemeClr val="accent1"/>
              </a:buClr>
              <a:buSzPts val="3700"/>
              <a:buNone/>
              <a:defRPr>
                <a:solidFill>
                  <a:schemeClr val="accent1"/>
                </a:solidFill>
              </a:defRPr>
            </a:lvl3pPr>
            <a:lvl4pPr lvl="3" algn="l">
              <a:lnSpc>
                <a:spcPct val="100000"/>
              </a:lnSpc>
              <a:spcBef>
                <a:spcPts val="0"/>
              </a:spcBef>
              <a:spcAft>
                <a:spcPts val="0"/>
              </a:spcAft>
              <a:buClr>
                <a:schemeClr val="accent1"/>
              </a:buClr>
              <a:buSzPts val="3700"/>
              <a:buNone/>
              <a:defRPr>
                <a:solidFill>
                  <a:schemeClr val="accent1"/>
                </a:solidFill>
              </a:defRPr>
            </a:lvl4pPr>
            <a:lvl5pPr lvl="4" algn="l">
              <a:lnSpc>
                <a:spcPct val="100000"/>
              </a:lnSpc>
              <a:spcBef>
                <a:spcPts val="0"/>
              </a:spcBef>
              <a:spcAft>
                <a:spcPts val="0"/>
              </a:spcAft>
              <a:buClr>
                <a:schemeClr val="accent1"/>
              </a:buClr>
              <a:buSzPts val="3700"/>
              <a:buNone/>
              <a:defRPr>
                <a:solidFill>
                  <a:schemeClr val="accent1"/>
                </a:solidFill>
              </a:defRPr>
            </a:lvl5pPr>
            <a:lvl6pPr lvl="5" algn="l">
              <a:lnSpc>
                <a:spcPct val="100000"/>
              </a:lnSpc>
              <a:spcBef>
                <a:spcPts val="0"/>
              </a:spcBef>
              <a:spcAft>
                <a:spcPts val="0"/>
              </a:spcAft>
              <a:buClr>
                <a:schemeClr val="accent1"/>
              </a:buClr>
              <a:buSzPts val="3700"/>
              <a:buNone/>
              <a:defRPr>
                <a:solidFill>
                  <a:schemeClr val="accent1"/>
                </a:solidFill>
              </a:defRPr>
            </a:lvl6pPr>
            <a:lvl7pPr lvl="6" algn="l">
              <a:lnSpc>
                <a:spcPct val="100000"/>
              </a:lnSpc>
              <a:spcBef>
                <a:spcPts val="0"/>
              </a:spcBef>
              <a:spcAft>
                <a:spcPts val="0"/>
              </a:spcAft>
              <a:buClr>
                <a:schemeClr val="accent1"/>
              </a:buClr>
              <a:buSzPts val="3700"/>
              <a:buNone/>
              <a:defRPr>
                <a:solidFill>
                  <a:schemeClr val="accent1"/>
                </a:solidFill>
              </a:defRPr>
            </a:lvl7pPr>
            <a:lvl8pPr lvl="7" algn="l">
              <a:lnSpc>
                <a:spcPct val="100000"/>
              </a:lnSpc>
              <a:spcBef>
                <a:spcPts val="0"/>
              </a:spcBef>
              <a:spcAft>
                <a:spcPts val="0"/>
              </a:spcAft>
              <a:buClr>
                <a:schemeClr val="accent1"/>
              </a:buClr>
              <a:buSzPts val="3700"/>
              <a:buNone/>
              <a:defRPr>
                <a:solidFill>
                  <a:schemeClr val="accent1"/>
                </a:solidFill>
              </a:defRPr>
            </a:lvl8pPr>
            <a:lvl9pPr lvl="8" algn="l">
              <a:lnSpc>
                <a:spcPct val="100000"/>
              </a:lnSpc>
              <a:spcBef>
                <a:spcPts val="0"/>
              </a:spcBef>
              <a:spcAft>
                <a:spcPts val="0"/>
              </a:spcAft>
              <a:buClr>
                <a:schemeClr val="accent1"/>
              </a:buClr>
              <a:buSzPts val="3700"/>
              <a:buNone/>
              <a:defRPr>
                <a:solidFill>
                  <a:schemeClr val="accent1"/>
                </a:solidFill>
              </a:defRPr>
            </a:lvl9pPr>
          </a:lstStyle>
          <a:p>
            <a:endParaRPr/>
          </a:p>
        </p:txBody>
      </p:sp>
      <p:sp>
        <p:nvSpPr>
          <p:cNvPr id="24" name="Google Shape;24;g3b3229198cb_1_8548"/>
          <p:cNvSpPr txBox="1"/>
          <p:nvPr/>
        </p:nvSpPr>
        <p:spPr>
          <a:xfrm>
            <a:off x="389599" y="6314833"/>
            <a:ext cx="1751700" cy="19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Manrope SemiBold"/>
                <a:ea typeface="Manrope SemiBold"/>
                <a:cs typeface="Manrope SemiBold"/>
                <a:sym typeface="Manrope SemiBold"/>
              </a:rPr>
              <a:t>GlobalLogic - A Hitachi Group Company</a:t>
            </a:r>
            <a:endParaRPr sz="700" b="0" i="0" u="none" strike="noStrike" cap="none">
              <a:solidFill>
                <a:srgbClr val="000000"/>
              </a:solidFill>
              <a:latin typeface="Manrope SemiBold"/>
              <a:ea typeface="Manrope SemiBold"/>
              <a:cs typeface="Manrope SemiBold"/>
              <a:sym typeface="Manrope SemiBold"/>
            </a:endParaRPr>
          </a:p>
        </p:txBody>
      </p:sp>
      <p:pic>
        <p:nvPicPr>
          <p:cNvPr id="25" name="Google Shape;25;g3b3229198cb_1_8548"/>
          <p:cNvPicPr preferRelativeResize="0"/>
          <p:nvPr/>
        </p:nvPicPr>
        <p:blipFill rotWithShape="1">
          <a:blip r:embed="rId2">
            <a:alphaModFix/>
          </a:blip>
          <a:srcRect/>
          <a:stretch/>
        </p:blipFill>
        <p:spPr>
          <a:xfrm>
            <a:off x="5882367" y="6360241"/>
            <a:ext cx="127233" cy="127255"/>
          </a:xfrm>
          <a:prstGeom prst="rect">
            <a:avLst/>
          </a:prstGeom>
          <a:noFill/>
          <a:ln>
            <a:noFill/>
          </a:ln>
        </p:spPr>
      </p:pic>
      <p:sp>
        <p:nvSpPr>
          <p:cNvPr id="26" name="Google Shape;26;g3b3229198cb_1_8548"/>
          <p:cNvSpPr txBox="1"/>
          <p:nvPr/>
        </p:nvSpPr>
        <p:spPr>
          <a:xfrm>
            <a:off x="11549800" y="6314833"/>
            <a:ext cx="252900" cy="198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700" b="0" i="0" u="none" strike="noStrike" cap="none">
                <a:solidFill>
                  <a:srgbClr val="000000"/>
                </a:solidFill>
                <a:latin typeface="Manrope SemiBold"/>
                <a:ea typeface="Manrope SemiBold"/>
                <a:cs typeface="Manrope SemiBold"/>
                <a:sym typeface="Manrope SemiBold"/>
              </a:rPr>
              <a:t>‹#›</a:t>
            </a:fld>
            <a:endParaRPr sz="700" b="0" i="0" u="none" strike="noStrike" cap="none">
              <a:solidFill>
                <a:srgbClr val="000000"/>
              </a:solidFill>
              <a:latin typeface="Manrope SemiBold"/>
              <a:ea typeface="Manrope SemiBold"/>
              <a:cs typeface="Manrope SemiBold"/>
              <a:sym typeface="Manrope SemiBold"/>
            </a:endParaRPr>
          </a:p>
        </p:txBody>
      </p:sp>
      <p:sp>
        <p:nvSpPr>
          <p:cNvPr id="27" name="Google Shape;27;g3b3229198cb_1_8548"/>
          <p:cNvSpPr txBox="1"/>
          <p:nvPr/>
        </p:nvSpPr>
        <p:spPr>
          <a:xfrm>
            <a:off x="10429633" y="6314833"/>
            <a:ext cx="871500" cy="198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Manrope SemiBold"/>
                <a:ea typeface="Manrope SemiBold"/>
                <a:cs typeface="Manrope SemiBold"/>
                <a:sym typeface="Manrope SemiBold"/>
              </a:rPr>
              <a:t>Confidential</a:t>
            </a:r>
            <a:endParaRPr sz="700" b="0" i="0" u="none" strike="noStrike" cap="none">
              <a:solidFill>
                <a:srgbClr val="000000"/>
              </a:solidFill>
              <a:latin typeface="Manrope SemiBold"/>
              <a:ea typeface="Manrope SemiBold"/>
              <a:cs typeface="Manrope SemiBold"/>
              <a:sym typeface="Manrope SemiBold"/>
            </a:endParaRPr>
          </a:p>
        </p:txBody>
      </p:sp>
    </p:spTree>
    <p:extLst>
      <p:ext uri="{BB962C8B-B14F-4D97-AF65-F5344CB8AC3E}">
        <p14:creationId xmlns:p14="http://schemas.microsoft.com/office/powerpoint/2010/main" val="2698416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09_Quotes_callouts_2" type="secHead">
  <p:cSld name="09_Quotes_callouts_2">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g3b3229198cb_1_8568"/>
          <p:cNvSpPr txBox="1">
            <a:spLocks noGrp="1"/>
          </p:cNvSpPr>
          <p:nvPr>
            <p:ph type="title"/>
          </p:nvPr>
        </p:nvSpPr>
        <p:spPr>
          <a:xfrm>
            <a:off x="389600" y="397800"/>
            <a:ext cx="8535600" cy="4420500"/>
          </a:xfrm>
          <a:prstGeom prst="rect">
            <a:avLst/>
          </a:prstGeom>
          <a:noFill/>
          <a:ln>
            <a:noFill/>
          </a:ln>
        </p:spPr>
        <p:txBody>
          <a:bodyPr spcFirstLastPara="1" wrap="square" lIns="0" tIns="121900" rIns="121900" bIns="121900" anchor="t" anchorCtr="0">
            <a:normAutofit/>
          </a:bodyPr>
          <a:lstStyle>
            <a:lvl1pPr lvl="0" algn="l">
              <a:lnSpc>
                <a:spcPct val="100000"/>
              </a:lnSpc>
              <a:spcBef>
                <a:spcPts val="0"/>
              </a:spcBef>
              <a:spcAft>
                <a:spcPts val="0"/>
              </a:spcAft>
              <a:buSzPts val="9600"/>
              <a:buFont typeface="Manrope SemiBold"/>
              <a:buNone/>
              <a:defRPr sz="9600">
                <a:latin typeface="Manrope SemiBold"/>
                <a:ea typeface="Manrope SemiBold"/>
                <a:cs typeface="Manrope SemiBold"/>
                <a:sym typeface="Manrope SemiBold"/>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42" name="Google Shape;42;g3b3229198cb_1_8568"/>
          <p:cNvSpPr txBox="1"/>
          <p:nvPr/>
        </p:nvSpPr>
        <p:spPr>
          <a:xfrm>
            <a:off x="389599" y="6314833"/>
            <a:ext cx="1751700" cy="19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Manrope SemiBold"/>
                <a:ea typeface="Manrope SemiBold"/>
                <a:cs typeface="Manrope SemiBold"/>
                <a:sym typeface="Manrope SemiBold"/>
              </a:rPr>
              <a:t>GlobalLogic - A Hitachi Group Company</a:t>
            </a:r>
            <a:endParaRPr sz="700" b="0" i="0" u="none" strike="noStrike" cap="none">
              <a:solidFill>
                <a:srgbClr val="000000"/>
              </a:solidFill>
              <a:latin typeface="Manrope SemiBold"/>
              <a:ea typeface="Manrope SemiBold"/>
              <a:cs typeface="Manrope SemiBold"/>
              <a:sym typeface="Manrope SemiBold"/>
            </a:endParaRPr>
          </a:p>
        </p:txBody>
      </p:sp>
      <p:pic>
        <p:nvPicPr>
          <p:cNvPr id="43" name="Google Shape;43;g3b3229198cb_1_8568"/>
          <p:cNvPicPr preferRelativeResize="0"/>
          <p:nvPr/>
        </p:nvPicPr>
        <p:blipFill rotWithShape="1">
          <a:blip r:embed="rId3">
            <a:alphaModFix/>
          </a:blip>
          <a:srcRect/>
          <a:stretch/>
        </p:blipFill>
        <p:spPr>
          <a:xfrm>
            <a:off x="5882367" y="6360241"/>
            <a:ext cx="127233" cy="127255"/>
          </a:xfrm>
          <a:prstGeom prst="rect">
            <a:avLst/>
          </a:prstGeom>
          <a:noFill/>
          <a:ln>
            <a:noFill/>
          </a:ln>
        </p:spPr>
      </p:pic>
      <p:sp>
        <p:nvSpPr>
          <p:cNvPr id="44" name="Google Shape;44;g3b3229198cb_1_8568"/>
          <p:cNvSpPr txBox="1"/>
          <p:nvPr/>
        </p:nvSpPr>
        <p:spPr>
          <a:xfrm>
            <a:off x="11549800" y="6314833"/>
            <a:ext cx="252900" cy="198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sz="700" b="0" i="0" u="none" strike="noStrike" cap="none">
                <a:solidFill>
                  <a:srgbClr val="000000"/>
                </a:solidFill>
                <a:latin typeface="Manrope SemiBold"/>
                <a:ea typeface="Manrope SemiBold"/>
                <a:cs typeface="Manrope SemiBold"/>
                <a:sym typeface="Manrope SemiBold"/>
              </a:rPr>
              <a:t>‹#›</a:t>
            </a:fld>
            <a:endParaRPr sz="700" b="0" i="0" u="none" strike="noStrike" cap="none">
              <a:solidFill>
                <a:srgbClr val="000000"/>
              </a:solidFill>
              <a:latin typeface="Manrope SemiBold"/>
              <a:ea typeface="Manrope SemiBold"/>
              <a:cs typeface="Manrope SemiBold"/>
              <a:sym typeface="Manrope SemiBold"/>
            </a:endParaRPr>
          </a:p>
        </p:txBody>
      </p:sp>
      <p:sp>
        <p:nvSpPr>
          <p:cNvPr id="45" name="Google Shape;45;g3b3229198cb_1_8568"/>
          <p:cNvSpPr txBox="1"/>
          <p:nvPr/>
        </p:nvSpPr>
        <p:spPr>
          <a:xfrm>
            <a:off x="10429633" y="6314833"/>
            <a:ext cx="871500" cy="198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Manrope SemiBold"/>
                <a:ea typeface="Manrope SemiBold"/>
                <a:cs typeface="Manrope SemiBold"/>
                <a:sym typeface="Manrope SemiBold"/>
              </a:rPr>
              <a:t>Confidential</a:t>
            </a:r>
            <a:endParaRPr sz="700" b="0" i="0" u="none" strike="noStrike" cap="none">
              <a:solidFill>
                <a:srgbClr val="000000"/>
              </a:solidFill>
              <a:latin typeface="Manrope SemiBold"/>
              <a:ea typeface="Manrope SemiBold"/>
              <a:cs typeface="Manrope SemiBold"/>
              <a:sym typeface="Manrope SemiBold"/>
            </a:endParaRPr>
          </a:p>
        </p:txBody>
      </p:sp>
    </p:spTree>
    <p:extLst>
      <p:ext uri="{BB962C8B-B14F-4D97-AF65-F5344CB8AC3E}">
        <p14:creationId xmlns:p14="http://schemas.microsoft.com/office/powerpoint/2010/main" val="1647684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138"/>
        <p:cNvGrpSpPr/>
        <p:nvPr/>
      </p:nvGrpSpPr>
      <p:grpSpPr>
        <a:xfrm>
          <a:off x="0" y="0"/>
          <a:ext cx="0" cy="0"/>
          <a:chOff x="0" y="0"/>
          <a:chExt cx="0" cy="0"/>
        </a:xfrm>
      </p:grpSpPr>
      <p:sp>
        <p:nvSpPr>
          <p:cNvPr id="139" name="Google Shape;139;g3b3229198cb_1_8876"/>
          <p:cNvSpPr txBox="1"/>
          <p:nvPr/>
        </p:nvSpPr>
        <p:spPr>
          <a:xfrm>
            <a:off x="97521" y="6451700"/>
            <a:ext cx="2838000" cy="328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chemeClr val="dk1"/>
              </a:buClr>
              <a:buSzPts val="300"/>
              <a:buFont typeface="Helvetica Neue"/>
              <a:buNone/>
            </a:pPr>
            <a:r>
              <a:rPr lang="en-US" sz="1100" b="0" i="0" u="none" strike="noStrike" cap="none">
                <a:solidFill>
                  <a:schemeClr val="dk1"/>
                </a:solidFill>
                <a:latin typeface="Helvetica Neue"/>
                <a:ea typeface="Helvetica Neue"/>
                <a:cs typeface="Helvetica Neue"/>
                <a:sym typeface="Helvetica Neue"/>
              </a:rPr>
              <a:t>Confidential</a:t>
            </a:r>
            <a:endParaRPr sz="1900" b="0" i="0" u="none" strike="noStrike" cap="none">
              <a:solidFill>
                <a:srgbClr val="000000"/>
              </a:solidFill>
              <a:latin typeface="Arial"/>
              <a:ea typeface="Arial"/>
              <a:cs typeface="Arial"/>
              <a:sym typeface="Arial"/>
            </a:endParaRPr>
          </a:p>
        </p:txBody>
      </p:sp>
      <p:sp>
        <p:nvSpPr>
          <p:cNvPr id="140" name="Google Shape;140;g3b3229198cb_1_8876"/>
          <p:cNvSpPr txBox="1">
            <a:spLocks noGrp="1"/>
          </p:cNvSpPr>
          <p:nvPr>
            <p:ph type="title"/>
          </p:nvPr>
        </p:nvSpPr>
        <p:spPr>
          <a:xfrm>
            <a:off x="606775" y="625450"/>
            <a:ext cx="11061000" cy="745200"/>
          </a:xfrm>
          <a:prstGeom prst="rect">
            <a:avLst/>
          </a:prstGeom>
          <a:noFill/>
          <a:ln>
            <a:noFill/>
          </a:ln>
        </p:spPr>
        <p:txBody>
          <a:bodyPr spcFirstLastPara="1" wrap="square" lIns="121900" tIns="27425" rIns="121900" bIns="27425" anchor="t" anchorCtr="0">
            <a:noAutofit/>
          </a:bodyPr>
          <a:lstStyle>
            <a:lvl1pPr marR="0" lvl="0" algn="l">
              <a:lnSpc>
                <a:spcPct val="100000"/>
              </a:lnSpc>
              <a:spcBef>
                <a:spcPts val="300"/>
              </a:spcBef>
              <a:spcAft>
                <a:spcPts val="0"/>
              </a:spcAft>
              <a:buClr>
                <a:schemeClr val="dk1"/>
              </a:buClr>
              <a:buSzPts val="3200"/>
              <a:buFont typeface="Helvetica Neue Light"/>
              <a:buNone/>
              <a:defRPr sz="3200" b="0" i="0" u="none" strike="noStrike" cap="none">
                <a:solidFill>
                  <a:schemeClr val="dk1"/>
                </a:solidFill>
                <a:latin typeface="Helvetica Neue Light"/>
                <a:ea typeface="Helvetica Neue Light"/>
                <a:cs typeface="Helvetica Neue Light"/>
                <a:sym typeface="Helvetica Neue Light"/>
              </a:defRPr>
            </a:lvl1pPr>
            <a:lvl2pPr marR="0" lvl="1" algn="l">
              <a:lnSpc>
                <a:spcPct val="100000"/>
              </a:lnSpc>
              <a:spcBef>
                <a:spcPts val="80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R="0" lvl="2" algn="l">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R="0" lvl="3" algn="l">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R="0" lvl="4" algn="l">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R="0" lvl="5" algn="l">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R="0" lvl="6" algn="l">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R="0" lvl="7" algn="l">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R="0" lvl="8" algn="l">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endParaRPr/>
          </a:p>
        </p:txBody>
      </p:sp>
      <p:pic>
        <p:nvPicPr>
          <p:cNvPr id="141" name="Google Shape;141;g3b3229198cb_1_8876"/>
          <p:cNvPicPr preferRelativeResize="0"/>
          <p:nvPr/>
        </p:nvPicPr>
        <p:blipFill rotWithShape="1">
          <a:blip r:embed="rId2">
            <a:alphaModFix/>
          </a:blip>
          <a:srcRect/>
          <a:stretch/>
        </p:blipFill>
        <p:spPr>
          <a:xfrm>
            <a:off x="8931" y="89317"/>
            <a:ext cx="1891299" cy="638313"/>
          </a:xfrm>
          <a:prstGeom prst="rect">
            <a:avLst/>
          </a:prstGeom>
          <a:noFill/>
          <a:ln>
            <a:noFill/>
          </a:ln>
        </p:spPr>
      </p:pic>
      <p:pic>
        <p:nvPicPr>
          <p:cNvPr id="142" name="Google Shape;142;g3b3229198cb_1_8876" descr="ea60_010_030_dwin.wmf"/>
          <p:cNvPicPr preferRelativeResize="0"/>
          <p:nvPr/>
        </p:nvPicPr>
        <p:blipFill rotWithShape="1">
          <a:blip r:embed="rId3">
            <a:alphaModFix/>
          </a:blip>
          <a:srcRect/>
          <a:stretch/>
        </p:blipFill>
        <p:spPr>
          <a:xfrm>
            <a:off x="10141600" y="219936"/>
            <a:ext cx="1429851" cy="377075"/>
          </a:xfrm>
          <a:prstGeom prst="rect">
            <a:avLst/>
          </a:prstGeom>
          <a:noFill/>
          <a:ln>
            <a:noFill/>
          </a:ln>
        </p:spPr>
      </p:pic>
    </p:spTree>
    <p:extLst>
      <p:ext uri="{BB962C8B-B14F-4D97-AF65-F5344CB8AC3E}">
        <p14:creationId xmlns:p14="http://schemas.microsoft.com/office/powerpoint/2010/main" val="3611190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Only 1">
  <p:cSld name="1_Title Only 1">
    <p:spTree>
      <p:nvGrpSpPr>
        <p:cNvPr id="1" name="Shape 147"/>
        <p:cNvGrpSpPr/>
        <p:nvPr/>
      </p:nvGrpSpPr>
      <p:grpSpPr>
        <a:xfrm>
          <a:off x="0" y="0"/>
          <a:ext cx="0" cy="0"/>
          <a:chOff x="0" y="0"/>
          <a:chExt cx="0" cy="0"/>
        </a:xfrm>
      </p:grpSpPr>
      <p:sp>
        <p:nvSpPr>
          <p:cNvPr id="148" name="Google Shape;148;g3b3229198cb_1_8885"/>
          <p:cNvSpPr txBox="1"/>
          <p:nvPr/>
        </p:nvSpPr>
        <p:spPr>
          <a:xfrm>
            <a:off x="97521" y="6451700"/>
            <a:ext cx="2838000" cy="328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chemeClr val="dk1"/>
              </a:buClr>
              <a:buSzPts val="300"/>
              <a:buFont typeface="Helvetica Neue"/>
              <a:buNone/>
            </a:pPr>
            <a:r>
              <a:rPr lang="en-US" sz="1100" b="0" i="0" u="none" strike="noStrike" cap="none">
                <a:solidFill>
                  <a:schemeClr val="dk1"/>
                </a:solidFill>
                <a:latin typeface="Helvetica Neue"/>
                <a:ea typeface="Helvetica Neue"/>
                <a:cs typeface="Helvetica Neue"/>
                <a:sym typeface="Helvetica Neue"/>
              </a:rPr>
              <a:t>Confidential</a:t>
            </a:r>
            <a:endParaRPr sz="1900" b="0" i="0" u="none" strike="noStrike" cap="none">
              <a:solidFill>
                <a:srgbClr val="000000"/>
              </a:solidFill>
              <a:latin typeface="Arial"/>
              <a:ea typeface="Arial"/>
              <a:cs typeface="Arial"/>
              <a:sym typeface="Arial"/>
            </a:endParaRPr>
          </a:p>
        </p:txBody>
      </p:sp>
      <p:sp>
        <p:nvSpPr>
          <p:cNvPr id="149" name="Google Shape;149;g3b3229198cb_1_8885"/>
          <p:cNvSpPr txBox="1">
            <a:spLocks noGrp="1"/>
          </p:cNvSpPr>
          <p:nvPr>
            <p:ph type="title"/>
          </p:nvPr>
        </p:nvSpPr>
        <p:spPr>
          <a:xfrm>
            <a:off x="752220" y="787400"/>
            <a:ext cx="10957200" cy="7452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300"/>
              </a:spcBef>
              <a:spcAft>
                <a:spcPts val="0"/>
              </a:spcAft>
              <a:buClr>
                <a:srgbClr val="000000"/>
              </a:buClr>
              <a:buSzPts val="2400"/>
              <a:buFont typeface="Helvetica Neue"/>
              <a:buNone/>
              <a:defRPr sz="3200" b="0" i="0" u="none" strike="noStrike" cap="none">
                <a:solidFill>
                  <a:srgbClr val="000000"/>
                </a:solidFill>
                <a:latin typeface="Helvetica Neue"/>
                <a:ea typeface="Helvetica Neue"/>
                <a:cs typeface="Helvetica Neue"/>
                <a:sym typeface="Helvetica Neue"/>
              </a:defRPr>
            </a:lvl1pPr>
            <a:lvl2pPr marR="0" lvl="1" algn="l">
              <a:lnSpc>
                <a:spcPct val="100000"/>
              </a:lnSpc>
              <a:spcBef>
                <a:spcPts val="800"/>
              </a:spcBef>
              <a:spcAft>
                <a:spcPts val="0"/>
              </a:spcAft>
              <a:buClr>
                <a:srgbClr val="000000"/>
              </a:buClr>
              <a:buSzPts val="1500"/>
              <a:buFont typeface="Arial"/>
              <a:buNone/>
              <a:defRPr sz="2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500"/>
              <a:buFont typeface="Arial"/>
              <a:buNone/>
              <a:defRPr sz="2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500"/>
              <a:buFont typeface="Arial"/>
              <a:buNone/>
              <a:defRPr sz="2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500"/>
              <a:buFont typeface="Arial"/>
              <a:buNone/>
              <a:defRPr sz="2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500"/>
              <a:buFont typeface="Arial"/>
              <a:buNone/>
              <a:defRPr sz="2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500"/>
              <a:buFont typeface="Arial"/>
              <a:buNone/>
              <a:defRPr sz="2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500"/>
              <a:buFont typeface="Arial"/>
              <a:buNone/>
              <a:defRPr sz="2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500"/>
              <a:buFont typeface="Arial"/>
              <a:buNone/>
              <a:defRPr sz="2400" b="0" i="0" u="none" strike="noStrike" cap="none">
                <a:solidFill>
                  <a:srgbClr val="000000"/>
                </a:solidFill>
                <a:latin typeface="Arial"/>
                <a:ea typeface="Arial"/>
                <a:cs typeface="Arial"/>
                <a:sym typeface="Arial"/>
              </a:defRPr>
            </a:lvl9pPr>
          </a:lstStyle>
          <a:p>
            <a:endParaRPr/>
          </a:p>
        </p:txBody>
      </p:sp>
      <p:pic>
        <p:nvPicPr>
          <p:cNvPr id="150" name="Google Shape;150;g3b3229198cb_1_8885" descr="GL-black-logo-trademark-rgb.png"/>
          <p:cNvPicPr preferRelativeResize="0"/>
          <p:nvPr/>
        </p:nvPicPr>
        <p:blipFill rotWithShape="1">
          <a:blip r:embed="rId2">
            <a:alphaModFix/>
          </a:blip>
          <a:srcRect/>
          <a:stretch/>
        </p:blipFill>
        <p:spPr>
          <a:xfrm>
            <a:off x="4368" y="51307"/>
            <a:ext cx="1938282" cy="621292"/>
          </a:xfrm>
          <a:prstGeom prst="rect">
            <a:avLst/>
          </a:prstGeom>
          <a:noFill/>
          <a:ln>
            <a:noFill/>
          </a:ln>
        </p:spPr>
      </p:pic>
    </p:spTree>
    <p:extLst>
      <p:ext uri="{BB962C8B-B14F-4D97-AF65-F5344CB8AC3E}">
        <p14:creationId xmlns:p14="http://schemas.microsoft.com/office/powerpoint/2010/main" val="3865964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151"/>
        <p:cNvGrpSpPr/>
        <p:nvPr/>
      </p:nvGrpSpPr>
      <p:grpSpPr>
        <a:xfrm>
          <a:off x="0" y="0"/>
          <a:ext cx="0" cy="0"/>
          <a:chOff x="0" y="0"/>
          <a:chExt cx="0" cy="0"/>
        </a:xfrm>
      </p:grpSpPr>
      <p:sp>
        <p:nvSpPr>
          <p:cNvPr id="152" name="Google Shape;152;g3b348a4ae2d_6_1559"/>
          <p:cNvSpPr txBox="1">
            <a:spLocks noGrp="1"/>
          </p:cNvSpPr>
          <p:nvPr>
            <p:ph type="title"/>
          </p:nvPr>
        </p:nvSpPr>
        <p:spPr>
          <a:xfrm>
            <a:off x="1889967" y="2763967"/>
            <a:ext cx="8377200" cy="1337700"/>
          </a:xfrm>
          <a:prstGeom prst="rect">
            <a:avLst/>
          </a:prstGeom>
          <a:noFill/>
          <a:ln>
            <a:noFill/>
          </a:ln>
        </p:spPr>
        <p:txBody>
          <a:bodyPr spcFirstLastPara="1" wrap="square" lIns="0" tIns="91425" rIns="91425" bIns="91425" anchor="ctr" anchorCtr="0">
            <a:norm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3" name="Google Shape;153;g3b348a4ae2d_6_1559"/>
          <p:cNvSpPr txBox="1"/>
          <p:nvPr/>
        </p:nvSpPr>
        <p:spPr>
          <a:xfrm>
            <a:off x="389599" y="6314833"/>
            <a:ext cx="1751700" cy="19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00"/>
              <a:buFont typeface="Manrope SemiBold"/>
              <a:buNone/>
            </a:pPr>
            <a:r>
              <a:rPr lang="en-US" sz="700" b="0" i="0" u="none" strike="noStrike" cap="none">
                <a:solidFill>
                  <a:srgbClr val="000000"/>
                </a:solidFill>
                <a:latin typeface="Manrope SemiBold"/>
                <a:ea typeface="Manrope SemiBold"/>
                <a:cs typeface="Manrope SemiBold"/>
                <a:sym typeface="Manrope SemiBold"/>
              </a:rPr>
              <a:t>GlobalLogic - A Hitachi Group Company</a:t>
            </a:r>
            <a:endParaRPr sz="700" b="0" i="0" u="none" strike="noStrike" cap="none">
              <a:solidFill>
                <a:srgbClr val="000000"/>
              </a:solidFill>
              <a:latin typeface="Manrope SemiBold"/>
              <a:ea typeface="Manrope SemiBold"/>
              <a:cs typeface="Manrope SemiBold"/>
              <a:sym typeface="Manrope SemiBold"/>
            </a:endParaRPr>
          </a:p>
        </p:txBody>
      </p:sp>
      <p:pic>
        <p:nvPicPr>
          <p:cNvPr id="154" name="Google Shape;154;g3b348a4ae2d_6_1559"/>
          <p:cNvPicPr preferRelativeResize="0"/>
          <p:nvPr/>
        </p:nvPicPr>
        <p:blipFill rotWithShape="1">
          <a:blip r:embed="rId2">
            <a:alphaModFix/>
          </a:blip>
          <a:srcRect/>
          <a:stretch/>
        </p:blipFill>
        <p:spPr>
          <a:xfrm>
            <a:off x="5882367" y="6360241"/>
            <a:ext cx="127233" cy="127255"/>
          </a:xfrm>
          <a:prstGeom prst="rect">
            <a:avLst/>
          </a:prstGeom>
          <a:noFill/>
          <a:ln>
            <a:noFill/>
          </a:ln>
        </p:spPr>
      </p:pic>
      <p:sp>
        <p:nvSpPr>
          <p:cNvPr id="155" name="Google Shape;155;g3b348a4ae2d_6_1559"/>
          <p:cNvSpPr txBox="1"/>
          <p:nvPr/>
        </p:nvSpPr>
        <p:spPr>
          <a:xfrm>
            <a:off x="11549800" y="6314833"/>
            <a:ext cx="252900" cy="198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667"/>
              <a:buFont typeface="Manrope SemiBold"/>
              <a:buNone/>
            </a:pPr>
            <a:fld id="{00000000-1234-1234-1234-123412341234}" type="slidenum">
              <a:rPr lang="en-US" sz="667" b="0" i="0" u="none" strike="noStrike" cap="none">
                <a:solidFill>
                  <a:srgbClr val="000000"/>
                </a:solidFill>
                <a:latin typeface="Manrope SemiBold"/>
                <a:ea typeface="Manrope SemiBold"/>
                <a:cs typeface="Manrope SemiBold"/>
                <a:sym typeface="Manrope SemiBold"/>
              </a:rPr>
              <a:t>‹#›</a:t>
            </a:fld>
            <a:endParaRPr sz="667" b="0" i="0" u="none" strike="noStrike" cap="none">
              <a:solidFill>
                <a:srgbClr val="000000"/>
              </a:solidFill>
              <a:latin typeface="Manrope SemiBold"/>
              <a:ea typeface="Manrope SemiBold"/>
              <a:cs typeface="Manrope SemiBold"/>
              <a:sym typeface="Manrope SemiBold"/>
            </a:endParaRPr>
          </a:p>
        </p:txBody>
      </p:sp>
      <p:sp>
        <p:nvSpPr>
          <p:cNvPr id="156" name="Google Shape;156;g3b348a4ae2d_6_1559"/>
          <p:cNvSpPr txBox="1"/>
          <p:nvPr/>
        </p:nvSpPr>
        <p:spPr>
          <a:xfrm>
            <a:off x="10429633" y="6314833"/>
            <a:ext cx="871500" cy="198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Manrope SemiBold"/>
              <a:buNone/>
            </a:pPr>
            <a:r>
              <a:rPr lang="en-US" sz="700" b="0" i="0" u="none" strike="noStrike" cap="none">
                <a:solidFill>
                  <a:srgbClr val="000000"/>
                </a:solidFill>
                <a:latin typeface="Manrope SemiBold"/>
                <a:ea typeface="Manrope SemiBold"/>
                <a:cs typeface="Manrope SemiBold"/>
                <a:sym typeface="Manrope SemiBold"/>
              </a:rPr>
              <a:t>Confidential</a:t>
            </a:r>
            <a:endParaRPr sz="700" b="0" i="0" u="none" strike="noStrike" cap="none">
              <a:solidFill>
                <a:srgbClr val="000000"/>
              </a:solidFill>
              <a:latin typeface="Manrope SemiBold"/>
              <a:ea typeface="Manrope SemiBold"/>
              <a:cs typeface="Manrope SemiBold"/>
              <a:sym typeface="Manrope SemiBold"/>
            </a:endParaRPr>
          </a:p>
        </p:txBody>
      </p:sp>
    </p:spTree>
    <p:extLst>
      <p:ext uri="{BB962C8B-B14F-4D97-AF65-F5344CB8AC3E}">
        <p14:creationId xmlns:p14="http://schemas.microsoft.com/office/powerpoint/2010/main" val="4093186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2">
  <p:cSld name="Blank 2">
    <p:spTree>
      <p:nvGrpSpPr>
        <p:cNvPr id="1" name="Shape 157"/>
        <p:cNvGrpSpPr/>
        <p:nvPr/>
      </p:nvGrpSpPr>
      <p:grpSpPr>
        <a:xfrm>
          <a:off x="0" y="0"/>
          <a:ext cx="0" cy="0"/>
          <a:chOff x="0" y="0"/>
          <a:chExt cx="0" cy="0"/>
        </a:xfrm>
      </p:grpSpPr>
      <p:sp>
        <p:nvSpPr>
          <p:cNvPr id="158" name="Google Shape;158;g3b348a4ae2d_6_3230"/>
          <p:cNvSpPr txBox="1">
            <a:spLocks noGrp="1"/>
          </p:cNvSpPr>
          <p:nvPr>
            <p:ph type="title"/>
          </p:nvPr>
        </p:nvSpPr>
        <p:spPr>
          <a:xfrm>
            <a:off x="1889967" y="2763967"/>
            <a:ext cx="8377200" cy="1337700"/>
          </a:xfrm>
          <a:prstGeom prst="rect">
            <a:avLst/>
          </a:prstGeom>
          <a:noFill/>
          <a:ln>
            <a:noFill/>
          </a:ln>
        </p:spPr>
        <p:txBody>
          <a:bodyPr spcFirstLastPara="1" wrap="square" lIns="0" tIns="91425" rIns="91425" bIns="91425" anchor="ctr" anchorCtr="0">
            <a:norm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9" name="Google Shape;159;g3b348a4ae2d_6_3230"/>
          <p:cNvSpPr txBox="1"/>
          <p:nvPr/>
        </p:nvSpPr>
        <p:spPr>
          <a:xfrm>
            <a:off x="389599" y="6314833"/>
            <a:ext cx="1751700" cy="19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00"/>
              <a:buFont typeface="Manrope SemiBold"/>
              <a:buNone/>
            </a:pPr>
            <a:r>
              <a:rPr lang="en-US" sz="700" b="0" i="0" u="none" strike="noStrike" cap="none">
                <a:solidFill>
                  <a:srgbClr val="000000"/>
                </a:solidFill>
                <a:latin typeface="Manrope SemiBold"/>
                <a:ea typeface="Manrope SemiBold"/>
                <a:cs typeface="Manrope SemiBold"/>
                <a:sym typeface="Manrope SemiBold"/>
              </a:rPr>
              <a:t>GlobalLogic - A Hitachi Group Company</a:t>
            </a:r>
            <a:endParaRPr sz="700" b="0" i="0" u="none" strike="noStrike" cap="none">
              <a:solidFill>
                <a:srgbClr val="000000"/>
              </a:solidFill>
              <a:latin typeface="Manrope SemiBold"/>
              <a:ea typeface="Manrope SemiBold"/>
              <a:cs typeface="Manrope SemiBold"/>
              <a:sym typeface="Manrope SemiBold"/>
            </a:endParaRPr>
          </a:p>
        </p:txBody>
      </p:sp>
      <p:pic>
        <p:nvPicPr>
          <p:cNvPr id="160" name="Google Shape;160;g3b348a4ae2d_6_3230"/>
          <p:cNvPicPr preferRelativeResize="0"/>
          <p:nvPr/>
        </p:nvPicPr>
        <p:blipFill rotWithShape="1">
          <a:blip r:embed="rId2">
            <a:alphaModFix/>
          </a:blip>
          <a:srcRect/>
          <a:stretch/>
        </p:blipFill>
        <p:spPr>
          <a:xfrm>
            <a:off x="5882367" y="6360241"/>
            <a:ext cx="127233" cy="127255"/>
          </a:xfrm>
          <a:prstGeom prst="rect">
            <a:avLst/>
          </a:prstGeom>
          <a:noFill/>
          <a:ln>
            <a:noFill/>
          </a:ln>
        </p:spPr>
      </p:pic>
      <p:sp>
        <p:nvSpPr>
          <p:cNvPr id="161" name="Google Shape;161;g3b348a4ae2d_6_3230"/>
          <p:cNvSpPr txBox="1"/>
          <p:nvPr/>
        </p:nvSpPr>
        <p:spPr>
          <a:xfrm>
            <a:off x="11549800" y="6314833"/>
            <a:ext cx="252900" cy="198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667"/>
              <a:buFont typeface="Manrope SemiBold"/>
              <a:buNone/>
            </a:pPr>
            <a:fld id="{00000000-1234-1234-1234-123412341234}" type="slidenum">
              <a:rPr lang="en-US" sz="667" b="0" i="0" u="none" strike="noStrike" cap="none">
                <a:solidFill>
                  <a:srgbClr val="000000"/>
                </a:solidFill>
                <a:latin typeface="Manrope SemiBold"/>
                <a:ea typeface="Manrope SemiBold"/>
                <a:cs typeface="Manrope SemiBold"/>
                <a:sym typeface="Manrope SemiBold"/>
              </a:rPr>
              <a:t>‹#›</a:t>
            </a:fld>
            <a:endParaRPr sz="667" b="0" i="0" u="none" strike="noStrike" cap="none">
              <a:solidFill>
                <a:srgbClr val="000000"/>
              </a:solidFill>
              <a:latin typeface="Manrope SemiBold"/>
              <a:ea typeface="Manrope SemiBold"/>
              <a:cs typeface="Manrope SemiBold"/>
              <a:sym typeface="Manrope SemiBold"/>
            </a:endParaRPr>
          </a:p>
        </p:txBody>
      </p:sp>
      <p:sp>
        <p:nvSpPr>
          <p:cNvPr id="162" name="Google Shape;162;g3b348a4ae2d_6_3230"/>
          <p:cNvSpPr txBox="1"/>
          <p:nvPr/>
        </p:nvSpPr>
        <p:spPr>
          <a:xfrm>
            <a:off x="10429633" y="6314833"/>
            <a:ext cx="871500" cy="198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Manrope SemiBold"/>
              <a:buNone/>
            </a:pPr>
            <a:r>
              <a:rPr lang="en-US" sz="700" b="0" i="0" u="none" strike="noStrike" cap="none">
                <a:solidFill>
                  <a:srgbClr val="000000"/>
                </a:solidFill>
                <a:latin typeface="Manrope SemiBold"/>
                <a:ea typeface="Manrope SemiBold"/>
                <a:cs typeface="Manrope SemiBold"/>
                <a:sym typeface="Manrope SemiBold"/>
              </a:rPr>
              <a:t>Confidential</a:t>
            </a:r>
            <a:endParaRPr sz="700" b="0" i="0" u="none" strike="noStrike" cap="none">
              <a:solidFill>
                <a:srgbClr val="000000"/>
              </a:solidFill>
              <a:latin typeface="Manrope SemiBold"/>
              <a:ea typeface="Manrope SemiBold"/>
              <a:cs typeface="Manrope SemiBold"/>
              <a:sym typeface="Manrope SemiBold"/>
            </a:endParaRPr>
          </a:p>
        </p:txBody>
      </p:sp>
    </p:spTree>
    <p:extLst>
      <p:ext uri="{BB962C8B-B14F-4D97-AF65-F5344CB8AC3E}">
        <p14:creationId xmlns:p14="http://schemas.microsoft.com/office/powerpoint/2010/main" val="857196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06_Text_slides1">
  <p:cSld name="06_Text_slides1">
    <p:spTree>
      <p:nvGrpSpPr>
        <p:cNvPr id="1" name="Shape 1194"/>
        <p:cNvGrpSpPr/>
        <p:nvPr/>
      </p:nvGrpSpPr>
      <p:grpSpPr>
        <a:xfrm>
          <a:off x="0" y="0"/>
          <a:ext cx="0" cy="0"/>
          <a:chOff x="0" y="0"/>
          <a:chExt cx="0" cy="0"/>
        </a:xfrm>
      </p:grpSpPr>
      <p:sp>
        <p:nvSpPr>
          <p:cNvPr id="1195" name="Google Shape;1195;p83"/>
          <p:cNvSpPr txBox="1"/>
          <p:nvPr/>
        </p:nvSpPr>
        <p:spPr>
          <a:xfrm>
            <a:off x="10609400" y="6314821"/>
            <a:ext cx="1051200" cy="198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sz="667">
                <a:solidFill>
                  <a:srgbClr val="000000"/>
                </a:solidFill>
                <a:latin typeface="Manrope SemiBold"/>
                <a:ea typeface="Manrope SemiBold"/>
                <a:cs typeface="Manrope SemiBold"/>
                <a:sym typeface="Manrope SemiBold"/>
              </a:rPr>
              <a:pPr marL="0" lvl="0" indent="0" algn="r" rtl="0">
                <a:spcBef>
                  <a:spcPts val="0"/>
                </a:spcBef>
                <a:spcAft>
                  <a:spcPts val="0"/>
                </a:spcAft>
                <a:buNone/>
              </a:pPr>
              <a:t>‹#›</a:t>
            </a:fld>
            <a:endParaRPr sz="667">
              <a:solidFill>
                <a:srgbClr val="000000"/>
              </a:solidFill>
              <a:latin typeface="Manrope SemiBold"/>
              <a:ea typeface="Manrope SemiBold"/>
              <a:cs typeface="Manrope SemiBold"/>
              <a:sym typeface="Manrope SemiBold"/>
            </a:endParaRPr>
          </a:p>
        </p:txBody>
      </p:sp>
      <p:sp>
        <p:nvSpPr>
          <p:cNvPr id="1196" name="Google Shape;1196;p83"/>
          <p:cNvSpPr txBox="1"/>
          <p:nvPr/>
        </p:nvSpPr>
        <p:spPr>
          <a:xfrm>
            <a:off x="10424704" y="6314824"/>
            <a:ext cx="785200" cy="198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700">
                <a:solidFill>
                  <a:srgbClr val="000000"/>
                </a:solidFill>
                <a:latin typeface="Manrope SemiBold"/>
                <a:ea typeface="Manrope SemiBold"/>
                <a:cs typeface="Manrope SemiBold"/>
                <a:sym typeface="Manrope SemiBold"/>
              </a:rPr>
              <a:t>Confidential</a:t>
            </a:r>
            <a:endParaRPr sz="700">
              <a:solidFill>
                <a:srgbClr val="000000"/>
              </a:solidFill>
              <a:latin typeface="Manrope SemiBold"/>
              <a:ea typeface="Manrope SemiBold"/>
              <a:cs typeface="Manrope SemiBold"/>
              <a:sym typeface="Manrope SemiBold"/>
            </a:endParaRPr>
          </a:p>
        </p:txBody>
      </p:sp>
      <p:sp>
        <p:nvSpPr>
          <p:cNvPr id="1197" name="Google Shape;1197;p83"/>
          <p:cNvSpPr txBox="1"/>
          <p:nvPr/>
        </p:nvSpPr>
        <p:spPr>
          <a:xfrm>
            <a:off x="389599" y="6314833"/>
            <a:ext cx="1751600" cy="198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700" b="0" i="0" u="none" strike="noStrike" cap="none">
                <a:solidFill>
                  <a:srgbClr val="000000"/>
                </a:solidFill>
                <a:latin typeface="Manrope SemiBold"/>
                <a:ea typeface="Manrope SemiBold"/>
                <a:cs typeface="Manrope SemiBold"/>
                <a:sym typeface="Manrope SemiBold"/>
              </a:rPr>
              <a:t>GlobalLogic - A Hitachi Group Company</a:t>
            </a:r>
            <a:endParaRPr sz="700">
              <a:solidFill>
                <a:srgbClr val="000000"/>
              </a:solidFill>
              <a:latin typeface="Manrope SemiBold"/>
              <a:ea typeface="Manrope SemiBold"/>
              <a:cs typeface="Manrope SemiBold"/>
              <a:sym typeface="Manrope SemiBold"/>
            </a:endParaRPr>
          </a:p>
        </p:txBody>
      </p:sp>
      <p:pic>
        <p:nvPicPr>
          <p:cNvPr id="1198" name="Google Shape;1198;p83"/>
          <p:cNvPicPr preferRelativeResize="0"/>
          <p:nvPr/>
        </p:nvPicPr>
        <p:blipFill rotWithShape="1">
          <a:blip r:embed="rId2">
            <a:alphaModFix/>
          </a:blip>
          <a:srcRect/>
          <a:stretch/>
        </p:blipFill>
        <p:spPr>
          <a:xfrm>
            <a:off x="5882367" y="6360241"/>
            <a:ext cx="127232" cy="127256"/>
          </a:xfrm>
          <a:prstGeom prst="rect">
            <a:avLst/>
          </a:prstGeom>
          <a:noFill/>
          <a:ln>
            <a:noFill/>
          </a:ln>
        </p:spPr>
      </p:pic>
      <p:sp>
        <p:nvSpPr>
          <p:cNvPr id="1199" name="Google Shape;1199;p83"/>
          <p:cNvSpPr txBox="1">
            <a:spLocks noGrp="1"/>
          </p:cNvSpPr>
          <p:nvPr>
            <p:ph type="title"/>
          </p:nvPr>
        </p:nvSpPr>
        <p:spPr>
          <a:xfrm>
            <a:off x="389600" y="381600"/>
            <a:ext cx="11412800" cy="7636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2400"/>
              <a:buFont typeface="Manrope SemiBold"/>
              <a:buNone/>
              <a:defRPr sz="3200">
                <a:solidFill>
                  <a:schemeClr val="dk1"/>
                </a:solidFill>
                <a:latin typeface="Manrope SemiBold"/>
                <a:ea typeface="Manrope SemiBold"/>
                <a:cs typeface="Manrope SemiBold"/>
                <a:sym typeface="Manrope SemiBold"/>
              </a:defRPr>
            </a:lvl1pPr>
            <a:lvl2pPr lvl="1">
              <a:spcBef>
                <a:spcPts val="0"/>
              </a:spcBef>
              <a:spcAft>
                <a:spcPts val="0"/>
              </a:spcAft>
              <a:buClr>
                <a:schemeClr val="dk1"/>
              </a:buClr>
              <a:buSzPts val="2400"/>
              <a:buNone/>
              <a:defRPr sz="3200">
                <a:solidFill>
                  <a:schemeClr val="dk1"/>
                </a:solidFill>
              </a:defRPr>
            </a:lvl2pPr>
            <a:lvl3pPr lvl="2">
              <a:spcBef>
                <a:spcPts val="0"/>
              </a:spcBef>
              <a:spcAft>
                <a:spcPts val="0"/>
              </a:spcAft>
              <a:buClr>
                <a:schemeClr val="dk1"/>
              </a:buClr>
              <a:buSzPts val="2400"/>
              <a:buNone/>
              <a:defRPr sz="3200">
                <a:solidFill>
                  <a:schemeClr val="dk1"/>
                </a:solidFill>
              </a:defRPr>
            </a:lvl3pPr>
            <a:lvl4pPr lvl="3">
              <a:spcBef>
                <a:spcPts val="0"/>
              </a:spcBef>
              <a:spcAft>
                <a:spcPts val="0"/>
              </a:spcAft>
              <a:buClr>
                <a:schemeClr val="dk1"/>
              </a:buClr>
              <a:buSzPts val="2400"/>
              <a:buNone/>
              <a:defRPr sz="3200">
                <a:solidFill>
                  <a:schemeClr val="dk1"/>
                </a:solidFill>
              </a:defRPr>
            </a:lvl4pPr>
            <a:lvl5pPr lvl="4">
              <a:spcBef>
                <a:spcPts val="0"/>
              </a:spcBef>
              <a:spcAft>
                <a:spcPts val="0"/>
              </a:spcAft>
              <a:buClr>
                <a:schemeClr val="dk1"/>
              </a:buClr>
              <a:buSzPts val="2400"/>
              <a:buNone/>
              <a:defRPr sz="3200">
                <a:solidFill>
                  <a:schemeClr val="dk1"/>
                </a:solidFill>
              </a:defRPr>
            </a:lvl5pPr>
            <a:lvl6pPr lvl="5">
              <a:spcBef>
                <a:spcPts val="0"/>
              </a:spcBef>
              <a:spcAft>
                <a:spcPts val="0"/>
              </a:spcAft>
              <a:buClr>
                <a:schemeClr val="dk1"/>
              </a:buClr>
              <a:buSzPts val="2400"/>
              <a:buNone/>
              <a:defRPr sz="3200">
                <a:solidFill>
                  <a:schemeClr val="dk1"/>
                </a:solidFill>
              </a:defRPr>
            </a:lvl6pPr>
            <a:lvl7pPr lvl="6">
              <a:spcBef>
                <a:spcPts val="0"/>
              </a:spcBef>
              <a:spcAft>
                <a:spcPts val="0"/>
              </a:spcAft>
              <a:buClr>
                <a:schemeClr val="dk1"/>
              </a:buClr>
              <a:buSzPts val="2400"/>
              <a:buNone/>
              <a:defRPr sz="3200">
                <a:solidFill>
                  <a:schemeClr val="dk1"/>
                </a:solidFill>
              </a:defRPr>
            </a:lvl7pPr>
            <a:lvl8pPr lvl="7">
              <a:spcBef>
                <a:spcPts val="0"/>
              </a:spcBef>
              <a:spcAft>
                <a:spcPts val="0"/>
              </a:spcAft>
              <a:buClr>
                <a:schemeClr val="dk1"/>
              </a:buClr>
              <a:buSzPts val="2400"/>
              <a:buNone/>
              <a:defRPr sz="3200">
                <a:solidFill>
                  <a:schemeClr val="dk1"/>
                </a:solidFill>
              </a:defRPr>
            </a:lvl8pPr>
            <a:lvl9pPr lvl="8">
              <a:spcBef>
                <a:spcPts val="0"/>
              </a:spcBef>
              <a:spcAft>
                <a:spcPts val="0"/>
              </a:spcAft>
              <a:buClr>
                <a:schemeClr val="dk1"/>
              </a:buClr>
              <a:buSzPts val="2400"/>
              <a:buNone/>
              <a:defRPr sz="3200">
                <a:solidFill>
                  <a:schemeClr val="dk1"/>
                </a:solidFill>
              </a:defRPr>
            </a:lvl9pPr>
          </a:lstStyle>
          <a:p>
            <a:endParaRPr/>
          </a:p>
        </p:txBody>
      </p:sp>
    </p:spTree>
    <p:extLst>
      <p:ext uri="{BB962C8B-B14F-4D97-AF65-F5344CB8AC3E}">
        <p14:creationId xmlns:p14="http://schemas.microsoft.com/office/powerpoint/2010/main" val="12702186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p:nvPr/>
        </p:nvSpPr>
        <p:spPr>
          <a:xfrm>
            <a:off x="11653220" y="124345"/>
            <a:ext cx="593700" cy="366000"/>
          </a:xfrm>
          <a:prstGeom prst="rect">
            <a:avLst/>
          </a:prstGeom>
          <a:noFill/>
          <a:ln>
            <a:noFill/>
          </a:ln>
        </p:spPr>
        <p:txBody>
          <a:bodyPr spcFirstLastPara="1" wrap="square" lIns="121900" tIns="60925" rIns="121900" bIns="60925" anchor="ctr" anchorCtr="0">
            <a:noAutofit/>
          </a:bodyPr>
          <a:lstStyle/>
          <a:p>
            <a:pPr marL="0" marR="0" lvl="0" indent="0" algn="l" rtl="0">
              <a:lnSpc>
                <a:spcPct val="100000"/>
              </a:lnSpc>
              <a:spcBef>
                <a:spcPts val="0"/>
              </a:spcBef>
              <a:spcAft>
                <a:spcPts val="0"/>
              </a:spcAft>
              <a:buClr>
                <a:srgbClr val="000000"/>
              </a:buClr>
              <a:buSzPts val="300"/>
              <a:buFont typeface="Helvetica Neue"/>
              <a:buNone/>
            </a:pPr>
            <a:fld id="{00000000-1234-1234-1234-123412341234}" type="slidenum">
              <a:rPr lang="en-US" sz="1100" b="0" i="0" u="none" strike="noStrike" cap="none">
                <a:solidFill>
                  <a:srgbClr val="000000"/>
                </a:solidFill>
                <a:latin typeface="Helvetica Neue"/>
                <a:ea typeface="Helvetica Neue"/>
                <a:cs typeface="Helvetica Neue"/>
                <a:sym typeface="Helvetica Neue"/>
              </a:rPr>
              <a:t>‹#›</a:t>
            </a:fld>
            <a:endParaRPr sz="1100" b="0" i="0" u="none" strike="noStrike" cap="none">
              <a:solidFill>
                <a:srgbClr val="000000"/>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84789135"/>
      </p:ext>
    </p:extLst>
  </p:cSld>
  <p:clrMap bg1="lt1" tx1="dk1" bg2="dk2" tx2="lt2" accent1="accent1" accent2="accent2" accent3="accent3" accent4="accent4" accent5="accent5" accent6="accent6" hlink="hlink" folHlink="folHlink"/>
  <p:sldLayoutIdLst>
    <p:sldLayoutId id="2147483697" r:id="rId1"/>
    <p:sldLayoutId id="2147483705" r:id="rId2"/>
    <p:sldLayoutId id="2147483706" r:id="rId3"/>
    <p:sldLayoutId id="2147483707" r:id="rId4"/>
    <p:sldLayoutId id="2147483710"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3b3229198cb_1_8537"/>
          <p:cNvSpPr txBox="1">
            <a:spLocks noGrp="1"/>
          </p:cNvSpPr>
          <p:nvPr>
            <p:ph type="title"/>
          </p:nvPr>
        </p:nvSpPr>
        <p:spPr>
          <a:xfrm>
            <a:off x="389600" y="546603"/>
            <a:ext cx="11360700" cy="763500"/>
          </a:xfrm>
          <a:prstGeom prst="rect">
            <a:avLst/>
          </a:prstGeom>
          <a:noFill/>
          <a:ln>
            <a:noFill/>
          </a:ln>
        </p:spPr>
        <p:txBody>
          <a:bodyPr spcFirstLastPara="1" wrap="square" lIns="0" tIns="121900" rIns="121900" bIns="121900" anchor="t" anchorCtr="0">
            <a:normAutofit/>
          </a:bodyPr>
          <a:lstStyle>
            <a:lvl1pPr marR="0" lvl="0" algn="l" rtl="0">
              <a:lnSpc>
                <a:spcPct val="100000"/>
              </a:lnSpc>
              <a:spcBef>
                <a:spcPts val="0"/>
              </a:spcBef>
              <a:spcAft>
                <a:spcPts val="0"/>
              </a:spcAft>
              <a:buClr>
                <a:schemeClr val="dk1"/>
              </a:buClr>
              <a:buSzPts val="4000"/>
              <a:buFont typeface="Manrope SemiBold"/>
              <a:buNone/>
              <a:defRPr sz="4000" b="0" i="0" u="none" strike="noStrike" cap="none">
                <a:solidFill>
                  <a:schemeClr val="dk1"/>
                </a:solidFill>
                <a:latin typeface="Manrope SemiBold"/>
                <a:ea typeface="Manrope SemiBold"/>
                <a:cs typeface="Manrope SemiBold"/>
                <a:sym typeface="Manrope SemiBold"/>
              </a:defRPr>
            </a:lvl1pPr>
            <a:lvl2pPr marR="0" lvl="1"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
        <p:nvSpPr>
          <p:cNvPr id="11" name="Google Shape;11;g3b3229198cb_1_8537"/>
          <p:cNvSpPr txBox="1">
            <a:spLocks noGrp="1"/>
          </p:cNvSpPr>
          <p:nvPr>
            <p:ph type="body" idx="1"/>
          </p:nvPr>
        </p:nvSpPr>
        <p:spPr>
          <a:xfrm>
            <a:off x="389600" y="1502767"/>
            <a:ext cx="11412900" cy="4555200"/>
          </a:xfrm>
          <a:prstGeom prst="rect">
            <a:avLst/>
          </a:prstGeom>
          <a:noFill/>
          <a:ln>
            <a:noFill/>
          </a:ln>
        </p:spPr>
        <p:txBody>
          <a:bodyPr spcFirstLastPara="1" wrap="square" lIns="0" tIns="121900" rIns="121900" bIns="121900" anchor="t" anchorCtr="0">
            <a:normAutofit/>
          </a:bodyPr>
          <a:lstStyle>
            <a:lvl1pPr marL="457200" marR="0" lvl="0" indent="-381000" algn="l" rtl="0">
              <a:lnSpc>
                <a:spcPct val="115000"/>
              </a:lnSpc>
              <a:spcBef>
                <a:spcPts val="0"/>
              </a:spcBef>
              <a:spcAft>
                <a:spcPts val="0"/>
              </a:spcAft>
              <a:buClr>
                <a:schemeClr val="dk2"/>
              </a:buClr>
              <a:buSzPts val="2400"/>
              <a:buFont typeface="Manrope"/>
              <a:buChar char="●"/>
              <a:defRPr sz="2400" b="0" i="0" u="none" strike="noStrike" cap="none">
                <a:solidFill>
                  <a:schemeClr val="dk2"/>
                </a:solidFill>
                <a:latin typeface="Manrope"/>
                <a:ea typeface="Manrope"/>
                <a:cs typeface="Manrope"/>
                <a:sym typeface="Manrope"/>
              </a:defRPr>
            </a:lvl1pPr>
            <a:lvl2pPr marL="914400" marR="0" lvl="1" indent="-349250" algn="l" rtl="0">
              <a:lnSpc>
                <a:spcPct val="115000"/>
              </a:lnSpc>
              <a:spcBef>
                <a:spcPts val="0"/>
              </a:spcBef>
              <a:spcAft>
                <a:spcPts val="0"/>
              </a:spcAft>
              <a:buClr>
                <a:schemeClr val="dk2"/>
              </a:buClr>
              <a:buSzPts val="1900"/>
              <a:buFont typeface="Manrope"/>
              <a:buChar char="○"/>
              <a:defRPr sz="1900" b="0" i="0" u="none" strike="noStrike" cap="none">
                <a:solidFill>
                  <a:schemeClr val="dk2"/>
                </a:solidFill>
                <a:latin typeface="Manrope"/>
                <a:ea typeface="Manrope"/>
                <a:cs typeface="Manrope"/>
                <a:sym typeface="Manrope"/>
              </a:defRPr>
            </a:lvl2pPr>
            <a:lvl3pPr marL="1371600" marR="0" lvl="2" indent="-349250" algn="l" rtl="0">
              <a:lnSpc>
                <a:spcPct val="115000"/>
              </a:lnSpc>
              <a:spcBef>
                <a:spcPts val="0"/>
              </a:spcBef>
              <a:spcAft>
                <a:spcPts val="0"/>
              </a:spcAft>
              <a:buClr>
                <a:schemeClr val="dk2"/>
              </a:buClr>
              <a:buSzPts val="1900"/>
              <a:buFont typeface="Manrope"/>
              <a:buChar char="■"/>
              <a:defRPr sz="1900" b="0" i="0" u="none" strike="noStrike" cap="none">
                <a:solidFill>
                  <a:schemeClr val="dk2"/>
                </a:solidFill>
                <a:latin typeface="Manrope"/>
                <a:ea typeface="Manrope"/>
                <a:cs typeface="Manrope"/>
                <a:sym typeface="Manrope"/>
              </a:defRPr>
            </a:lvl3pPr>
            <a:lvl4pPr marL="1828800" marR="0" lvl="3" indent="-349250" algn="l" rtl="0">
              <a:lnSpc>
                <a:spcPct val="115000"/>
              </a:lnSpc>
              <a:spcBef>
                <a:spcPts val="0"/>
              </a:spcBef>
              <a:spcAft>
                <a:spcPts val="0"/>
              </a:spcAft>
              <a:buClr>
                <a:schemeClr val="dk2"/>
              </a:buClr>
              <a:buSzPts val="1900"/>
              <a:buFont typeface="Manrope"/>
              <a:buChar char="●"/>
              <a:defRPr sz="1900" b="0" i="0" u="none" strike="noStrike" cap="none">
                <a:solidFill>
                  <a:schemeClr val="dk2"/>
                </a:solidFill>
                <a:latin typeface="Manrope"/>
                <a:ea typeface="Manrope"/>
                <a:cs typeface="Manrope"/>
                <a:sym typeface="Manrope"/>
              </a:defRPr>
            </a:lvl4pPr>
            <a:lvl5pPr marL="2286000" marR="0" lvl="4" indent="-349250" algn="l" rtl="0">
              <a:lnSpc>
                <a:spcPct val="115000"/>
              </a:lnSpc>
              <a:spcBef>
                <a:spcPts val="0"/>
              </a:spcBef>
              <a:spcAft>
                <a:spcPts val="0"/>
              </a:spcAft>
              <a:buClr>
                <a:schemeClr val="dk2"/>
              </a:buClr>
              <a:buSzPts val="1900"/>
              <a:buFont typeface="Manrope"/>
              <a:buChar char="○"/>
              <a:defRPr sz="1900" b="0" i="0" u="none" strike="noStrike" cap="none">
                <a:solidFill>
                  <a:schemeClr val="dk2"/>
                </a:solidFill>
                <a:latin typeface="Manrope"/>
                <a:ea typeface="Manrope"/>
                <a:cs typeface="Manrope"/>
                <a:sym typeface="Manrope"/>
              </a:defRPr>
            </a:lvl5pPr>
            <a:lvl6pPr marL="2743200" marR="0" lvl="5" indent="-349250" algn="l" rtl="0">
              <a:lnSpc>
                <a:spcPct val="115000"/>
              </a:lnSpc>
              <a:spcBef>
                <a:spcPts val="0"/>
              </a:spcBef>
              <a:spcAft>
                <a:spcPts val="0"/>
              </a:spcAft>
              <a:buClr>
                <a:schemeClr val="dk2"/>
              </a:buClr>
              <a:buSzPts val="1900"/>
              <a:buFont typeface="Manrope"/>
              <a:buChar char="■"/>
              <a:defRPr sz="1900" b="0" i="0" u="none" strike="noStrike" cap="none">
                <a:solidFill>
                  <a:schemeClr val="dk2"/>
                </a:solidFill>
                <a:latin typeface="Manrope"/>
                <a:ea typeface="Manrope"/>
                <a:cs typeface="Manrope"/>
                <a:sym typeface="Manrope"/>
              </a:defRPr>
            </a:lvl6pPr>
            <a:lvl7pPr marL="3200400" marR="0" lvl="6" indent="-349250" algn="l" rtl="0">
              <a:lnSpc>
                <a:spcPct val="115000"/>
              </a:lnSpc>
              <a:spcBef>
                <a:spcPts val="0"/>
              </a:spcBef>
              <a:spcAft>
                <a:spcPts val="0"/>
              </a:spcAft>
              <a:buClr>
                <a:schemeClr val="dk2"/>
              </a:buClr>
              <a:buSzPts val="1900"/>
              <a:buFont typeface="Manrope"/>
              <a:buChar char="●"/>
              <a:defRPr sz="1900" b="0" i="0" u="none" strike="noStrike" cap="none">
                <a:solidFill>
                  <a:schemeClr val="dk2"/>
                </a:solidFill>
                <a:latin typeface="Manrope"/>
                <a:ea typeface="Manrope"/>
                <a:cs typeface="Manrope"/>
                <a:sym typeface="Manrope"/>
              </a:defRPr>
            </a:lvl7pPr>
            <a:lvl8pPr marL="3657600" marR="0" lvl="7" indent="-349250" algn="l" rtl="0">
              <a:lnSpc>
                <a:spcPct val="115000"/>
              </a:lnSpc>
              <a:spcBef>
                <a:spcPts val="0"/>
              </a:spcBef>
              <a:spcAft>
                <a:spcPts val="0"/>
              </a:spcAft>
              <a:buClr>
                <a:schemeClr val="dk2"/>
              </a:buClr>
              <a:buSzPts val="1900"/>
              <a:buFont typeface="Manrope"/>
              <a:buChar char="○"/>
              <a:defRPr sz="1900" b="0" i="0" u="none" strike="noStrike" cap="none">
                <a:solidFill>
                  <a:schemeClr val="dk2"/>
                </a:solidFill>
                <a:latin typeface="Manrope"/>
                <a:ea typeface="Manrope"/>
                <a:cs typeface="Manrope"/>
                <a:sym typeface="Manrope"/>
              </a:defRPr>
            </a:lvl8pPr>
            <a:lvl9pPr marL="4114800" marR="0" lvl="8" indent="-349250" algn="l" rtl="0">
              <a:lnSpc>
                <a:spcPct val="115000"/>
              </a:lnSpc>
              <a:spcBef>
                <a:spcPts val="0"/>
              </a:spcBef>
              <a:spcAft>
                <a:spcPts val="0"/>
              </a:spcAft>
              <a:buClr>
                <a:schemeClr val="dk2"/>
              </a:buClr>
              <a:buSzPts val="1900"/>
              <a:buFont typeface="Manrope"/>
              <a:buChar char="■"/>
              <a:defRPr sz="1900" b="0" i="0" u="none" strike="noStrike" cap="none">
                <a:solidFill>
                  <a:schemeClr val="dk2"/>
                </a:solidFill>
                <a:latin typeface="Manrope"/>
                <a:ea typeface="Manrope"/>
                <a:cs typeface="Manrope"/>
                <a:sym typeface="Manrope"/>
              </a:defRPr>
            </a:lvl9pPr>
          </a:lstStyle>
          <a:p>
            <a:endParaRPr/>
          </a:p>
        </p:txBody>
      </p:sp>
    </p:spTree>
    <p:extLst>
      <p:ext uri="{BB962C8B-B14F-4D97-AF65-F5344CB8AC3E}">
        <p14:creationId xmlns:p14="http://schemas.microsoft.com/office/powerpoint/2010/main" val="2762174312"/>
      </p:ext>
    </p:extLst>
  </p:cSld>
  <p:clrMap bg1="lt1" tx1="dk1" bg2="dk2" tx2="lt2" accent1="accent1" accent2="accent2" accent3="accent3" accent4="accent4" accent5="accent5" accent6="accent6" hlink="hlink" folHlink="folHlink"/>
  <p:sldLayoutIdLst>
    <p:sldLayoutId id="2147483714" r:id="rId1"/>
    <p:sldLayoutId id="2147483716" r:id="rId2"/>
    <p:sldLayoutId id="2147483724" r:id="rId3"/>
    <p:sldLayoutId id="2147483726" r:id="rId4"/>
    <p:sldLayoutId id="2147483727" r:id="rId5"/>
    <p:sldLayoutId id="214748372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E46962"/>
          </p15:clr>
        </p15:guide>
        <p15:guide id="2" orient="horz" pos="2160">
          <p15:clr>
            <a:schemeClr val="dk1"/>
          </p15:clr>
        </p15:guide>
        <p15:guide id="3" orient="horz" pos="240">
          <p15:clr>
            <a:schemeClr val="accent2"/>
          </p15:clr>
        </p15:guide>
        <p15:guide id="4" pos="3895">
          <p15:clr>
            <a:srgbClr val="E46962"/>
          </p15:clr>
        </p15:guide>
        <p15:guide id="5" pos="3785">
          <p15:clr>
            <a:srgbClr val="E46962"/>
          </p15:clr>
        </p15:guide>
        <p15:guide id="6" pos="5743">
          <p15:clr>
            <a:srgbClr val="E46962"/>
          </p15:clr>
        </p15:guide>
        <p15:guide id="7" pos="5635">
          <p15:clr>
            <a:srgbClr val="E46962"/>
          </p15:clr>
        </p15:guide>
        <p15:guide id="8" pos="5689">
          <p15:clr>
            <a:srgbClr val="E46962"/>
          </p15:clr>
        </p15:guide>
        <p15:guide id="9" pos="7435">
          <p15:clr>
            <a:srgbClr val="E46962"/>
          </p15:clr>
        </p15:guide>
        <p15:guide id="10" pos="245">
          <p15:clr>
            <a:srgbClr val="E46962"/>
          </p15:clr>
        </p15:guide>
        <p15:guide id="11" pos="1997">
          <p15:clr>
            <a:srgbClr val="E46962"/>
          </p15:clr>
        </p15:guide>
        <p15:guide id="12" pos="2052">
          <p15:clr>
            <a:srgbClr val="E46962"/>
          </p15:clr>
        </p15:guide>
        <p15:guide id="13" pos="1944">
          <p15:clr>
            <a:srgbClr val="E46962"/>
          </p15:clr>
        </p15:guide>
        <p15:guide id="14" orient="horz" pos="4077">
          <p15:clr>
            <a:schemeClr val="accent2"/>
          </p15:clr>
        </p15:guide>
        <p15:guide id="15" orient="horz" pos="1205">
          <p15:clr>
            <a:schemeClr val="accent2"/>
          </p15:clr>
        </p15:guide>
        <p15:guide id="16" orient="horz" pos="3111">
          <p15:clr>
            <a:schemeClr val="accent2"/>
          </p15:clr>
        </p15:guide>
        <p15:guide id="17" pos="1121">
          <p15:clr>
            <a:srgbClr val="4A86E8"/>
          </p15:clr>
        </p15:guide>
        <p15:guide id="18" pos="2913">
          <p15:clr>
            <a:srgbClr val="4A86E8"/>
          </p15:clr>
        </p15:guide>
        <p15:guide id="19" pos="4767">
          <p15:clr>
            <a:srgbClr val="4A86E8"/>
          </p15:clr>
        </p15:guide>
        <p15:guide id="20" pos="6521">
          <p15:clr>
            <a:srgbClr val="4A86E8"/>
          </p15:clr>
        </p15:guide>
        <p15:guide id="21" orient="horz" pos="2215">
          <p15:clr>
            <a:srgbClr val="E46962"/>
          </p15:clr>
        </p15:guide>
        <p15:guide id="22" orient="horz" pos="2105">
          <p15:clr>
            <a:srgbClr val="E46962"/>
          </p15:clr>
        </p15:guide>
        <p15:guide id="23" orient="horz" pos="732">
          <p15:clr>
            <a:schemeClr val="accent2"/>
          </p15:clr>
        </p15:guide>
        <p15:guide id="24" orient="horz" pos="676">
          <p15:clr>
            <a:schemeClr val="accent2"/>
          </p15:clr>
        </p15:guide>
        <p15:guide id="25" orient="horz" pos="785">
          <p15:clr>
            <a:schemeClr val="accent2"/>
          </p15:clr>
        </p15:guide>
        <p15:guide id="26" orient="horz" pos="3643">
          <p15:clr>
            <a:schemeClr val="accent2"/>
          </p15:clr>
        </p15:guide>
        <p15:guide id="27" orient="horz" pos="3588">
          <p15:clr>
            <a:schemeClr val="accent2"/>
          </p15:clr>
        </p15:guide>
        <p15:guide id="28" orient="horz" pos="3533">
          <p15:clr>
            <a:schemeClr val="accent2"/>
          </p15:clr>
        </p15:guide>
        <p15:guide id="29" pos="615">
          <p15:clr>
            <a:srgbClr val="E46962"/>
          </p15:clr>
        </p15:guide>
        <p15:guide id="30" pos="7064">
          <p15:clr>
            <a:srgbClr val="E46962"/>
          </p15:clr>
        </p15:guide>
        <p15:guide id="31" orient="horz" pos="1260">
          <p15:clr>
            <a:schemeClr val="accent2"/>
          </p15:clr>
        </p15:guide>
        <p15:guide id="32" orient="horz" pos="1151">
          <p15:clr>
            <a:schemeClr val="accent2"/>
          </p15:clr>
        </p15:guide>
        <p15:guide id="33" orient="horz" pos="3056">
          <p15:clr>
            <a:schemeClr val="accent2"/>
          </p15:clr>
        </p15:guide>
        <p15:guide id="34" orient="horz" pos="3165">
          <p15:clr>
            <a:schemeClr val="accent2"/>
          </p15:clr>
        </p15:guide>
        <p15:guide id="35" pos="4820">
          <p15:clr>
            <a:srgbClr val="4A86E8"/>
          </p15:clr>
        </p15:guide>
        <p15:guide id="36" pos="4712">
          <p15:clr>
            <a:srgbClr val="4A86E8"/>
          </p15:clr>
        </p15:guide>
        <p15:guide id="37" pos="2968">
          <p15:clr>
            <a:srgbClr val="4A86E8"/>
          </p15:clr>
        </p15:guide>
        <p15:guide id="38" pos="2860">
          <p15:clr>
            <a:srgbClr val="4A86E8"/>
          </p15:clr>
        </p15:guide>
        <p15:guide id="39" pos="1176">
          <p15:clr>
            <a:srgbClr val="4A86E8"/>
          </p15:clr>
        </p15:guide>
        <p15:guide id="40" pos="1061">
          <p15:clr>
            <a:srgbClr val="4A86E8"/>
          </p15:clr>
        </p15:guide>
        <p15:guide id="41" pos="6576">
          <p15:clr>
            <a:srgbClr val="4A86E8"/>
          </p15:clr>
        </p15:guide>
        <p15:guide id="42" pos="6468">
          <p15:clr>
            <a:srgbClr val="4A86E8"/>
          </p15:clr>
        </p15:guide>
        <p15:guide id="43" orient="horz" pos="1681">
          <p15:clr>
            <a:schemeClr val="accent2"/>
          </p15:clr>
        </p15:guide>
        <p15:guide id="44" pos="560">
          <p15:clr>
            <a:srgbClr val="E46962"/>
          </p15:clr>
        </p15:guide>
        <p15:guide id="45" pos="669">
          <p15:clr>
            <a:srgbClr val="E46962"/>
          </p15:clr>
        </p15:guide>
        <p15:guide id="46" pos="7119">
          <p15:clr>
            <a:srgbClr val="E46962"/>
          </p15:clr>
        </p15:guide>
        <p15:guide id="47" pos="7015">
          <p15:clr>
            <a:srgbClr val="E46962"/>
          </p15:clr>
        </p15:guide>
        <p15:guide id="48" orient="horz" pos="2639">
          <p15:clr>
            <a:schemeClr val="accent2"/>
          </p15:clr>
        </p15:guide>
        <p15:guide id="49" orient="horz" pos="2692">
          <p15:clr>
            <a:schemeClr val="accent2"/>
          </p15:clr>
        </p15:guide>
        <p15:guide id="50" orient="horz" pos="2584">
          <p15:clr>
            <a:schemeClr val="accent2"/>
          </p15:clr>
        </p15:guide>
        <p15:guide id="51" orient="horz" pos="1736">
          <p15:clr>
            <a:schemeClr val="accent2"/>
          </p15:clr>
        </p15:guide>
        <p15:guide id="52" orient="horz" pos="1628">
          <p15:clr>
            <a:schemeClr val="accent2"/>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0"/>
        <p:cNvGrpSpPr/>
        <p:nvPr/>
      </p:nvGrpSpPr>
      <p:grpSpPr>
        <a:xfrm>
          <a:off x="0" y="0"/>
          <a:ext cx="0" cy="0"/>
          <a:chOff x="0" y="0"/>
          <a:chExt cx="0" cy="0"/>
        </a:xfrm>
      </p:grpSpPr>
      <p:sp>
        <p:nvSpPr>
          <p:cNvPr id="271" name="Google Shape;271;p46"/>
          <p:cNvSpPr txBox="1">
            <a:spLocks noGrp="1"/>
          </p:cNvSpPr>
          <p:nvPr>
            <p:ph type="title"/>
          </p:nvPr>
        </p:nvSpPr>
        <p:spPr>
          <a:xfrm>
            <a:off x="415600" y="381603"/>
            <a:ext cx="11360800" cy="763600"/>
          </a:xfrm>
          <a:prstGeom prst="rect">
            <a:avLst/>
          </a:prstGeom>
          <a:noFill/>
          <a:ln>
            <a:noFill/>
          </a:ln>
        </p:spPr>
        <p:txBody>
          <a:bodyPr spcFirstLastPara="1" wrap="square" lIns="0" tIns="0" rIns="91425" bIns="91425" anchor="t" anchorCtr="0">
            <a:noAutofit/>
          </a:bodyPr>
          <a:lstStyle>
            <a:lvl1pPr lvl="0">
              <a:spcBef>
                <a:spcPts val="0"/>
              </a:spcBef>
              <a:spcAft>
                <a:spcPts val="0"/>
              </a:spcAft>
              <a:buClr>
                <a:schemeClr val="dk1"/>
              </a:buClr>
              <a:buSzPts val="2400"/>
              <a:buFont typeface="Manrope SemiBold"/>
              <a:buNone/>
              <a:defRPr sz="2400">
                <a:solidFill>
                  <a:schemeClr val="dk1"/>
                </a:solidFill>
                <a:latin typeface="Manrope SemiBold"/>
                <a:ea typeface="Manrope SemiBold"/>
                <a:cs typeface="Manrope SemiBold"/>
                <a:sym typeface="Manrope SemiBold"/>
              </a:defRPr>
            </a:lvl1pPr>
            <a:lvl2pPr lvl="1">
              <a:spcBef>
                <a:spcPts val="0"/>
              </a:spcBef>
              <a:spcAft>
                <a:spcPts val="0"/>
              </a:spcAft>
              <a:buClr>
                <a:schemeClr val="dk1"/>
              </a:buClr>
              <a:buSzPts val="2400"/>
              <a:buNone/>
              <a:defRPr sz="2400">
                <a:solidFill>
                  <a:schemeClr val="dk1"/>
                </a:solidFill>
              </a:defRPr>
            </a:lvl2pPr>
            <a:lvl3pPr lvl="2">
              <a:spcBef>
                <a:spcPts val="0"/>
              </a:spcBef>
              <a:spcAft>
                <a:spcPts val="0"/>
              </a:spcAft>
              <a:buClr>
                <a:schemeClr val="dk1"/>
              </a:buClr>
              <a:buSzPts val="2400"/>
              <a:buNone/>
              <a:defRPr sz="2400">
                <a:solidFill>
                  <a:schemeClr val="dk1"/>
                </a:solidFill>
              </a:defRPr>
            </a:lvl3pPr>
            <a:lvl4pPr lvl="3">
              <a:spcBef>
                <a:spcPts val="0"/>
              </a:spcBef>
              <a:spcAft>
                <a:spcPts val="0"/>
              </a:spcAft>
              <a:buClr>
                <a:schemeClr val="dk1"/>
              </a:buClr>
              <a:buSzPts val="2400"/>
              <a:buNone/>
              <a:defRPr sz="2400">
                <a:solidFill>
                  <a:schemeClr val="dk1"/>
                </a:solidFill>
              </a:defRPr>
            </a:lvl4pPr>
            <a:lvl5pPr lvl="4">
              <a:spcBef>
                <a:spcPts val="0"/>
              </a:spcBef>
              <a:spcAft>
                <a:spcPts val="0"/>
              </a:spcAft>
              <a:buClr>
                <a:schemeClr val="dk1"/>
              </a:buClr>
              <a:buSzPts val="2400"/>
              <a:buNone/>
              <a:defRPr sz="2400">
                <a:solidFill>
                  <a:schemeClr val="dk1"/>
                </a:solidFill>
              </a:defRPr>
            </a:lvl5pPr>
            <a:lvl6pPr lvl="5">
              <a:spcBef>
                <a:spcPts val="0"/>
              </a:spcBef>
              <a:spcAft>
                <a:spcPts val="0"/>
              </a:spcAft>
              <a:buClr>
                <a:schemeClr val="dk1"/>
              </a:buClr>
              <a:buSzPts val="2400"/>
              <a:buNone/>
              <a:defRPr sz="2400">
                <a:solidFill>
                  <a:schemeClr val="dk1"/>
                </a:solidFill>
              </a:defRPr>
            </a:lvl6pPr>
            <a:lvl7pPr lvl="6">
              <a:spcBef>
                <a:spcPts val="0"/>
              </a:spcBef>
              <a:spcAft>
                <a:spcPts val="0"/>
              </a:spcAft>
              <a:buClr>
                <a:schemeClr val="dk1"/>
              </a:buClr>
              <a:buSzPts val="2400"/>
              <a:buNone/>
              <a:defRPr sz="2400">
                <a:solidFill>
                  <a:schemeClr val="dk1"/>
                </a:solidFill>
              </a:defRPr>
            </a:lvl7pPr>
            <a:lvl8pPr lvl="7">
              <a:spcBef>
                <a:spcPts val="0"/>
              </a:spcBef>
              <a:spcAft>
                <a:spcPts val="0"/>
              </a:spcAft>
              <a:buClr>
                <a:schemeClr val="dk1"/>
              </a:buClr>
              <a:buSzPts val="2400"/>
              <a:buNone/>
              <a:defRPr sz="2400">
                <a:solidFill>
                  <a:schemeClr val="dk1"/>
                </a:solidFill>
              </a:defRPr>
            </a:lvl8pPr>
            <a:lvl9pPr lvl="8">
              <a:spcBef>
                <a:spcPts val="0"/>
              </a:spcBef>
              <a:spcAft>
                <a:spcPts val="0"/>
              </a:spcAft>
              <a:buClr>
                <a:schemeClr val="dk1"/>
              </a:buClr>
              <a:buSzPts val="2400"/>
              <a:buNone/>
              <a:defRPr sz="2400">
                <a:solidFill>
                  <a:schemeClr val="dk1"/>
                </a:solidFill>
              </a:defRPr>
            </a:lvl9pPr>
          </a:lstStyle>
          <a:p>
            <a:endParaRPr/>
          </a:p>
        </p:txBody>
      </p:sp>
      <p:sp>
        <p:nvSpPr>
          <p:cNvPr id="272" name="Google Shape;272;p46"/>
          <p:cNvSpPr txBox="1">
            <a:spLocks noGrp="1"/>
          </p:cNvSpPr>
          <p:nvPr>
            <p:ph type="body" idx="1"/>
          </p:nvPr>
        </p:nvSpPr>
        <p:spPr>
          <a:xfrm>
            <a:off x="389600" y="1502767"/>
            <a:ext cx="11412800" cy="4555200"/>
          </a:xfrm>
          <a:prstGeom prst="rect">
            <a:avLst/>
          </a:prstGeom>
          <a:noFill/>
          <a:ln>
            <a:noFill/>
          </a:ln>
        </p:spPr>
        <p:txBody>
          <a:bodyPr spcFirstLastPara="1" wrap="square" lIns="0" tIns="91425" rIns="91425" bIns="91425" anchor="t" anchorCtr="0">
            <a:normAutofit/>
          </a:bodyPr>
          <a:lstStyle>
            <a:lvl1pPr marL="457200" lvl="0" indent="-342900">
              <a:lnSpc>
                <a:spcPct val="115000"/>
              </a:lnSpc>
              <a:spcBef>
                <a:spcPts val="0"/>
              </a:spcBef>
              <a:spcAft>
                <a:spcPts val="0"/>
              </a:spcAft>
              <a:buClr>
                <a:schemeClr val="dk2"/>
              </a:buClr>
              <a:buSzPts val="1800"/>
              <a:buFont typeface="Manrope"/>
              <a:buChar char="●"/>
              <a:defRPr sz="1800">
                <a:solidFill>
                  <a:schemeClr val="dk2"/>
                </a:solidFill>
                <a:latin typeface="Manrope"/>
                <a:ea typeface="Manrope"/>
                <a:cs typeface="Manrope"/>
                <a:sym typeface="Manrope"/>
              </a:defRPr>
            </a:lvl1pPr>
            <a:lvl2pPr marL="914400" lvl="1" indent="-317500">
              <a:lnSpc>
                <a:spcPct val="115000"/>
              </a:lnSpc>
              <a:spcBef>
                <a:spcPts val="0"/>
              </a:spcBef>
              <a:spcAft>
                <a:spcPts val="0"/>
              </a:spcAft>
              <a:buClr>
                <a:schemeClr val="dk2"/>
              </a:buClr>
              <a:buSzPts val="1400"/>
              <a:buFont typeface="Manrope"/>
              <a:buChar char="○"/>
              <a:defRPr>
                <a:solidFill>
                  <a:schemeClr val="dk2"/>
                </a:solidFill>
                <a:latin typeface="Manrope"/>
                <a:ea typeface="Manrope"/>
                <a:cs typeface="Manrope"/>
                <a:sym typeface="Manrope"/>
              </a:defRPr>
            </a:lvl2pPr>
            <a:lvl3pPr marL="1371600" lvl="2" indent="-317500">
              <a:lnSpc>
                <a:spcPct val="115000"/>
              </a:lnSpc>
              <a:spcBef>
                <a:spcPts val="0"/>
              </a:spcBef>
              <a:spcAft>
                <a:spcPts val="0"/>
              </a:spcAft>
              <a:buClr>
                <a:schemeClr val="dk2"/>
              </a:buClr>
              <a:buSzPts val="1400"/>
              <a:buFont typeface="Manrope"/>
              <a:buChar char="■"/>
              <a:defRPr>
                <a:solidFill>
                  <a:schemeClr val="dk2"/>
                </a:solidFill>
                <a:latin typeface="Manrope"/>
                <a:ea typeface="Manrope"/>
                <a:cs typeface="Manrope"/>
                <a:sym typeface="Manrope"/>
              </a:defRPr>
            </a:lvl3pPr>
            <a:lvl4pPr marL="1828800" lvl="3" indent="-317500">
              <a:lnSpc>
                <a:spcPct val="115000"/>
              </a:lnSpc>
              <a:spcBef>
                <a:spcPts val="0"/>
              </a:spcBef>
              <a:spcAft>
                <a:spcPts val="0"/>
              </a:spcAft>
              <a:buClr>
                <a:schemeClr val="dk2"/>
              </a:buClr>
              <a:buSzPts val="1400"/>
              <a:buFont typeface="Manrope"/>
              <a:buChar char="●"/>
              <a:defRPr>
                <a:solidFill>
                  <a:schemeClr val="dk2"/>
                </a:solidFill>
                <a:latin typeface="Manrope"/>
                <a:ea typeface="Manrope"/>
                <a:cs typeface="Manrope"/>
                <a:sym typeface="Manrope"/>
              </a:defRPr>
            </a:lvl4pPr>
            <a:lvl5pPr marL="2286000" lvl="4" indent="-317500">
              <a:lnSpc>
                <a:spcPct val="115000"/>
              </a:lnSpc>
              <a:spcBef>
                <a:spcPts val="0"/>
              </a:spcBef>
              <a:spcAft>
                <a:spcPts val="0"/>
              </a:spcAft>
              <a:buClr>
                <a:schemeClr val="dk2"/>
              </a:buClr>
              <a:buSzPts val="1400"/>
              <a:buFont typeface="Manrope"/>
              <a:buChar char="○"/>
              <a:defRPr>
                <a:solidFill>
                  <a:schemeClr val="dk2"/>
                </a:solidFill>
                <a:latin typeface="Manrope"/>
                <a:ea typeface="Manrope"/>
                <a:cs typeface="Manrope"/>
                <a:sym typeface="Manrope"/>
              </a:defRPr>
            </a:lvl5pPr>
            <a:lvl6pPr marL="2743200" lvl="5" indent="-317500">
              <a:lnSpc>
                <a:spcPct val="115000"/>
              </a:lnSpc>
              <a:spcBef>
                <a:spcPts val="0"/>
              </a:spcBef>
              <a:spcAft>
                <a:spcPts val="0"/>
              </a:spcAft>
              <a:buClr>
                <a:schemeClr val="dk2"/>
              </a:buClr>
              <a:buSzPts val="1400"/>
              <a:buFont typeface="Manrope"/>
              <a:buChar char="■"/>
              <a:defRPr>
                <a:solidFill>
                  <a:schemeClr val="dk2"/>
                </a:solidFill>
                <a:latin typeface="Manrope"/>
                <a:ea typeface="Manrope"/>
                <a:cs typeface="Manrope"/>
                <a:sym typeface="Manrope"/>
              </a:defRPr>
            </a:lvl6pPr>
            <a:lvl7pPr marL="3200400" lvl="6" indent="-317500">
              <a:lnSpc>
                <a:spcPct val="115000"/>
              </a:lnSpc>
              <a:spcBef>
                <a:spcPts val="0"/>
              </a:spcBef>
              <a:spcAft>
                <a:spcPts val="0"/>
              </a:spcAft>
              <a:buClr>
                <a:schemeClr val="dk2"/>
              </a:buClr>
              <a:buSzPts val="1400"/>
              <a:buFont typeface="Manrope"/>
              <a:buChar char="●"/>
              <a:defRPr>
                <a:solidFill>
                  <a:schemeClr val="dk2"/>
                </a:solidFill>
                <a:latin typeface="Manrope"/>
                <a:ea typeface="Manrope"/>
                <a:cs typeface="Manrope"/>
                <a:sym typeface="Manrope"/>
              </a:defRPr>
            </a:lvl7pPr>
            <a:lvl8pPr marL="3657600" lvl="7" indent="-317500">
              <a:lnSpc>
                <a:spcPct val="115000"/>
              </a:lnSpc>
              <a:spcBef>
                <a:spcPts val="0"/>
              </a:spcBef>
              <a:spcAft>
                <a:spcPts val="0"/>
              </a:spcAft>
              <a:buClr>
                <a:schemeClr val="dk2"/>
              </a:buClr>
              <a:buSzPts val="1400"/>
              <a:buFont typeface="Manrope"/>
              <a:buChar char="○"/>
              <a:defRPr>
                <a:solidFill>
                  <a:schemeClr val="dk2"/>
                </a:solidFill>
                <a:latin typeface="Manrope"/>
                <a:ea typeface="Manrope"/>
                <a:cs typeface="Manrope"/>
                <a:sym typeface="Manrope"/>
              </a:defRPr>
            </a:lvl8pPr>
            <a:lvl9pPr marL="4114800" lvl="8" indent="-317500">
              <a:lnSpc>
                <a:spcPct val="115000"/>
              </a:lnSpc>
              <a:spcBef>
                <a:spcPts val="0"/>
              </a:spcBef>
              <a:spcAft>
                <a:spcPts val="0"/>
              </a:spcAft>
              <a:buClr>
                <a:schemeClr val="dk2"/>
              </a:buClr>
              <a:buSzPts val="1400"/>
              <a:buFont typeface="Manrope"/>
              <a:buChar char="■"/>
              <a:defRPr>
                <a:solidFill>
                  <a:schemeClr val="dk2"/>
                </a:solidFill>
                <a:latin typeface="Manrope"/>
                <a:ea typeface="Manrope"/>
                <a:cs typeface="Manrope"/>
                <a:sym typeface="Manrope"/>
              </a:defRPr>
            </a:lvl9pPr>
          </a:lstStyle>
          <a:p>
            <a:endParaRPr/>
          </a:p>
        </p:txBody>
      </p:sp>
    </p:spTree>
    <p:extLst>
      <p:ext uri="{BB962C8B-B14F-4D97-AF65-F5344CB8AC3E}">
        <p14:creationId xmlns:p14="http://schemas.microsoft.com/office/powerpoint/2010/main" val="2180508070"/>
      </p:ext>
    </p:extLst>
  </p:cSld>
  <p:clrMap bg1="lt1" tx1="dk1" bg2="dk2" tx2="lt2" accent1="accent1" accent2="accent2" accent3="accent3" accent4="accent4" accent5="accent5" accent6="accent6" hlink="hlink" folHlink="folHlink"/>
  <p:sldLayoutIdLst>
    <p:sldLayoutId id="214748376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E46962"/>
          </p15:clr>
        </p15:guide>
        <p15:guide id="2" orient="horz" pos="1620">
          <p15:clr>
            <a:schemeClr val="dk1"/>
          </p15:clr>
        </p15:guide>
        <p15:guide id="3" orient="horz" pos="180">
          <p15:clr>
            <a:schemeClr val="accent2"/>
          </p15:clr>
        </p15:guide>
        <p15:guide id="4" pos="2921">
          <p15:clr>
            <a:srgbClr val="E46962"/>
          </p15:clr>
        </p15:guide>
        <p15:guide id="5" pos="2839">
          <p15:clr>
            <a:srgbClr val="E46962"/>
          </p15:clr>
        </p15:guide>
        <p15:guide id="6" pos="4307">
          <p15:clr>
            <a:srgbClr val="E46962"/>
          </p15:clr>
        </p15:guide>
        <p15:guide id="7" pos="4226">
          <p15:clr>
            <a:srgbClr val="E46962"/>
          </p15:clr>
        </p15:guide>
        <p15:guide id="8" pos="4267">
          <p15:clr>
            <a:srgbClr val="E46962"/>
          </p15:clr>
        </p15:guide>
        <p15:guide id="9" pos="5576">
          <p15:clr>
            <a:srgbClr val="E46962"/>
          </p15:clr>
        </p15:guide>
        <p15:guide id="10" pos="184">
          <p15:clr>
            <a:srgbClr val="E46962"/>
          </p15:clr>
        </p15:guide>
        <p15:guide id="11" pos="1498">
          <p15:clr>
            <a:srgbClr val="E46962"/>
          </p15:clr>
        </p15:guide>
        <p15:guide id="12" pos="1539">
          <p15:clr>
            <a:srgbClr val="E46962"/>
          </p15:clr>
        </p15:guide>
        <p15:guide id="13" pos="1458">
          <p15:clr>
            <a:srgbClr val="E46962"/>
          </p15:clr>
        </p15:guide>
        <p15:guide id="14" orient="horz" pos="3058">
          <p15:clr>
            <a:schemeClr val="accent2"/>
          </p15:clr>
        </p15:guide>
        <p15:guide id="15" orient="horz" pos="904">
          <p15:clr>
            <a:schemeClr val="accent2"/>
          </p15:clr>
        </p15:guide>
        <p15:guide id="16" orient="horz" pos="2333">
          <p15:clr>
            <a:schemeClr val="accent2"/>
          </p15:clr>
        </p15:guide>
        <p15:guide id="17" pos="841">
          <p15:clr>
            <a:srgbClr val="4A86E8"/>
          </p15:clr>
        </p15:guide>
        <p15:guide id="18" pos="2185">
          <p15:clr>
            <a:srgbClr val="4A86E8"/>
          </p15:clr>
        </p15:guide>
        <p15:guide id="19" pos="3575">
          <p15:clr>
            <a:srgbClr val="4A86E8"/>
          </p15:clr>
        </p15:guide>
        <p15:guide id="20" pos="4891">
          <p15:clr>
            <a:srgbClr val="4A86E8"/>
          </p15:clr>
        </p15:guide>
        <p15:guide id="22" orient="horz" pos="1661">
          <p15:clr>
            <a:srgbClr val="E46962"/>
          </p15:clr>
        </p15:guide>
        <p15:guide id="23" orient="horz" pos="1579">
          <p15:clr>
            <a:srgbClr val="E46962"/>
          </p15:clr>
        </p15:guide>
        <p15:guide id="24" orient="horz" pos="549">
          <p15:clr>
            <a:schemeClr val="accent2"/>
          </p15:clr>
        </p15:guide>
        <p15:guide id="25" orient="horz" pos="507">
          <p15:clr>
            <a:schemeClr val="accent2"/>
          </p15:clr>
        </p15:guide>
        <p15:guide id="26" orient="horz" pos="589">
          <p15:clr>
            <a:schemeClr val="accent2"/>
          </p15:clr>
        </p15:guide>
        <p15:guide id="27" orient="horz" pos="2732">
          <p15:clr>
            <a:schemeClr val="accent2"/>
          </p15:clr>
        </p15:guide>
        <p15:guide id="28" orient="horz" pos="2691">
          <p15:clr>
            <a:schemeClr val="accent2"/>
          </p15:clr>
        </p15:guide>
        <p15:guide id="29" orient="horz" pos="2650">
          <p15:clr>
            <a:schemeClr val="accent2"/>
          </p15:clr>
        </p15:guide>
        <p15:guide id="30" pos="461">
          <p15:clr>
            <a:srgbClr val="E46962"/>
          </p15:clr>
        </p15:guide>
        <p15:guide id="31" pos="5298">
          <p15:clr>
            <a:srgbClr val="E46962"/>
          </p15:clr>
        </p15:guide>
        <p15:guide id="32" orient="horz" pos="945">
          <p15:clr>
            <a:schemeClr val="accent2"/>
          </p15:clr>
        </p15:guide>
        <p15:guide id="33" orient="horz" pos="863">
          <p15:clr>
            <a:schemeClr val="accent2"/>
          </p15:clr>
        </p15:guide>
        <p15:guide id="34" orient="horz" pos="2292">
          <p15:clr>
            <a:schemeClr val="accent2"/>
          </p15:clr>
        </p15:guide>
        <p15:guide id="35" orient="horz" pos="2374">
          <p15:clr>
            <a:schemeClr val="accent2"/>
          </p15:clr>
        </p15:guide>
        <p15:guide id="36" pos="3615">
          <p15:clr>
            <a:srgbClr val="4A86E8"/>
          </p15:clr>
        </p15:guide>
        <p15:guide id="37" pos="3534">
          <p15:clr>
            <a:srgbClr val="4A86E8"/>
          </p15:clr>
        </p15:guide>
        <p15:guide id="38" pos="2226">
          <p15:clr>
            <a:srgbClr val="4A86E8"/>
          </p15:clr>
        </p15:guide>
        <p15:guide id="39" pos="2145">
          <p15:clr>
            <a:srgbClr val="4A86E8"/>
          </p15:clr>
        </p15:guide>
        <p15:guide id="40" pos="882">
          <p15:clr>
            <a:srgbClr val="4A86E8"/>
          </p15:clr>
        </p15:guide>
        <p15:guide id="41" pos="796">
          <p15:clr>
            <a:srgbClr val="4A86E8"/>
          </p15:clr>
        </p15:guide>
        <p15:guide id="42" pos="4932">
          <p15:clr>
            <a:srgbClr val="4A86E8"/>
          </p15:clr>
        </p15:guide>
        <p15:guide id="43" pos="4851">
          <p15:clr>
            <a:srgbClr val="4A86E8"/>
          </p15:clr>
        </p15:guide>
        <p15:guide id="44" orient="horz" pos="1261">
          <p15:clr>
            <a:schemeClr val="accent2"/>
          </p15:clr>
        </p15:guide>
        <p15:guide id="45" pos="420">
          <p15:clr>
            <a:srgbClr val="E46962"/>
          </p15:clr>
        </p15:guide>
        <p15:guide id="46" pos="502">
          <p15:clr>
            <a:srgbClr val="E46962"/>
          </p15:clr>
        </p15:guide>
        <p15:guide id="47" pos="5339">
          <p15:clr>
            <a:srgbClr val="E46962"/>
          </p15:clr>
        </p15:guide>
        <p15:guide id="48" pos="5261">
          <p15:clr>
            <a:srgbClr val="E46962"/>
          </p15:clr>
        </p15:guide>
        <p15:guide id="49" orient="horz" pos="1979">
          <p15:clr>
            <a:schemeClr val="accent2"/>
          </p15:clr>
        </p15:guide>
        <p15:guide id="50" orient="horz" pos="2019">
          <p15:clr>
            <a:schemeClr val="accent2"/>
          </p15:clr>
        </p15:guide>
        <p15:guide id="51" orient="horz" pos="1938">
          <p15:clr>
            <a:schemeClr val="accent2"/>
          </p15:clr>
        </p15:guide>
        <p15:guide id="52" orient="horz" pos="1302">
          <p15:clr>
            <a:schemeClr val="accent2"/>
          </p15:clr>
        </p15:guide>
        <p15:guide id="53" orient="horz" pos="1221">
          <p15:clr>
            <a:schemeClr val="accent2"/>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diagramColors" Target="../diagrams/colors1.xml"/><Relationship Id="rId18" Type="http://schemas.openxmlformats.org/officeDocument/2006/relationships/image" Target="../media/image16.svg"/><Relationship Id="rId26" Type="http://schemas.openxmlformats.org/officeDocument/2006/relationships/image" Target="../media/image24.svg"/><Relationship Id="rId3" Type="http://schemas.openxmlformats.org/officeDocument/2006/relationships/image" Target="../media/image6.png"/><Relationship Id="rId21" Type="http://schemas.openxmlformats.org/officeDocument/2006/relationships/image" Target="../media/image19.png"/><Relationship Id="rId7" Type="http://schemas.openxmlformats.org/officeDocument/2006/relationships/image" Target="../media/image10.png"/><Relationship Id="rId12" Type="http://schemas.openxmlformats.org/officeDocument/2006/relationships/diagramQuickStyle" Target="../diagrams/quickStyle1.xml"/><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svg"/><Relationship Id="rId29"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9.svg"/><Relationship Id="rId11" Type="http://schemas.openxmlformats.org/officeDocument/2006/relationships/diagramLayout" Target="../diagrams/layout1.xml"/><Relationship Id="rId24" Type="http://schemas.openxmlformats.org/officeDocument/2006/relationships/image" Target="../media/image22.png"/><Relationship Id="rId5" Type="http://schemas.openxmlformats.org/officeDocument/2006/relationships/image" Target="../media/image8.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svg"/><Relationship Id="rId10" Type="http://schemas.openxmlformats.org/officeDocument/2006/relationships/diagramData" Target="../diagrams/data1.xml"/><Relationship Id="rId19" Type="http://schemas.openxmlformats.org/officeDocument/2006/relationships/image" Target="../media/image17.png"/><Relationship Id="rId4" Type="http://schemas.openxmlformats.org/officeDocument/2006/relationships/image" Target="../media/image7.svg"/><Relationship Id="rId9" Type="http://schemas.openxmlformats.org/officeDocument/2006/relationships/image" Target="../media/image12.png"/><Relationship Id="rId14" Type="http://schemas.microsoft.com/office/2007/relationships/diagramDrawing" Target="../diagrams/drawing1.xml"/><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svg"/></Relationships>
</file>

<file path=ppt/slides/_rels/slide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svg"/><Relationship Id="rId18" Type="http://schemas.openxmlformats.org/officeDocument/2006/relationships/diagramData" Target="../diagrams/data2.xml"/><Relationship Id="rId26" Type="http://schemas.openxmlformats.org/officeDocument/2006/relationships/image" Target="../media/image16.svg"/><Relationship Id="rId3" Type="http://schemas.microsoft.com/office/2018/10/relationships/comments" Target="../comments/modernComment_7FFFFE1F_2E4BD0E2.xml"/><Relationship Id="rId21" Type="http://schemas.openxmlformats.org/officeDocument/2006/relationships/diagramColors" Target="../diagrams/colors2.xml"/><Relationship Id="rId7" Type="http://schemas.openxmlformats.org/officeDocument/2006/relationships/image" Target="../media/image11.svg"/><Relationship Id="rId12" Type="http://schemas.openxmlformats.org/officeDocument/2006/relationships/image" Target="../media/image31.svg"/><Relationship Id="rId17" Type="http://schemas.openxmlformats.org/officeDocument/2006/relationships/image" Target="../media/image12.png"/><Relationship Id="rId25" Type="http://schemas.openxmlformats.org/officeDocument/2006/relationships/image" Target="../media/image15.png"/><Relationship Id="rId2" Type="http://schemas.openxmlformats.org/officeDocument/2006/relationships/notesSlide" Target="../notesSlides/notesSlide2.xml"/><Relationship Id="rId16" Type="http://schemas.openxmlformats.org/officeDocument/2006/relationships/image" Target="../media/image9.svg"/><Relationship Id="rId20" Type="http://schemas.openxmlformats.org/officeDocument/2006/relationships/diagramQuickStyle" Target="../diagrams/quickStyle2.xml"/><Relationship Id="rId29" Type="http://schemas.openxmlformats.org/officeDocument/2006/relationships/image" Target="../media/image19.png"/><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image" Target="../media/image30.png"/><Relationship Id="rId24" Type="http://schemas.openxmlformats.org/officeDocument/2006/relationships/image" Target="../media/image14.svg"/><Relationship Id="rId5" Type="http://schemas.openxmlformats.org/officeDocument/2006/relationships/image" Target="../media/image7.svg"/><Relationship Id="rId15" Type="http://schemas.openxmlformats.org/officeDocument/2006/relationships/image" Target="../media/image8.png"/><Relationship Id="rId23" Type="http://schemas.openxmlformats.org/officeDocument/2006/relationships/image" Target="../media/image13.png"/><Relationship Id="rId28" Type="http://schemas.openxmlformats.org/officeDocument/2006/relationships/image" Target="../media/image18.svg"/><Relationship Id="rId10" Type="http://schemas.openxmlformats.org/officeDocument/2006/relationships/image" Target="../media/image26.svg"/><Relationship Id="rId19" Type="http://schemas.openxmlformats.org/officeDocument/2006/relationships/diagramLayout" Target="../diagrams/layout2.xml"/><Relationship Id="rId4" Type="http://schemas.openxmlformats.org/officeDocument/2006/relationships/image" Target="../media/image6.png"/><Relationship Id="rId9" Type="http://schemas.openxmlformats.org/officeDocument/2006/relationships/image" Target="../media/image25.png"/><Relationship Id="rId14" Type="http://schemas.openxmlformats.org/officeDocument/2006/relationships/image" Target="../media/image33.svg"/><Relationship Id="rId22" Type="http://schemas.microsoft.com/office/2007/relationships/diagramDrawing" Target="../diagrams/drawing2.xml"/><Relationship Id="rId27" Type="http://schemas.openxmlformats.org/officeDocument/2006/relationships/image" Target="../media/image17.png"/><Relationship Id="rId30" Type="http://schemas.openxmlformats.org/officeDocument/2006/relationships/image" Target="../media/image20.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3" Type="http://schemas.openxmlformats.org/officeDocument/2006/relationships/image" Target="../media/image16.svg"/><Relationship Id="rId18" Type="http://schemas.openxmlformats.org/officeDocument/2006/relationships/image" Target="../media/image19.png"/><Relationship Id="rId26" Type="http://schemas.openxmlformats.org/officeDocument/2006/relationships/diagramData" Target="../diagrams/data4.xml"/><Relationship Id="rId3" Type="http://schemas.openxmlformats.org/officeDocument/2006/relationships/image" Target="../media/image34.png"/><Relationship Id="rId21" Type="http://schemas.openxmlformats.org/officeDocument/2006/relationships/image" Target="../media/image36.svg"/><Relationship Id="rId34" Type="http://schemas.openxmlformats.org/officeDocument/2006/relationships/diagramColors" Target="../diagrams/colors5.xml"/><Relationship Id="rId7" Type="http://schemas.openxmlformats.org/officeDocument/2006/relationships/diagramData" Target="../diagrams/data3.xml"/><Relationship Id="rId12" Type="http://schemas.openxmlformats.org/officeDocument/2006/relationships/image" Target="../media/image15.png"/><Relationship Id="rId17" Type="http://schemas.openxmlformats.org/officeDocument/2006/relationships/image" Target="../media/image18.svg"/><Relationship Id="rId25" Type="http://schemas.openxmlformats.org/officeDocument/2006/relationships/image" Target="../media/image40.svg"/><Relationship Id="rId33" Type="http://schemas.openxmlformats.org/officeDocument/2006/relationships/diagramQuickStyle" Target="../diagrams/quickStyle5.xml"/><Relationship Id="rId2" Type="http://schemas.openxmlformats.org/officeDocument/2006/relationships/notesSlide" Target="../notesSlides/notesSlide5.xml"/><Relationship Id="rId16" Type="http://schemas.openxmlformats.org/officeDocument/2006/relationships/image" Target="../media/image17.png"/><Relationship Id="rId20" Type="http://schemas.openxmlformats.org/officeDocument/2006/relationships/image" Target="../media/image35.png"/><Relationship Id="rId29" Type="http://schemas.openxmlformats.org/officeDocument/2006/relationships/diagramColors" Target="../diagrams/colors4.xml"/><Relationship Id="rId1" Type="http://schemas.openxmlformats.org/officeDocument/2006/relationships/slideLayout" Target="../slideLayouts/slideLayout12.xml"/><Relationship Id="rId6" Type="http://schemas.openxmlformats.org/officeDocument/2006/relationships/image" Target="../media/image12.png"/><Relationship Id="rId11" Type="http://schemas.microsoft.com/office/2007/relationships/diagramDrawing" Target="../diagrams/drawing3.xml"/><Relationship Id="rId24" Type="http://schemas.openxmlformats.org/officeDocument/2006/relationships/image" Target="../media/image39.png"/><Relationship Id="rId32" Type="http://schemas.openxmlformats.org/officeDocument/2006/relationships/diagramLayout" Target="../diagrams/layout5.xml"/><Relationship Id="rId5" Type="http://schemas.openxmlformats.org/officeDocument/2006/relationships/image" Target="../media/image11.svg"/><Relationship Id="rId15" Type="http://schemas.openxmlformats.org/officeDocument/2006/relationships/image" Target="../media/image14.svg"/><Relationship Id="rId23" Type="http://schemas.openxmlformats.org/officeDocument/2006/relationships/image" Target="../media/image38.svg"/><Relationship Id="rId28" Type="http://schemas.openxmlformats.org/officeDocument/2006/relationships/diagramQuickStyle" Target="../diagrams/quickStyle4.xml"/><Relationship Id="rId10" Type="http://schemas.openxmlformats.org/officeDocument/2006/relationships/diagramColors" Target="../diagrams/colors3.xml"/><Relationship Id="rId19" Type="http://schemas.openxmlformats.org/officeDocument/2006/relationships/image" Target="../media/image20.png"/><Relationship Id="rId31" Type="http://schemas.openxmlformats.org/officeDocument/2006/relationships/diagramData" Target="../diagrams/data5.xml"/><Relationship Id="rId4" Type="http://schemas.openxmlformats.org/officeDocument/2006/relationships/image" Target="../media/image10.png"/><Relationship Id="rId9" Type="http://schemas.openxmlformats.org/officeDocument/2006/relationships/diagramQuickStyle" Target="../diagrams/quickStyle3.xml"/><Relationship Id="rId14" Type="http://schemas.openxmlformats.org/officeDocument/2006/relationships/image" Target="../media/image13.png"/><Relationship Id="rId22" Type="http://schemas.openxmlformats.org/officeDocument/2006/relationships/image" Target="../media/image37.png"/><Relationship Id="rId27" Type="http://schemas.openxmlformats.org/officeDocument/2006/relationships/diagramLayout" Target="../diagrams/layout4.xml"/><Relationship Id="rId30" Type="http://schemas.microsoft.com/office/2007/relationships/diagramDrawing" Target="../diagrams/drawing4.xml"/><Relationship Id="rId35" Type="http://schemas.microsoft.com/office/2007/relationships/diagramDrawing" Target="../diagrams/drawing5.xml"/><Relationship Id="rId8"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B5D27-0F4A-105C-D160-65269B29441E}"/>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2A1815F2-5AB3-B940-C921-FF1D74B94668}"/>
              </a:ext>
            </a:extLst>
          </p:cNvPr>
          <p:cNvSpPr/>
          <p:nvPr/>
        </p:nvSpPr>
        <p:spPr>
          <a:xfrm>
            <a:off x="6325704" y="1660939"/>
            <a:ext cx="2557670" cy="375039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59" name="Rectangle: Rounded Corners 58">
            <a:extLst>
              <a:ext uri="{FF2B5EF4-FFF2-40B4-BE49-F238E27FC236}">
                <a16:creationId xmlns:a16="http://schemas.microsoft.com/office/drawing/2014/main" id="{7E93EE60-43FF-EBEA-E1AB-6F1F78A2C618}"/>
              </a:ext>
            </a:extLst>
          </p:cNvPr>
          <p:cNvSpPr/>
          <p:nvPr/>
        </p:nvSpPr>
        <p:spPr>
          <a:xfrm>
            <a:off x="6380328" y="3458072"/>
            <a:ext cx="2442950" cy="2540391"/>
          </a:xfrm>
          <a:prstGeom prst="roundRect">
            <a:avLst/>
          </a:prstGeom>
          <a:gradFill>
            <a:gsLst>
              <a:gs pos="0">
                <a:srgbClr val="389394"/>
              </a:gs>
              <a:gs pos="60184">
                <a:srgbClr val="389394"/>
              </a:gs>
              <a:gs pos="28000">
                <a:srgbClr val="389394"/>
              </a:gs>
              <a:gs pos="100000">
                <a:srgbClr val="389394">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10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レイヤー3 – 関連レポートのビジュアル</a:t>
            </a:r>
          </a:p>
        </p:txBody>
      </p:sp>
      <p:sp>
        <p:nvSpPr>
          <p:cNvPr id="10" name="Rectangle 9">
            <a:extLst>
              <a:ext uri="{FF2B5EF4-FFF2-40B4-BE49-F238E27FC236}">
                <a16:creationId xmlns:a16="http://schemas.microsoft.com/office/drawing/2014/main" id="{1495FF11-3DF2-8D3D-CAA3-DA7C4AD30442}"/>
              </a:ext>
            </a:extLst>
          </p:cNvPr>
          <p:cNvSpPr/>
          <p:nvPr/>
        </p:nvSpPr>
        <p:spPr>
          <a:xfrm>
            <a:off x="417443" y="1660939"/>
            <a:ext cx="2557670" cy="447072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4" name="Rectangle: Rounded Corners 13">
            <a:extLst>
              <a:ext uri="{FF2B5EF4-FFF2-40B4-BE49-F238E27FC236}">
                <a16:creationId xmlns:a16="http://schemas.microsoft.com/office/drawing/2014/main" id="{E89E4D4C-D4BD-76B4-7925-9721C5169469}"/>
              </a:ext>
            </a:extLst>
          </p:cNvPr>
          <p:cNvSpPr/>
          <p:nvPr/>
        </p:nvSpPr>
        <p:spPr>
          <a:xfrm>
            <a:off x="6325704" y="1172734"/>
            <a:ext cx="1205948" cy="435182"/>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多層精度ゲート</a:t>
            </a:r>
          </a:p>
        </p:txBody>
      </p:sp>
      <p:sp>
        <p:nvSpPr>
          <p:cNvPr id="13" name="Rectangle: Rounded Corners 12">
            <a:extLst>
              <a:ext uri="{FF2B5EF4-FFF2-40B4-BE49-F238E27FC236}">
                <a16:creationId xmlns:a16="http://schemas.microsoft.com/office/drawing/2014/main" id="{30E7B0FE-1601-D5B3-CB67-E2D411032DBA}"/>
              </a:ext>
            </a:extLst>
          </p:cNvPr>
          <p:cNvSpPr/>
          <p:nvPr/>
        </p:nvSpPr>
        <p:spPr>
          <a:xfrm>
            <a:off x="417443" y="1172734"/>
            <a:ext cx="2557670" cy="435182"/>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ノジマ マーケティングオートメーション＆コンフィギュレーション</a:t>
            </a:r>
          </a:p>
        </p:txBody>
      </p:sp>
      <p:sp>
        <p:nvSpPr>
          <p:cNvPr id="15" name="Rectangle 14">
            <a:extLst>
              <a:ext uri="{FF2B5EF4-FFF2-40B4-BE49-F238E27FC236}">
                <a16:creationId xmlns:a16="http://schemas.microsoft.com/office/drawing/2014/main" id="{8D648397-AEBD-9962-412C-78C1F530686E}"/>
              </a:ext>
            </a:extLst>
          </p:cNvPr>
          <p:cNvSpPr/>
          <p:nvPr/>
        </p:nvSpPr>
        <p:spPr>
          <a:xfrm>
            <a:off x="3371573" y="1656438"/>
            <a:ext cx="2557670" cy="4470722"/>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7" name="Rectangle: Rounded Corners 16">
            <a:extLst>
              <a:ext uri="{FF2B5EF4-FFF2-40B4-BE49-F238E27FC236}">
                <a16:creationId xmlns:a16="http://schemas.microsoft.com/office/drawing/2014/main" id="{DA6C6960-C485-4301-8778-708AA533CF92}"/>
              </a:ext>
            </a:extLst>
          </p:cNvPr>
          <p:cNvSpPr/>
          <p:nvPr/>
        </p:nvSpPr>
        <p:spPr>
          <a:xfrm>
            <a:off x="3371573" y="1168233"/>
            <a:ext cx="2557670" cy="435182"/>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エージェント実行と自動バッチ処理</a:t>
            </a:r>
          </a:p>
        </p:txBody>
      </p:sp>
      <p:sp>
        <p:nvSpPr>
          <p:cNvPr id="18" name="Rectangle 17">
            <a:extLst>
              <a:ext uri="{FF2B5EF4-FFF2-40B4-BE49-F238E27FC236}">
                <a16:creationId xmlns:a16="http://schemas.microsoft.com/office/drawing/2014/main" id="{DE064A16-0961-39A3-1797-21CBD917ACB9}"/>
              </a:ext>
            </a:extLst>
          </p:cNvPr>
          <p:cNvSpPr/>
          <p:nvPr/>
        </p:nvSpPr>
        <p:spPr>
          <a:xfrm>
            <a:off x="9275412" y="1660939"/>
            <a:ext cx="2557670" cy="4470722"/>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9" name="Rectangle: Rounded Corners 18">
            <a:extLst>
              <a:ext uri="{FF2B5EF4-FFF2-40B4-BE49-F238E27FC236}">
                <a16:creationId xmlns:a16="http://schemas.microsoft.com/office/drawing/2014/main" id="{2E565164-4C85-4674-0084-E9F2BB20AF4A}"/>
              </a:ext>
            </a:extLst>
          </p:cNvPr>
          <p:cNvSpPr/>
          <p:nvPr/>
        </p:nvSpPr>
        <p:spPr>
          <a:xfrm>
            <a:off x="9275412" y="1172734"/>
            <a:ext cx="2557670" cy="435182"/>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オムニチャネル通知</a:t>
            </a:r>
          </a:p>
        </p:txBody>
      </p:sp>
      <p:sp>
        <p:nvSpPr>
          <p:cNvPr id="4" name="Shape 2">
            <a:extLst>
              <a:ext uri="{FF2B5EF4-FFF2-40B4-BE49-F238E27FC236}">
                <a16:creationId xmlns:a16="http://schemas.microsoft.com/office/drawing/2014/main" id="{4C1E1AA8-9D56-0218-F23A-A4B7EBEFB006}"/>
              </a:ext>
            </a:extLst>
          </p:cNvPr>
          <p:cNvSpPr/>
          <p:nvPr/>
        </p:nvSpPr>
        <p:spPr>
          <a:xfrm>
            <a:off x="256032" y="164592"/>
            <a:ext cx="1097280" cy="365760"/>
          </a:xfrm>
          <a:prstGeom prst="roundRect">
            <a:avLst>
              <a:gd name="adj" fmla="val 15000"/>
            </a:avLst>
          </a:prstGeom>
          <a:solidFill>
            <a:schemeClr val="accent1"/>
          </a:solidFill>
          <a:ln w="10160">
            <a:no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 name="Text 3">
            <a:extLst>
              <a:ext uri="{FF2B5EF4-FFF2-40B4-BE49-F238E27FC236}">
                <a16:creationId xmlns:a16="http://schemas.microsoft.com/office/drawing/2014/main" id="{641FC9A8-D18E-72F6-7029-AFE1656EF7D0}"/>
              </a:ext>
            </a:extLst>
          </p:cNvPr>
          <p:cNvSpPr/>
          <p:nvPr/>
        </p:nvSpPr>
        <p:spPr>
          <a:xfrm>
            <a:off x="256032" y="164592"/>
            <a:ext cx="10972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10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ユースケース2a</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 name="Text 4">
            <a:extLst>
              <a:ext uri="{FF2B5EF4-FFF2-40B4-BE49-F238E27FC236}">
                <a16:creationId xmlns:a16="http://schemas.microsoft.com/office/drawing/2014/main" id="{4D40C9B0-59E4-B529-04ED-D4BE70826B7F}"/>
              </a:ext>
            </a:extLst>
          </p:cNvPr>
          <p:cNvSpPr/>
          <p:nvPr/>
        </p:nvSpPr>
        <p:spPr>
          <a:xfrm>
            <a:off x="1426464" y="164592"/>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altLang="ja-JP" sz="20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顧客への自動</a:t>
            </a:r>
            <a:r>
              <a:rPr kumimoji="0" lang="ja" sz="20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通知フロー *</a:t>
            </a: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 name="Text 5">
            <a:extLst>
              <a:ext uri="{FF2B5EF4-FFF2-40B4-BE49-F238E27FC236}">
                <a16:creationId xmlns:a16="http://schemas.microsoft.com/office/drawing/2014/main" id="{C254796D-7242-7A1C-37B2-161583A06A68}"/>
              </a:ext>
            </a:extLst>
          </p:cNvPr>
          <p:cNvSpPr/>
          <p:nvPr/>
        </p:nvSpPr>
        <p:spPr>
          <a:xfrm>
            <a:off x="256032" y="703408"/>
            <a:ext cx="117043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105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この自動化されたワークフローにより、担当者は特定のターゲティング基準を設定して「あとは放置」することができ、Agentic AIがデータベースを積極的にスキャンし、可能性の高い検証済みのリードが人間のレビューとオムニチャネル配信の準備が整った場合にのみ担当者に通知します。</a:t>
            </a:r>
            <a:endParaRPr kumimoji="0" lang="en-US" sz="10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 name="Shape 6">
            <a:extLst>
              <a:ext uri="{FF2B5EF4-FFF2-40B4-BE49-F238E27FC236}">
                <a16:creationId xmlns:a16="http://schemas.microsoft.com/office/drawing/2014/main" id="{F818056A-592A-1142-6B1E-3998C232538E}"/>
              </a:ext>
            </a:extLst>
          </p:cNvPr>
          <p:cNvSpPr/>
          <p:nvPr/>
        </p:nvSpPr>
        <p:spPr>
          <a:xfrm>
            <a:off x="256032" y="996016"/>
            <a:ext cx="11704320"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0" name="Text 78">
            <a:extLst>
              <a:ext uri="{FF2B5EF4-FFF2-40B4-BE49-F238E27FC236}">
                <a16:creationId xmlns:a16="http://schemas.microsoft.com/office/drawing/2014/main" id="{D1D2881C-A166-7566-66CB-FE0266462CA2}"/>
              </a:ext>
            </a:extLst>
          </p:cNvPr>
          <p:cNvSpPr/>
          <p:nvPr/>
        </p:nvSpPr>
        <p:spPr>
          <a:xfrm>
            <a:off x="11795760" y="6620256"/>
            <a:ext cx="329184"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ja" sz="11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2/3</a:t>
            </a:r>
            <a:endParaRPr kumimoji="0" lang="en-US" sz="11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pic>
        <p:nvPicPr>
          <p:cNvPr id="2" name="Graphic 1" descr="Users with solid fill">
            <a:extLst>
              <a:ext uri="{FF2B5EF4-FFF2-40B4-BE49-F238E27FC236}">
                <a16:creationId xmlns:a16="http://schemas.microsoft.com/office/drawing/2014/main" id="{C2B98DC6-E51D-2161-C5E7-A9746773F5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5952" y="4589991"/>
            <a:ext cx="703445" cy="703445"/>
          </a:xfrm>
          <a:prstGeom prst="rect">
            <a:avLst/>
          </a:prstGeom>
        </p:spPr>
      </p:pic>
      <p:sp>
        <p:nvSpPr>
          <p:cNvPr id="3" name="TextBox 2">
            <a:extLst>
              <a:ext uri="{FF2B5EF4-FFF2-40B4-BE49-F238E27FC236}">
                <a16:creationId xmlns:a16="http://schemas.microsoft.com/office/drawing/2014/main" id="{D60CFE1A-1DC6-7015-0F57-1C54A9F3C069}"/>
              </a:ext>
            </a:extLst>
          </p:cNvPr>
          <p:cNvSpPr txBox="1"/>
          <p:nvPr/>
        </p:nvSpPr>
        <p:spPr>
          <a:xfrm>
            <a:off x="547024" y="5097688"/>
            <a:ext cx="9144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野島MDアソシエイツ</a:t>
            </a:r>
          </a:p>
        </p:txBody>
      </p:sp>
      <p:sp>
        <p:nvSpPr>
          <p:cNvPr id="20" name="Rectangle: Rounded Corners 19">
            <a:extLst>
              <a:ext uri="{FF2B5EF4-FFF2-40B4-BE49-F238E27FC236}">
                <a16:creationId xmlns:a16="http://schemas.microsoft.com/office/drawing/2014/main" id="{C22B0A5E-4546-C5AC-144A-8CF259C53AD3}"/>
              </a:ext>
            </a:extLst>
          </p:cNvPr>
          <p:cNvSpPr/>
          <p:nvPr/>
        </p:nvSpPr>
        <p:spPr>
          <a:xfrm>
            <a:off x="7677426" y="1168233"/>
            <a:ext cx="1205948" cy="435182"/>
          </a:xfrm>
          <a:prstGeom prst="roundRect">
            <a:avLst/>
          </a:prstGeom>
          <a:solidFill>
            <a:srgbClr val="3893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リストと決定の再定義</a:t>
            </a:r>
          </a:p>
        </p:txBody>
      </p:sp>
      <p:sp>
        <p:nvSpPr>
          <p:cNvPr id="21" name="Arrow: Right 20">
            <a:extLst>
              <a:ext uri="{FF2B5EF4-FFF2-40B4-BE49-F238E27FC236}">
                <a16:creationId xmlns:a16="http://schemas.microsoft.com/office/drawing/2014/main" id="{136A7F6C-4BD2-D09C-1085-63E868B4DE9E}"/>
              </a:ext>
            </a:extLst>
          </p:cNvPr>
          <p:cNvSpPr/>
          <p:nvPr/>
        </p:nvSpPr>
        <p:spPr>
          <a:xfrm>
            <a:off x="3021168" y="1235355"/>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22" name="Arrow: Right 21">
            <a:extLst>
              <a:ext uri="{FF2B5EF4-FFF2-40B4-BE49-F238E27FC236}">
                <a16:creationId xmlns:a16="http://schemas.microsoft.com/office/drawing/2014/main" id="{BC89D735-1B0F-62DB-618A-354D12A6BB54}"/>
              </a:ext>
            </a:extLst>
          </p:cNvPr>
          <p:cNvSpPr/>
          <p:nvPr/>
        </p:nvSpPr>
        <p:spPr>
          <a:xfrm>
            <a:off x="5975298" y="1237286"/>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23" name="Arrow: Right 22">
            <a:extLst>
              <a:ext uri="{FF2B5EF4-FFF2-40B4-BE49-F238E27FC236}">
                <a16:creationId xmlns:a16="http://schemas.microsoft.com/office/drawing/2014/main" id="{32D188A7-6BF6-CF9F-3CF8-20403D50F774}"/>
              </a:ext>
            </a:extLst>
          </p:cNvPr>
          <p:cNvSpPr/>
          <p:nvPr/>
        </p:nvSpPr>
        <p:spPr>
          <a:xfrm>
            <a:off x="8923128" y="1202696"/>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42" name="Rectangle: Rounded Corners 41">
            <a:extLst>
              <a:ext uri="{FF2B5EF4-FFF2-40B4-BE49-F238E27FC236}">
                <a16:creationId xmlns:a16="http://schemas.microsoft.com/office/drawing/2014/main" id="{BE643B3F-3696-842C-1486-7C5F8CA315E2}"/>
              </a:ext>
            </a:extLst>
          </p:cNvPr>
          <p:cNvSpPr/>
          <p:nvPr/>
        </p:nvSpPr>
        <p:spPr>
          <a:xfrm>
            <a:off x="3106319" y="4436375"/>
            <a:ext cx="1066381" cy="1434600"/>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ベクターデータベース</a:t>
            </a:r>
          </a:p>
        </p:txBody>
      </p:sp>
      <p:pic>
        <p:nvPicPr>
          <p:cNvPr id="43" name="Graphic 42" descr="Database outline">
            <a:extLst>
              <a:ext uri="{FF2B5EF4-FFF2-40B4-BE49-F238E27FC236}">
                <a16:creationId xmlns:a16="http://schemas.microsoft.com/office/drawing/2014/main" id="{7A116089-3C79-790C-13E2-DAE13BB901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73413" y="4667572"/>
            <a:ext cx="610166" cy="610166"/>
          </a:xfrm>
          <a:prstGeom prst="rect">
            <a:avLst/>
          </a:prstGeom>
        </p:spPr>
      </p:pic>
      <p:cxnSp>
        <p:nvCxnSpPr>
          <p:cNvPr id="44" name="Straight Arrow Connector 43">
            <a:extLst>
              <a:ext uri="{FF2B5EF4-FFF2-40B4-BE49-F238E27FC236}">
                <a16:creationId xmlns:a16="http://schemas.microsoft.com/office/drawing/2014/main" id="{BDED78E4-94A8-ED0F-4908-0C59CD93E7B2}"/>
              </a:ext>
            </a:extLst>
          </p:cNvPr>
          <p:cNvCxnSpPr/>
          <p:nvPr/>
        </p:nvCxnSpPr>
        <p:spPr>
          <a:xfrm flipV="1">
            <a:off x="3586744" y="4884376"/>
            <a:ext cx="244069" cy="431017"/>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FCE3CD9-DAA1-F1F6-1621-56B4729EEE6D}"/>
              </a:ext>
            </a:extLst>
          </p:cNvPr>
          <p:cNvCxnSpPr>
            <a:cxnSpLocks/>
          </p:cNvCxnSpPr>
          <p:nvPr/>
        </p:nvCxnSpPr>
        <p:spPr>
          <a:xfrm>
            <a:off x="3555252" y="4950608"/>
            <a:ext cx="328327" cy="33054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D4C0F35-6069-5CF5-4109-5D7864B6B4DD}"/>
              </a:ext>
            </a:extLst>
          </p:cNvPr>
          <p:cNvCxnSpPr>
            <a:cxnSpLocks/>
          </p:cNvCxnSpPr>
          <p:nvPr/>
        </p:nvCxnSpPr>
        <p:spPr>
          <a:xfrm>
            <a:off x="3439766" y="5103008"/>
            <a:ext cx="443813"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D2222065-52B5-EDE1-49AC-2627B4C63130}"/>
              </a:ext>
            </a:extLst>
          </p:cNvPr>
          <p:cNvSpPr/>
          <p:nvPr/>
        </p:nvSpPr>
        <p:spPr>
          <a:xfrm>
            <a:off x="3761892" y="2210881"/>
            <a:ext cx="2001868" cy="631130"/>
          </a:xfrm>
          <a:prstGeom prst="ellipse">
            <a:avLst/>
          </a:prstGeom>
          <a:solidFill>
            <a:srgbClr val="007A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エージェントA：カタログスペシャリスト</a:t>
            </a:r>
          </a:p>
        </p:txBody>
      </p:sp>
      <p:sp>
        <p:nvSpPr>
          <p:cNvPr id="49" name="Oval 48">
            <a:extLst>
              <a:ext uri="{FF2B5EF4-FFF2-40B4-BE49-F238E27FC236}">
                <a16:creationId xmlns:a16="http://schemas.microsoft.com/office/drawing/2014/main" id="{22242E70-AE9C-2EDD-B5CF-961A481EE905}"/>
              </a:ext>
            </a:extLst>
          </p:cNvPr>
          <p:cNvSpPr/>
          <p:nvPr/>
        </p:nvSpPr>
        <p:spPr>
          <a:xfrm>
            <a:off x="4031970" y="3467757"/>
            <a:ext cx="1277480" cy="631130"/>
          </a:xfrm>
          <a:prstGeom prst="ellipse">
            <a:avLst/>
          </a:prstGeom>
          <a:solidFill>
            <a:srgbClr val="007A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AIエージェントRAGコントローラー</a:t>
            </a:r>
          </a:p>
        </p:txBody>
      </p:sp>
      <p:sp>
        <p:nvSpPr>
          <p:cNvPr id="50" name="Oval 49">
            <a:extLst>
              <a:ext uri="{FF2B5EF4-FFF2-40B4-BE49-F238E27FC236}">
                <a16:creationId xmlns:a16="http://schemas.microsoft.com/office/drawing/2014/main" id="{01EB20F1-2710-84EB-E5B3-7F9BA6C18E95}"/>
              </a:ext>
            </a:extLst>
          </p:cNvPr>
          <p:cNvSpPr/>
          <p:nvPr/>
        </p:nvSpPr>
        <p:spPr>
          <a:xfrm>
            <a:off x="4303511" y="4457676"/>
            <a:ext cx="1601436" cy="768377"/>
          </a:xfrm>
          <a:prstGeom prst="ellipse">
            <a:avLst/>
          </a:prstGeom>
          <a:solidFill>
            <a:srgbClr val="007A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エージェントC：キャンペーンマッチメーカー</a:t>
            </a:r>
          </a:p>
        </p:txBody>
      </p:sp>
      <p:sp>
        <p:nvSpPr>
          <p:cNvPr id="41" name="Arrow: Right 40">
            <a:extLst>
              <a:ext uri="{FF2B5EF4-FFF2-40B4-BE49-F238E27FC236}">
                <a16:creationId xmlns:a16="http://schemas.microsoft.com/office/drawing/2014/main" id="{8FFF7CFC-DA40-A5A6-F628-443D79D8AF5B}"/>
              </a:ext>
            </a:extLst>
          </p:cNvPr>
          <p:cNvSpPr/>
          <p:nvPr/>
        </p:nvSpPr>
        <p:spPr>
          <a:xfrm>
            <a:off x="2886515" y="4140602"/>
            <a:ext cx="569235" cy="274775"/>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51" name="Arrow: Up-Down 50">
            <a:extLst>
              <a:ext uri="{FF2B5EF4-FFF2-40B4-BE49-F238E27FC236}">
                <a16:creationId xmlns:a16="http://schemas.microsoft.com/office/drawing/2014/main" id="{B38DE706-8417-1D47-5035-9042C44F80C3}"/>
              </a:ext>
            </a:extLst>
          </p:cNvPr>
          <p:cNvSpPr/>
          <p:nvPr/>
        </p:nvSpPr>
        <p:spPr>
          <a:xfrm rot="20974788">
            <a:off x="4542447" y="2960613"/>
            <a:ext cx="182390" cy="324565"/>
          </a:xfrm>
          <a:prstGeom prst="up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52" name="Arrow: Up-Down 51">
            <a:extLst>
              <a:ext uri="{FF2B5EF4-FFF2-40B4-BE49-F238E27FC236}">
                <a16:creationId xmlns:a16="http://schemas.microsoft.com/office/drawing/2014/main" id="{B0FCDFF6-9F66-C972-7B1D-FD265BB60FCE}"/>
              </a:ext>
            </a:extLst>
          </p:cNvPr>
          <p:cNvSpPr/>
          <p:nvPr/>
        </p:nvSpPr>
        <p:spPr>
          <a:xfrm rot="10089202">
            <a:off x="4866456" y="4094320"/>
            <a:ext cx="182390" cy="324565"/>
          </a:xfrm>
          <a:prstGeom prst="up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53" name="Arrow: Up-Down 52">
            <a:extLst>
              <a:ext uri="{FF2B5EF4-FFF2-40B4-BE49-F238E27FC236}">
                <a16:creationId xmlns:a16="http://schemas.microsoft.com/office/drawing/2014/main" id="{5F092414-947C-40DF-69A9-66F72A919795}"/>
              </a:ext>
            </a:extLst>
          </p:cNvPr>
          <p:cNvSpPr/>
          <p:nvPr/>
        </p:nvSpPr>
        <p:spPr>
          <a:xfrm rot="12785495">
            <a:off x="4110060" y="4094319"/>
            <a:ext cx="182390" cy="324565"/>
          </a:xfrm>
          <a:prstGeom prst="up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55" name="Arrow: Up-Down 54">
            <a:extLst>
              <a:ext uri="{FF2B5EF4-FFF2-40B4-BE49-F238E27FC236}">
                <a16:creationId xmlns:a16="http://schemas.microsoft.com/office/drawing/2014/main" id="{65B058E8-8B92-DAB1-8383-15A631FFBB8C}"/>
              </a:ext>
            </a:extLst>
          </p:cNvPr>
          <p:cNvSpPr/>
          <p:nvPr/>
        </p:nvSpPr>
        <p:spPr>
          <a:xfrm rot="13125985">
            <a:off x="4219360" y="5039279"/>
            <a:ext cx="182390" cy="324565"/>
          </a:xfrm>
          <a:prstGeom prst="up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pic>
        <p:nvPicPr>
          <p:cNvPr id="58" name="Graphic 57" descr="Tablet outline">
            <a:extLst>
              <a:ext uri="{FF2B5EF4-FFF2-40B4-BE49-F238E27FC236}">
                <a16:creationId xmlns:a16="http://schemas.microsoft.com/office/drawing/2014/main" id="{D1DDC408-2D2B-E4AE-1272-88EF312193F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61597" y="3399383"/>
            <a:ext cx="2732278" cy="2732278"/>
          </a:xfrm>
          <a:prstGeom prst="rect">
            <a:avLst/>
          </a:prstGeom>
        </p:spPr>
      </p:pic>
      <p:pic>
        <p:nvPicPr>
          <p:cNvPr id="57" name="Picture 56">
            <a:extLst>
              <a:ext uri="{FF2B5EF4-FFF2-40B4-BE49-F238E27FC236}">
                <a16:creationId xmlns:a16="http://schemas.microsoft.com/office/drawing/2014/main" id="{C30E35BF-6C5C-AF41-4B6F-3B2EAB5C0104}"/>
              </a:ext>
            </a:extLst>
          </p:cNvPr>
          <p:cNvPicPr>
            <a:picLocks noChangeAspect="1"/>
          </p:cNvPicPr>
          <p:nvPr/>
        </p:nvPicPr>
        <p:blipFill>
          <a:blip r:embed="rId9"/>
          <a:stretch>
            <a:fillRect/>
          </a:stretch>
        </p:blipFill>
        <p:spPr>
          <a:xfrm>
            <a:off x="6611096" y="4075741"/>
            <a:ext cx="2027937" cy="1383868"/>
          </a:xfrm>
          <a:prstGeom prst="rect">
            <a:avLst/>
          </a:prstGeom>
        </p:spPr>
      </p:pic>
      <p:graphicFrame>
        <p:nvGraphicFramePr>
          <p:cNvPr id="60" name="Diagram 59">
            <a:extLst>
              <a:ext uri="{FF2B5EF4-FFF2-40B4-BE49-F238E27FC236}">
                <a16:creationId xmlns:a16="http://schemas.microsoft.com/office/drawing/2014/main" id="{18F4F849-C86F-CE44-B301-DE989BF945A5}"/>
              </a:ext>
            </a:extLst>
          </p:cNvPr>
          <p:cNvGraphicFramePr/>
          <p:nvPr/>
        </p:nvGraphicFramePr>
        <p:xfrm>
          <a:off x="6366563" y="1879802"/>
          <a:ext cx="2456715" cy="125215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73" name="Graphic 72" descr="Smart Phone with solid fill">
            <a:extLst>
              <a:ext uri="{FF2B5EF4-FFF2-40B4-BE49-F238E27FC236}">
                <a16:creationId xmlns:a16="http://schemas.microsoft.com/office/drawing/2014/main" id="{28890233-F401-9951-3DC7-F813629FC18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326229" y="2749654"/>
            <a:ext cx="2448328" cy="2661682"/>
          </a:xfrm>
          <a:prstGeom prst="rect">
            <a:avLst/>
          </a:prstGeom>
        </p:spPr>
      </p:pic>
      <p:cxnSp>
        <p:nvCxnSpPr>
          <p:cNvPr id="74" name="Connector: Elbow 73">
            <a:extLst>
              <a:ext uri="{FF2B5EF4-FFF2-40B4-BE49-F238E27FC236}">
                <a16:creationId xmlns:a16="http://schemas.microsoft.com/office/drawing/2014/main" id="{4092BFB6-F47E-9B5A-CB7B-6630EA4BB6BA}"/>
              </a:ext>
            </a:extLst>
          </p:cNvPr>
          <p:cNvCxnSpPr>
            <a:cxnSpLocks/>
            <a:stCxn id="59" idx="3"/>
            <a:endCxn id="79" idx="0"/>
          </p:cNvCxnSpPr>
          <p:nvPr/>
        </p:nvCxnSpPr>
        <p:spPr>
          <a:xfrm flipV="1">
            <a:off x="8823278" y="2036525"/>
            <a:ext cx="930342" cy="2691743"/>
          </a:xfrm>
          <a:prstGeom prst="bentConnector4">
            <a:avLst>
              <a:gd name="adj1" fmla="val 34587"/>
              <a:gd name="adj2" fmla="val 108493"/>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77" name="Graphic 76" descr="Map with pin outline">
            <a:extLst>
              <a:ext uri="{FF2B5EF4-FFF2-40B4-BE49-F238E27FC236}">
                <a16:creationId xmlns:a16="http://schemas.microsoft.com/office/drawing/2014/main" id="{E18BBE51-2DE8-4B4E-8E1E-8217A2E8B028}"/>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947271" y="1882080"/>
            <a:ext cx="664084" cy="664084"/>
          </a:xfrm>
          <a:prstGeom prst="rect">
            <a:avLst/>
          </a:prstGeom>
        </p:spPr>
      </p:pic>
      <p:pic>
        <p:nvPicPr>
          <p:cNvPr id="79" name="Graphic 78" descr="Smart Phone with solid fill">
            <a:extLst>
              <a:ext uri="{FF2B5EF4-FFF2-40B4-BE49-F238E27FC236}">
                <a16:creationId xmlns:a16="http://schemas.microsoft.com/office/drawing/2014/main" id="{76F323FD-2468-E451-B50C-25A3FF62376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466829" y="2036525"/>
            <a:ext cx="573582" cy="573582"/>
          </a:xfrm>
          <a:prstGeom prst="rect">
            <a:avLst/>
          </a:prstGeom>
        </p:spPr>
      </p:pic>
      <p:pic>
        <p:nvPicPr>
          <p:cNvPr id="84" name="Graphic 83" descr="Email outline">
            <a:extLst>
              <a:ext uri="{FF2B5EF4-FFF2-40B4-BE49-F238E27FC236}">
                <a16:creationId xmlns:a16="http://schemas.microsoft.com/office/drawing/2014/main" id="{78E72E86-9C59-4DFB-6C31-7668FF104681}"/>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268442" y="1997618"/>
            <a:ext cx="573582" cy="573582"/>
          </a:xfrm>
          <a:prstGeom prst="rect">
            <a:avLst/>
          </a:prstGeom>
        </p:spPr>
      </p:pic>
      <p:sp>
        <p:nvSpPr>
          <p:cNvPr id="85" name="TextBox 84">
            <a:extLst>
              <a:ext uri="{FF2B5EF4-FFF2-40B4-BE49-F238E27FC236}">
                <a16:creationId xmlns:a16="http://schemas.microsoft.com/office/drawing/2014/main" id="{1AB7E5D5-0937-5CCF-6FDB-1C1334AB5383}"/>
              </a:ext>
            </a:extLst>
          </p:cNvPr>
          <p:cNvSpPr txBox="1"/>
          <p:nvPr/>
        </p:nvSpPr>
        <p:spPr>
          <a:xfrm>
            <a:off x="10918682" y="2434537"/>
            <a:ext cx="914400"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ノジマストア</a:t>
            </a:r>
          </a:p>
        </p:txBody>
      </p:sp>
      <p:sp>
        <p:nvSpPr>
          <p:cNvPr id="89" name="Arrow: Right 88">
            <a:extLst>
              <a:ext uri="{FF2B5EF4-FFF2-40B4-BE49-F238E27FC236}">
                <a16:creationId xmlns:a16="http://schemas.microsoft.com/office/drawing/2014/main" id="{2BCC0C84-7288-00DE-9262-974B02726BFF}"/>
              </a:ext>
            </a:extLst>
          </p:cNvPr>
          <p:cNvSpPr/>
          <p:nvPr/>
        </p:nvSpPr>
        <p:spPr>
          <a:xfrm>
            <a:off x="9161555" y="3970647"/>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90" name="TextBox 89">
            <a:extLst>
              <a:ext uri="{FF2B5EF4-FFF2-40B4-BE49-F238E27FC236}">
                <a16:creationId xmlns:a16="http://schemas.microsoft.com/office/drawing/2014/main" id="{A2131D30-92C2-0BD8-BFFE-F26E404BF504}"/>
              </a:ext>
            </a:extLst>
          </p:cNvPr>
          <p:cNvSpPr txBox="1"/>
          <p:nvPr/>
        </p:nvSpPr>
        <p:spPr>
          <a:xfrm>
            <a:off x="9501792" y="5436899"/>
            <a:ext cx="221740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担当者が決定します。担当者は、モバイル、メール、またはSNSを通じて、パーソナライズされたメッセージとクーポンを配信します。</a:t>
            </a:r>
          </a:p>
        </p:txBody>
      </p:sp>
      <p:sp>
        <p:nvSpPr>
          <p:cNvPr id="91" name="TextBox 90">
            <a:extLst>
              <a:ext uri="{FF2B5EF4-FFF2-40B4-BE49-F238E27FC236}">
                <a16:creationId xmlns:a16="http://schemas.microsoft.com/office/drawing/2014/main" id="{CD45F03B-9DEA-D401-F0FD-73419E81EBAE}"/>
              </a:ext>
            </a:extLst>
          </p:cNvPr>
          <p:cNvSpPr txBox="1"/>
          <p:nvPr/>
        </p:nvSpPr>
        <p:spPr>
          <a:xfrm>
            <a:off x="2358887" y="6537739"/>
            <a:ext cx="67339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1" i="1"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mn-cs"/>
              </a:rPr>
              <a:t>* これは初期段階の図解であり、UXとインタラクションが確定次第、アドバイザリで修正されます。</a:t>
            </a:r>
          </a:p>
        </p:txBody>
      </p:sp>
      <p:pic>
        <p:nvPicPr>
          <p:cNvPr id="2050" name="Picture 2">
            <a:extLst>
              <a:ext uri="{FF2B5EF4-FFF2-40B4-BE49-F238E27FC236}">
                <a16:creationId xmlns:a16="http://schemas.microsoft.com/office/drawing/2014/main" id="{A2344D8E-A032-1F35-0268-840265DB1F8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057423" y="1787599"/>
            <a:ext cx="440447" cy="173426"/>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9284ADAE-5C2E-5E12-98F1-AA319A96B1B3}"/>
              </a:ext>
            </a:extLst>
          </p:cNvPr>
          <p:cNvPicPr>
            <a:picLocks noChangeAspect="1"/>
          </p:cNvPicPr>
          <p:nvPr/>
        </p:nvPicPr>
        <p:blipFill>
          <a:blip r:embed="rId22"/>
          <a:stretch>
            <a:fillRect/>
          </a:stretch>
        </p:blipFill>
        <p:spPr>
          <a:xfrm>
            <a:off x="10049214" y="3160646"/>
            <a:ext cx="1008209" cy="1883133"/>
          </a:xfrm>
          <a:prstGeom prst="rect">
            <a:avLst/>
          </a:prstGeom>
        </p:spPr>
      </p:pic>
      <p:pic>
        <p:nvPicPr>
          <p:cNvPr id="11" name="Picture 10">
            <a:extLst>
              <a:ext uri="{FF2B5EF4-FFF2-40B4-BE49-F238E27FC236}">
                <a16:creationId xmlns:a16="http://schemas.microsoft.com/office/drawing/2014/main" id="{DF5DD56A-EEBC-06AB-0047-E35803CE9B7B}"/>
              </a:ext>
            </a:extLst>
          </p:cNvPr>
          <p:cNvPicPr>
            <a:picLocks noChangeAspect="1"/>
          </p:cNvPicPr>
          <p:nvPr/>
        </p:nvPicPr>
        <p:blipFill>
          <a:blip r:embed="rId23"/>
          <a:stretch>
            <a:fillRect/>
          </a:stretch>
        </p:blipFill>
        <p:spPr>
          <a:xfrm>
            <a:off x="1409994" y="4170619"/>
            <a:ext cx="1267732" cy="1478489"/>
          </a:xfrm>
          <a:prstGeom prst="rect">
            <a:avLst/>
          </a:prstGeom>
        </p:spPr>
      </p:pic>
      <p:pic>
        <p:nvPicPr>
          <p:cNvPr id="24" name="Picture 23">
            <a:extLst>
              <a:ext uri="{FF2B5EF4-FFF2-40B4-BE49-F238E27FC236}">
                <a16:creationId xmlns:a16="http://schemas.microsoft.com/office/drawing/2014/main" id="{B78726A0-A9E7-7DBC-A65F-F1FFCFB047FA}"/>
              </a:ext>
            </a:extLst>
          </p:cNvPr>
          <p:cNvPicPr>
            <a:picLocks noChangeAspect="1"/>
          </p:cNvPicPr>
          <p:nvPr/>
        </p:nvPicPr>
        <p:blipFill>
          <a:blip r:embed="rId24"/>
          <a:stretch>
            <a:fillRect/>
          </a:stretch>
        </p:blipFill>
        <p:spPr>
          <a:xfrm>
            <a:off x="1436511" y="1927964"/>
            <a:ext cx="1268875" cy="1558749"/>
          </a:xfrm>
          <a:prstGeom prst="rect">
            <a:avLst/>
          </a:prstGeom>
        </p:spPr>
      </p:pic>
      <p:pic>
        <p:nvPicPr>
          <p:cNvPr id="29" name="Graphic 28" descr="Tablet with solid fill">
            <a:extLst>
              <a:ext uri="{FF2B5EF4-FFF2-40B4-BE49-F238E27FC236}">
                <a16:creationId xmlns:a16="http://schemas.microsoft.com/office/drawing/2014/main" id="{AAD2FCEB-4157-7033-A95D-5B28C25020FE}"/>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199715" y="3343757"/>
            <a:ext cx="1728600" cy="3056432"/>
          </a:xfrm>
          <a:prstGeom prst="rect">
            <a:avLst/>
          </a:prstGeom>
        </p:spPr>
      </p:pic>
      <p:pic>
        <p:nvPicPr>
          <p:cNvPr id="36" name="Graphic 35" descr="Tablet with solid fill">
            <a:extLst>
              <a:ext uri="{FF2B5EF4-FFF2-40B4-BE49-F238E27FC236}">
                <a16:creationId xmlns:a16="http://schemas.microsoft.com/office/drawing/2014/main" id="{7FD482BC-3D1D-8537-3EAF-D93DA3C61E09}"/>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250441" y="1179956"/>
            <a:ext cx="1698131" cy="3002559"/>
          </a:xfrm>
          <a:prstGeom prst="rect">
            <a:avLst/>
          </a:prstGeom>
        </p:spPr>
      </p:pic>
      <p:pic>
        <p:nvPicPr>
          <p:cNvPr id="33" name="Graphic 32" descr="Pinch Zoom Out with solid fill">
            <a:extLst>
              <a:ext uri="{FF2B5EF4-FFF2-40B4-BE49-F238E27FC236}">
                <a16:creationId xmlns:a16="http://schemas.microsoft.com/office/drawing/2014/main" id="{537A720C-D173-0B96-92D0-AC738B4671AA}"/>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2177530" y="5293436"/>
            <a:ext cx="666373" cy="666373"/>
          </a:xfrm>
          <a:prstGeom prst="rect">
            <a:avLst/>
          </a:prstGeom>
        </p:spPr>
      </p:pic>
      <p:sp>
        <p:nvSpPr>
          <p:cNvPr id="63" name="TextBox 62">
            <a:extLst>
              <a:ext uri="{FF2B5EF4-FFF2-40B4-BE49-F238E27FC236}">
                <a16:creationId xmlns:a16="http://schemas.microsoft.com/office/drawing/2014/main" id="{0C9BBE9D-2E8A-B5BA-F516-731CD8504BB8}"/>
              </a:ext>
            </a:extLst>
          </p:cNvPr>
          <p:cNvSpPr txBox="1"/>
          <p:nvPr/>
        </p:nvSpPr>
        <p:spPr>
          <a:xfrm>
            <a:off x="6516361" y="5797039"/>
            <a:ext cx="2217405" cy="338554"/>
          </a:xfrm>
          <a:prstGeom prst="rect">
            <a:avLst/>
          </a:prstGeom>
          <a:noFill/>
          <a:ln>
            <a:solidFill>
              <a:schemeClr val="accent6">
                <a:lumMod val="75000"/>
              </a:schemeClr>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担当者は、質の高い見込み客を確認するための事前通知をタブレット端末で受け取る。</a:t>
            </a:r>
          </a:p>
        </p:txBody>
      </p:sp>
      <p:sp>
        <p:nvSpPr>
          <p:cNvPr id="66" name="TextBox 65">
            <a:extLst>
              <a:ext uri="{FF2B5EF4-FFF2-40B4-BE49-F238E27FC236}">
                <a16:creationId xmlns:a16="http://schemas.microsoft.com/office/drawing/2014/main" id="{4FBFE8B1-F9E1-CA1C-FEF8-272E9DF15CD4}"/>
              </a:ext>
            </a:extLst>
          </p:cNvPr>
          <p:cNvSpPr txBox="1"/>
          <p:nvPr/>
        </p:nvSpPr>
        <p:spPr>
          <a:xfrm>
            <a:off x="3378385" y="1910567"/>
            <a:ext cx="2526562"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夜間／午前クラス</a:t>
            </a:r>
          </a:p>
        </p:txBody>
      </p:sp>
      <p:pic>
        <p:nvPicPr>
          <p:cNvPr id="68" name="Graphic 67" descr="Single gear outline">
            <a:extLst>
              <a:ext uri="{FF2B5EF4-FFF2-40B4-BE49-F238E27FC236}">
                <a16:creationId xmlns:a16="http://schemas.microsoft.com/office/drawing/2014/main" id="{37E5E495-B2B4-8999-5B92-14B16E68C7CA}"/>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3529479" y="1832672"/>
            <a:ext cx="349293" cy="349293"/>
          </a:xfrm>
          <a:prstGeom prst="rect">
            <a:avLst/>
          </a:prstGeom>
        </p:spPr>
      </p:pic>
      <p:sp>
        <p:nvSpPr>
          <p:cNvPr id="69" name="Arrow: Right 68">
            <a:extLst>
              <a:ext uri="{FF2B5EF4-FFF2-40B4-BE49-F238E27FC236}">
                <a16:creationId xmlns:a16="http://schemas.microsoft.com/office/drawing/2014/main" id="{EE080905-9D9E-0BF8-0CE6-41A654967A20}"/>
              </a:ext>
            </a:extLst>
          </p:cNvPr>
          <p:cNvSpPr/>
          <p:nvPr/>
        </p:nvSpPr>
        <p:spPr>
          <a:xfrm>
            <a:off x="5983460" y="3632492"/>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75" name="Arrow: Up-Down 74">
            <a:extLst>
              <a:ext uri="{FF2B5EF4-FFF2-40B4-BE49-F238E27FC236}">
                <a16:creationId xmlns:a16="http://schemas.microsoft.com/office/drawing/2014/main" id="{55DA4BEE-AC19-3A1B-6CA2-B063A63A3C89}"/>
              </a:ext>
            </a:extLst>
          </p:cNvPr>
          <p:cNvSpPr/>
          <p:nvPr/>
        </p:nvSpPr>
        <p:spPr>
          <a:xfrm rot="12258710">
            <a:off x="3824243" y="3393297"/>
            <a:ext cx="182390" cy="324565"/>
          </a:xfrm>
          <a:prstGeom prst="up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76" name="TextBox 75">
            <a:extLst>
              <a:ext uri="{FF2B5EF4-FFF2-40B4-BE49-F238E27FC236}">
                <a16:creationId xmlns:a16="http://schemas.microsoft.com/office/drawing/2014/main" id="{C57FD8BF-2BBE-3F7D-9395-F03F277D5DD9}"/>
              </a:ext>
            </a:extLst>
          </p:cNvPr>
          <p:cNvSpPr txBox="1"/>
          <p:nvPr/>
        </p:nvSpPr>
        <p:spPr>
          <a:xfrm>
            <a:off x="996307" y="5833086"/>
            <a:ext cx="1828475"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動的属性</a:t>
            </a:r>
          </a:p>
        </p:txBody>
      </p:sp>
      <p:sp>
        <p:nvSpPr>
          <p:cNvPr id="78" name="TextBox 77">
            <a:extLst>
              <a:ext uri="{FF2B5EF4-FFF2-40B4-BE49-F238E27FC236}">
                <a16:creationId xmlns:a16="http://schemas.microsoft.com/office/drawing/2014/main" id="{D1477E9C-C4AC-5AB7-1873-4AB515234D73}"/>
              </a:ext>
            </a:extLst>
          </p:cNvPr>
          <p:cNvSpPr txBox="1"/>
          <p:nvPr/>
        </p:nvSpPr>
        <p:spPr>
          <a:xfrm>
            <a:off x="389697" y="2242124"/>
            <a:ext cx="104885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デフォルト設定</a:t>
            </a:r>
          </a:p>
        </p:txBody>
      </p:sp>
      <p:sp>
        <p:nvSpPr>
          <p:cNvPr id="82" name="TextBox 81">
            <a:extLst>
              <a:ext uri="{FF2B5EF4-FFF2-40B4-BE49-F238E27FC236}">
                <a16:creationId xmlns:a16="http://schemas.microsoft.com/office/drawing/2014/main" id="{D6A1B5AF-A4AE-CFE7-FD48-D56091CAF215}"/>
              </a:ext>
            </a:extLst>
          </p:cNvPr>
          <p:cNvSpPr txBox="1"/>
          <p:nvPr/>
        </p:nvSpPr>
        <p:spPr>
          <a:xfrm>
            <a:off x="446193" y="3612525"/>
            <a:ext cx="1677100"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設定の上書き</a:t>
            </a:r>
          </a:p>
        </p:txBody>
      </p:sp>
      <p:sp>
        <p:nvSpPr>
          <p:cNvPr id="83" name="Arrow: Right 82">
            <a:extLst>
              <a:ext uri="{FF2B5EF4-FFF2-40B4-BE49-F238E27FC236}">
                <a16:creationId xmlns:a16="http://schemas.microsoft.com/office/drawing/2014/main" id="{C16BE186-628A-66C2-2212-F652B8327EC6}"/>
              </a:ext>
            </a:extLst>
          </p:cNvPr>
          <p:cNvSpPr/>
          <p:nvPr/>
        </p:nvSpPr>
        <p:spPr>
          <a:xfrm rot="5400000">
            <a:off x="1857111" y="3649774"/>
            <a:ext cx="365213" cy="206995"/>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87" name="Arrow: Right 86">
            <a:extLst>
              <a:ext uri="{FF2B5EF4-FFF2-40B4-BE49-F238E27FC236}">
                <a16:creationId xmlns:a16="http://schemas.microsoft.com/office/drawing/2014/main" id="{78FFD96E-5CFE-E9E4-5D65-204DE5652203}"/>
              </a:ext>
            </a:extLst>
          </p:cNvPr>
          <p:cNvSpPr/>
          <p:nvPr/>
        </p:nvSpPr>
        <p:spPr>
          <a:xfrm>
            <a:off x="2888725" y="2483081"/>
            <a:ext cx="569235" cy="274775"/>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Tree>
    <p:extLst>
      <p:ext uri="{BB962C8B-B14F-4D97-AF65-F5344CB8AC3E}">
        <p14:creationId xmlns:p14="http://schemas.microsoft.com/office/powerpoint/2010/main" val="1481323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F6DCF-05A1-85DE-2194-D002A63A699E}"/>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FB52CD2B-350C-A547-B86A-8A6FF459FA70}"/>
              </a:ext>
            </a:extLst>
          </p:cNvPr>
          <p:cNvSpPr/>
          <p:nvPr/>
        </p:nvSpPr>
        <p:spPr>
          <a:xfrm>
            <a:off x="6325704" y="1660939"/>
            <a:ext cx="2557670" cy="375039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59" name="Rectangle: Rounded Corners 58">
            <a:extLst>
              <a:ext uri="{FF2B5EF4-FFF2-40B4-BE49-F238E27FC236}">
                <a16:creationId xmlns:a16="http://schemas.microsoft.com/office/drawing/2014/main" id="{712AA0AB-2F32-0015-4051-372BBCF69DF8}"/>
              </a:ext>
            </a:extLst>
          </p:cNvPr>
          <p:cNvSpPr/>
          <p:nvPr/>
        </p:nvSpPr>
        <p:spPr>
          <a:xfrm>
            <a:off x="6380328" y="3458072"/>
            <a:ext cx="2442950" cy="2540391"/>
          </a:xfrm>
          <a:prstGeom prst="roundRect">
            <a:avLst/>
          </a:prstGeom>
          <a:gradFill>
            <a:gsLst>
              <a:gs pos="0">
                <a:srgbClr val="389394"/>
              </a:gs>
              <a:gs pos="60184">
                <a:srgbClr val="389394"/>
              </a:gs>
              <a:gs pos="28000">
                <a:srgbClr val="389394"/>
              </a:gs>
              <a:gs pos="100000">
                <a:srgbClr val="389394">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10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レイヤー3 – 関連レポートのビジュアル</a:t>
            </a:r>
          </a:p>
        </p:txBody>
      </p:sp>
      <p:sp>
        <p:nvSpPr>
          <p:cNvPr id="10" name="Rectangle 9">
            <a:extLst>
              <a:ext uri="{FF2B5EF4-FFF2-40B4-BE49-F238E27FC236}">
                <a16:creationId xmlns:a16="http://schemas.microsoft.com/office/drawing/2014/main" id="{2466D4CE-A5D1-AF19-8453-0A11CA3D22F5}"/>
              </a:ext>
            </a:extLst>
          </p:cNvPr>
          <p:cNvSpPr/>
          <p:nvPr/>
        </p:nvSpPr>
        <p:spPr>
          <a:xfrm>
            <a:off x="417443" y="1660939"/>
            <a:ext cx="2557670" cy="447072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4" name="Rectangle: Rounded Corners 13">
            <a:extLst>
              <a:ext uri="{FF2B5EF4-FFF2-40B4-BE49-F238E27FC236}">
                <a16:creationId xmlns:a16="http://schemas.microsoft.com/office/drawing/2014/main" id="{27978D52-4556-E9EB-A5E7-FC3EA8D1C2D3}"/>
              </a:ext>
            </a:extLst>
          </p:cNvPr>
          <p:cNvSpPr/>
          <p:nvPr/>
        </p:nvSpPr>
        <p:spPr>
          <a:xfrm>
            <a:off x="6325704" y="1172734"/>
            <a:ext cx="1205948" cy="435182"/>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多層精度ゲート</a:t>
            </a:r>
          </a:p>
        </p:txBody>
      </p:sp>
      <p:sp>
        <p:nvSpPr>
          <p:cNvPr id="13" name="Rectangle: Rounded Corners 12">
            <a:extLst>
              <a:ext uri="{FF2B5EF4-FFF2-40B4-BE49-F238E27FC236}">
                <a16:creationId xmlns:a16="http://schemas.microsoft.com/office/drawing/2014/main" id="{E3000520-B68F-7CEA-0AD4-A0E2B8CE3B4A}"/>
              </a:ext>
            </a:extLst>
          </p:cNvPr>
          <p:cNvSpPr/>
          <p:nvPr/>
        </p:nvSpPr>
        <p:spPr>
          <a:xfrm>
            <a:off x="417443" y="1172734"/>
            <a:ext cx="2557670" cy="435182"/>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インターフェースとクエリの関連付け</a:t>
            </a:r>
          </a:p>
        </p:txBody>
      </p:sp>
      <p:sp>
        <p:nvSpPr>
          <p:cNvPr id="15" name="Rectangle 14">
            <a:extLst>
              <a:ext uri="{FF2B5EF4-FFF2-40B4-BE49-F238E27FC236}">
                <a16:creationId xmlns:a16="http://schemas.microsoft.com/office/drawing/2014/main" id="{D5D9C2E7-9A5F-2508-E831-8636CAFC47EF}"/>
              </a:ext>
            </a:extLst>
          </p:cNvPr>
          <p:cNvSpPr/>
          <p:nvPr/>
        </p:nvSpPr>
        <p:spPr>
          <a:xfrm>
            <a:off x="3371573" y="1656438"/>
            <a:ext cx="2557670" cy="4470722"/>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7" name="Rectangle: Rounded Corners 16">
            <a:extLst>
              <a:ext uri="{FF2B5EF4-FFF2-40B4-BE49-F238E27FC236}">
                <a16:creationId xmlns:a16="http://schemas.microsoft.com/office/drawing/2014/main" id="{33742C32-B9C6-5226-8C08-BBA5A22AF5EB}"/>
              </a:ext>
            </a:extLst>
          </p:cNvPr>
          <p:cNvSpPr/>
          <p:nvPr/>
        </p:nvSpPr>
        <p:spPr>
          <a:xfrm>
            <a:off x="3371573" y="1168233"/>
            <a:ext cx="2557670" cy="435182"/>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エージェント実行とラグ</a:t>
            </a:r>
          </a:p>
        </p:txBody>
      </p:sp>
      <p:sp>
        <p:nvSpPr>
          <p:cNvPr id="18" name="Rectangle 17">
            <a:extLst>
              <a:ext uri="{FF2B5EF4-FFF2-40B4-BE49-F238E27FC236}">
                <a16:creationId xmlns:a16="http://schemas.microsoft.com/office/drawing/2014/main" id="{0E3E8A47-B149-4120-C9F6-01ADDB277C88}"/>
              </a:ext>
            </a:extLst>
          </p:cNvPr>
          <p:cNvSpPr/>
          <p:nvPr/>
        </p:nvSpPr>
        <p:spPr>
          <a:xfrm>
            <a:off x="9275412" y="1660939"/>
            <a:ext cx="2557670" cy="4470722"/>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9" name="Rectangle: Rounded Corners 18">
            <a:extLst>
              <a:ext uri="{FF2B5EF4-FFF2-40B4-BE49-F238E27FC236}">
                <a16:creationId xmlns:a16="http://schemas.microsoft.com/office/drawing/2014/main" id="{ABB8A9D7-EDD4-11D5-857E-33BEAA3990F4}"/>
              </a:ext>
            </a:extLst>
          </p:cNvPr>
          <p:cNvSpPr/>
          <p:nvPr/>
        </p:nvSpPr>
        <p:spPr>
          <a:xfrm>
            <a:off x="9275412" y="1172734"/>
            <a:ext cx="2557670" cy="435182"/>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オムニチャネル通知</a:t>
            </a:r>
          </a:p>
        </p:txBody>
      </p:sp>
      <p:sp>
        <p:nvSpPr>
          <p:cNvPr id="4" name="Shape 2">
            <a:extLst>
              <a:ext uri="{FF2B5EF4-FFF2-40B4-BE49-F238E27FC236}">
                <a16:creationId xmlns:a16="http://schemas.microsoft.com/office/drawing/2014/main" id="{1C788BD9-BE65-3768-9E06-AC55EE265E2C}"/>
              </a:ext>
            </a:extLst>
          </p:cNvPr>
          <p:cNvSpPr/>
          <p:nvPr/>
        </p:nvSpPr>
        <p:spPr>
          <a:xfrm>
            <a:off x="256032" y="164592"/>
            <a:ext cx="1097280" cy="365760"/>
          </a:xfrm>
          <a:prstGeom prst="roundRect">
            <a:avLst>
              <a:gd name="adj" fmla="val 15000"/>
            </a:avLst>
          </a:prstGeom>
          <a:solidFill>
            <a:schemeClr val="accent1"/>
          </a:solidFill>
          <a:ln w="10160">
            <a:no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 name="Text 3">
            <a:extLst>
              <a:ext uri="{FF2B5EF4-FFF2-40B4-BE49-F238E27FC236}">
                <a16:creationId xmlns:a16="http://schemas.microsoft.com/office/drawing/2014/main" id="{5E32520D-725A-DAA6-0785-29A9E8321E55}"/>
              </a:ext>
            </a:extLst>
          </p:cNvPr>
          <p:cNvSpPr/>
          <p:nvPr/>
        </p:nvSpPr>
        <p:spPr>
          <a:xfrm>
            <a:off x="256032" y="164592"/>
            <a:ext cx="10972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10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ユースケース2b</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 name="Text 4">
            <a:extLst>
              <a:ext uri="{FF2B5EF4-FFF2-40B4-BE49-F238E27FC236}">
                <a16:creationId xmlns:a16="http://schemas.microsoft.com/office/drawing/2014/main" id="{BDA711CA-7FBE-DFC5-366B-4C446BEAE23D}"/>
              </a:ext>
            </a:extLst>
          </p:cNvPr>
          <p:cNvSpPr/>
          <p:nvPr/>
        </p:nvSpPr>
        <p:spPr>
          <a:xfrm>
            <a:off x="1426464" y="164592"/>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altLang="ja-JP" sz="20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トリガーされた顧客</a:t>
            </a:r>
            <a:r>
              <a:rPr kumimoji="0" lang="ja" sz="20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通知フロー *</a:t>
            </a: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 name="Text 5">
            <a:extLst>
              <a:ext uri="{FF2B5EF4-FFF2-40B4-BE49-F238E27FC236}">
                <a16:creationId xmlns:a16="http://schemas.microsoft.com/office/drawing/2014/main" id="{8FB89593-C008-21DA-175F-9FD73B132748}"/>
              </a:ext>
            </a:extLst>
          </p:cNvPr>
          <p:cNvSpPr/>
          <p:nvPr/>
        </p:nvSpPr>
        <p:spPr>
          <a:xfrm>
            <a:off x="256032" y="703408"/>
            <a:ext cx="117043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105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この統合されたパイプラインにより、店舗スタッフは自然言語を使用してエージェントAIワークフローを起動し、優先度の高い代替品の見込み客を特定し、3層の精度ゲートを通じて検証し、クーポン付きのパーソナライズされた製品比較を顧客のモバイルデバイスに配信することができます。</a:t>
            </a:r>
            <a:endParaRPr kumimoji="0" lang="en-US" sz="10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 name="Shape 6">
            <a:extLst>
              <a:ext uri="{FF2B5EF4-FFF2-40B4-BE49-F238E27FC236}">
                <a16:creationId xmlns:a16="http://schemas.microsoft.com/office/drawing/2014/main" id="{B1EA3CB6-4F2F-2F0F-8AEF-9CA22367740E}"/>
              </a:ext>
            </a:extLst>
          </p:cNvPr>
          <p:cNvSpPr/>
          <p:nvPr/>
        </p:nvSpPr>
        <p:spPr>
          <a:xfrm>
            <a:off x="256032" y="996016"/>
            <a:ext cx="11704320"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0" name="Text 78">
            <a:extLst>
              <a:ext uri="{FF2B5EF4-FFF2-40B4-BE49-F238E27FC236}">
                <a16:creationId xmlns:a16="http://schemas.microsoft.com/office/drawing/2014/main" id="{90340C24-2D30-A58B-4774-2BCE6F1D0177}"/>
              </a:ext>
            </a:extLst>
          </p:cNvPr>
          <p:cNvSpPr/>
          <p:nvPr/>
        </p:nvSpPr>
        <p:spPr>
          <a:xfrm>
            <a:off x="11795760" y="6620256"/>
            <a:ext cx="329184"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ja" sz="11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2/3</a:t>
            </a:r>
            <a:endParaRPr kumimoji="0" lang="en-US" sz="11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pic>
        <p:nvPicPr>
          <p:cNvPr id="2" name="Graphic 1" descr="Users with solid fill">
            <a:extLst>
              <a:ext uri="{FF2B5EF4-FFF2-40B4-BE49-F238E27FC236}">
                <a16:creationId xmlns:a16="http://schemas.microsoft.com/office/drawing/2014/main" id="{1C45F653-E398-F8C8-8839-FFB9657F31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6097" y="2350672"/>
            <a:ext cx="703445" cy="703445"/>
          </a:xfrm>
          <a:prstGeom prst="rect">
            <a:avLst/>
          </a:prstGeom>
        </p:spPr>
      </p:pic>
      <p:sp>
        <p:nvSpPr>
          <p:cNvPr id="3" name="TextBox 2">
            <a:extLst>
              <a:ext uri="{FF2B5EF4-FFF2-40B4-BE49-F238E27FC236}">
                <a16:creationId xmlns:a16="http://schemas.microsoft.com/office/drawing/2014/main" id="{E41F1714-908B-E848-EA2F-B383EF656883}"/>
              </a:ext>
            </a:extLst>
          </p:cNvPr>
          <p:cNvSpPr txBox="1"/>
          <p:nvPr/>
        </p:nvSpPr>
        <p:spPr>
          <a:xfrm>
            <a:off x="587169" y="2858369"/>
            <a:ext cx="9144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野島MDアソシエイツ</a:t>
            </a:r>
          </a:p>
        </p:txBody>
      </p:sp>
      <p:sp>
        <p:nvSpPr>
          <p:cNvPr id="20" name="Rectangle: Rounded Corners 19">
            <a:extLst>
              <a:ext uri="{FF2B5EF4-FFF2-40B4-BE49-F238E27FC236}">
                <a16:creationId xmlns:a16="http://schemas.microsoft.com/office/drawing/2014/main" id="{9065341E-3D9F-30A9-A169-FC76741DF591}"/>
              </a:ext>
            </a:extLst>
          </p:cNvPr>
          <p:cNvSpPr/>
          <p:nvPr/>
        </p:nvSpPr>
        <p:spPr>
          <a:xfrm>
            <a:off x="7677426" y="1168233"/>
            <a:ext cx="1205948" cy="435182"/>
          </a:xfrm>
          <a:prstGeom prst="roundRect">
            <a:avLst/>
          </a:prstGeom>
          <a:solidFill>
            <a:srgbClr val="3893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リストと決定の再定義</a:t>
            </a:r>
          </a:p>
        </p:txBody>
      </p:sp>
      <p:sp>
        <p:nvSpPr>
          <p:cNvPr id="21" name="Arrow: Right 20">
            <a:extLst>
              <a:ext uri="{FF2B5EF4-FFF2-40B4-BE49-F238E27FC236}">
                <a16:creationId xmlns:a16="http://schemas.microsoft.com/office/drawing/2014/main" id="{FD14F335-FBA0-8F1E-1B28-3631C580CCE0}"/>
              </a:ext>
            </a:extLst>
          </p:cNvPr>
          <p:cNvSpPr/>
          <p:nvPr/>
        </p:nvSpPr>
        <p:spPr>
          <a:xfrm>
            <a:off x="3021168" y="1235355"/>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22" name="Arrow: Right 21">
            <a:extLst>
              <a:ext uri="{FF2B5EF4-FFF2-40B4-BE49-F238E27FC236}">
                <a16:creationId xmlns:a16="http://schemas.microsoft.com/office/drawing/2014/main" id="{4CC07266-5DD3-002C-48ED-12B4C1194E23}"/>
              </a:ext>
            </a:extLst>
          </p:cNvPr>
          <p:cNvSpPr/>
          <p:nvPr/>
        </p:nvSpPr>
        <p:spPr>
          <a:xfrm>
            <a:off x="5975298" y="1237286"/>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23" name="Arrow: Right 22">
            <a:extLst>
              <a:ext uri="{FF2B5EF4-FFF2-40B4-BE49-F238E27FC236}">
                <a16:creationId xmlns:a16="http://schemas.microsoft.com/office/drawing/2014/main" id="{92B102C4-DCB6-D77F-DCC5-B5D8616AB62A}"/>
              </a:ext>
            </a:extLst>
          </p:cNvPr>
          <p:cNvSpPr/>
          <p:nvPr/>
        </p:nvSpPr>
        <p:spPr>
          <a:xfrm>
            <a:off x="8923128" y="1202696"/>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pic>
        <p:nvPicPr>
          <p:cNvPr id="25" name="Graphic 24" descr="Tablet outline">
            <a:extLst>
              <a:ext uri="{FF2B5EF4-FFF2-40B4-BE49-F238E27FC236}">
                <a16:creationId xmlns:a16="http://schemas.microsoft.com/office/drawing/2014/main" id="{43F70577-1694-DAD7-3428-64A32A1B675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1344888" y="3662270"/>
            <a:ext cx="1555982" cy="1555982"/>
          </a:xfrm>
          <a:prstGeom prst="rect">
            <a:avLst/>
          </a:prstGeom>
        </p:spPr>
      </p:pic>
      <p:sp>
        <p:nvSpPr>
          <p:cNvPr id="27" name="Speech Bubble: Rectangle with Corners Rounded 26">
            <a:extLst>
              <a:ext uri="{FF2B5EF4-FFF2-40B4-BE49-F238E27FC236}">
                <a16:creationId xmlns:a16="http://schemas.microsoft.com/office/drawing/2014/main" id="{C60914BB-3DD6-0519-557B-4AF2DAEE3A41}"/>
              </a:ext>
            </a:extLst>
          </p:cNvPr>
          <p:cNvSpPr/>
          <p:nvPr/>
        </p:nvSpPr>
        <p:spPr>
          <a:xfrm>
            <a:off x="1428599" y="1701776"/>
            <a:ext cx="1360321" cy="491671"/>
          </a:xfrm>
          <a:prstGeom prst="wedgeRoundRectCallout">
            <a:avLst>
              <a:gd name="adj1" fmla="val -65824"/>
              <a:gd name="adj2" fmla="val 53322"/>
              <a:gd name="adj3" fmla="val 16667"/>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mn-cs"/>
              </a:rPr>
              <a:t>担当者の質問： </a:t>
            </a:r>
            <a:r>
              <a:rPr kumimoji="0" lang="ja" sz="700" b="0"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mn-cs"/>
              </a:rPr>
              <a:t>「数年前にエアコンX&gt;を購入し、アップグレードが必要な顧客を表示する。」</a:t>
            </a:r>
          </a:p>
        </p:txBody>
      </p:sp>
      <p:pic>
        <p:nvPicPr>
          <p:cNvPr id="31" name="Picture 30">
            <a:extLst>
              <a:ext uri="{FF2B5EF4-FFF2-40B4-BE49-F238E27FC236}">
                <a16:creationId xmlns:a16="http://schemas.microsoft.com/office/drawing/2014/main" id="{1BAFB617-C1C4-F3BA-5347-E865667B82D4}"/>
              </a:ext>
            </a:extLst>
          </p:cNvPr>
          <p:cNvPicPr>
            <a:picLocks noChangeAspect="1"/>
          </p:cNvPicPr>
          <p:nvPr/>
        </p:nvPicPr>
        <p:blipFill>
          <a:blip r:embed="rId8"/>
          <a:stretch>
            <a:fillRect/>
          </a:stretch>
        </p:blipFill>
        <p:spPr>
          <a:xfrm>
            <a:off x="1731117" y="3866296"/>
            <a:ext cx="767724" cy="1149526"/>
          </a:xfrm>
          <a:prstGeom prst="rect">
            <a:avLst/>
          </a:prstGeom>
        </p:spPr>
      </p:pic>
      <p:pic>
        <p:nvPicPr>
          <p:cNvPr id="33" name="Graphic 32" descr="Pinch Zoom Out with solid fill">
            <a:extLst>
              <a:ext uri="{FF2B5EF4-FFF2-40B4-BE49-F238E27FC236}">
                <a16:creationId xmlns:a16="http://schemas.microsoft.com/office/drawing/2014/main" id="{78460F3E-DBF0-9268-2C45-4BC00EB9590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33819" y="4735658"/>
            <a:ext cx="666373" cy="666373"/>
          </a:xfrm>
          <a:prstGeom prst="rect">
            <a:avLst/>
          </a:prstGeom>
        </p:spPr>
      </p:pic>
      <p:pic>
        <p:nvPicPr>
          <p:cNvPr id="35" name="Graphic 34" descr="Keyboard with solid fill">
            <a:extLst>
              <a:ext uri="{FF2B5EF4-FFF2-40B4-BE49-F238E27FC236}">
                <a16:creationId xmlns:a16="http://schemas.microsoft.com/office/drawing/2014/main" id="{63C1E73F-1C19-3FA2-451F-75B33A06396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56582" y="5065654"/>
            <a:ext cx="914400" cy="914400"/>
          </a:xfrm>
          <a:prstGeom prst="rect">
            <a:avLst/>
          </a:prstGeom>
        </p:spPr>
      </p:pic>
      <p:pic>
        <p:nvPicPr>
          <p:cNvPr id="38" name="Graphic 37" descr="Users with solid fill">
            <a:extLst>
              <a:ext uri="{FF2B5EF4-FFF2-40B4-BE49-F238E27FC236}">
                <a16:creationId xmlns:a16="http://schemas.microsoft.com/office/drawing/2014/main" id="{D3093C7D-DF06-6C96-7015-CDCEE0BFA1E7}"/>
              </a:ext>
            </a:extLst>
          </p:cNvPr>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573853" y="4560474"/>
            <a:ext cx="703445" cy="703445"/>
          </a:xfrm>
          <a:prstGeom prst="rect">
            <a:avLst/>
          </a:prstGeom>
        </p:spPr>
      </p:pic>
      <p:sp>
        <p:nvSpPr>
          <p:cNvPr id="39" name="TextBox 38">
            <a:extLst>
              <a:ext uri="{FF2B5EF4-FFF2-40B4-BE49-F238E27FC236}">
                <a16:creationId xmlns:a16="http://schemas.microsoft.com/office/drawing/2014/main" id="{18F61EF5-3735-4955-0695-9CE2D49187DE}"/>
              </a:ext>
            </a:extLst>
          </p:cNvPr>
          <p:cNvSpPr txBox="1"/>
          <p:nvPr/>
        </p:nvSpPr>
        <p:spPr>
          <a:xfrm>
            <a:off x="656716" y="5148643"/>
            <a:ext cx="9144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タイピング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＆選択</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複数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プロンプトテンプレート</a:t>
            </a:r>
          </a:p>
        </p:txBody>
      </p:sp>
      <p:pic>
        <p:nvPicPr>
          <p:cNvPr id="40" name="Graphic 39" descr="Pinch Zoom Out with solid fill">
            <a:extLst>
              <a:ext uri="{FF2B5EF4-FFF2-40B4-BE49-F238E27FC236}">
                <a16:creationId xmlns:a16="http://schemas.microsoft.com/office/drawing/2014/main" id="{E3C0ED08-B097-D978-1CAA-9A6431CD589E}"/>
              </a:ext>
            </a:extLst>
          </p:cNvPr>
          <p:cNvPicPr>
            <a:picLocks noChangeAspect="1"/>
          </p:cNvPicPr>
          <p:nvPr/>
        </p:nvPicPr>
        <p:blipFill>
          <a:blip r:embed="rId9">
            <a:extLst>
              <a:ext uri="{96DAC541-7B7A-43D3-8B79-37D633B846F1}">
                <asvg:svgBlip xmlns:asvg="http://schemas.microsoft.com/office/drawing/2016/SVG/main" r:embed="rId14"/>
              </a:ext>
            </a:extLst>
          </a:blip>
          <a:stretch>
            <a:fillRect/>
          </a:stretch>
        </p:blipFill>
        <p:spPr>
          <a:xfrm>
            <a:off x="1629017" y="5331816"/>
            <a:ext cx="666373" cy="666373"/>
          </a:xfrm>
          <a:prstGeom prst="rect">
            <a:avLst/>
          </a:prstGeom>
        </p:spPr>
      </p:pic>
      <p:sp>
        <p:nvSpPr>
          <p:cNvPr id="42" name="Rectangle: Rounded Corners 41">
            <a:extLst>
              <a:ext uri="{FF2B5EF4-FFF2-40B4-BE49-F238E27FC236}">
                <a16:creationId xmlns:a16="http://schemas.microsoft.com/office/drawing/2014/main" id="{4020A4D0-B40A-BD58-FEE3-667376E3178D}"/>
              </a:ext>
            </a:extLst>
          </p:cNvPr>
          <p:cNvSpPr/>
          <p:nvPr/>
        </p:nvSpPr>
        <p:spPr>
          <a:xfrm>
            <a:off x="3251281" y="3116670"/>
            <a:ext cx="1066381" cy="1434600"/>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ベクターデータベース</a:t>
            </a:r>
          </a:p>
        </p:txBody>
      </p:sp>
      <p:pic>
        <p:nvPicPr>
          <p:cNvPr id="43" name="Graphic 42" descr="Database outline">
            <a:extLst>
              <a:ext uri="{FF2B5EF4-FFF2-40B4-BE49-F238E27FC236}">
                <a16:creationId xmlns:a16="http://schemas.microsoft.com/office/drawing/2014/main" id="{212D922F-CF7B-C9DD-702B-7F0364E1C22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418375" y="3347867"/>
            <a:ext cx="610166" cy="610166"/>
          </a:xfrm>
          <a:prstGeom prst="rect">
            <a:avLst/>
          </a:prstGeom>
        </p:spPr>
      </p:pic>
      <p:cxnSp>
        <p:nvCxnSpPr>
          <p:cNvPr id="44" name="Straight Arrow Connector 43">
            <a:extLst>
              <a:ext uri="{FF2B5EF4-FFF2-40B4-BE49-F238E27FC236}">
                <a16:creationId xmlns:a16="http://schemas.microsoft.com/office/drawing/2014/main" id="{9A0EB61D-5011-2553-A147-D7FB9D4F7E7F}"/>
              </a:ext>
            </a:extLst>
          </p:cNvPr>
          <p:cNvCxnSpPr/>
          <p:nvPr/>
        </p:nvCxnSpPr>
        <p:spPr>
          <a:xfrm flipV="1">
            <a:off x="3731706" y="3564671"/>
            <a:ext cx="244069" cy="431017"/>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D2AB0E01-3F92-F5C1-0AFD-2C05A91CC5F9}"/>
              </a:ext>
            </a:extLst>
          </p:cNvPr>
          <p:cNvCxnSpPr>
            <a:cxnSpLocks/>
          </p:cNvCxnSpPr>
          <p:nvPr/>
        </p:nvCxnSpPr>
        <p:spPr>
          <a:xfrm>
            <a:off x="3700214" y="3630903"/>
            <a:ext cx="328327" cy="33054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4EC3F1D-7170-2CA8-DDFA-67A65A2B65FE}"/>
              </a:ext>
            </a:extLst>
          </p:cNvPr>
          <p:cNvCxnSpPr>
            <a:cxnSpLocks/>
          </p:cNvCxnSpPr>
          <p:nvPr/>
        </p:nvCxnSpPr>
        <p:spPr>
          <a:xfrm>
            <a:off x="3584728" y="3783303"/>
            <a:ext cx="443813"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72A6CCB1-5B2A-06B3-3BB5-A62B9FDC2E54}"/>
              </a:ext>
            </a:extLst>
          </p:cNvPr>
          <p:cNvSpPr/>
          <p:nvPr/>
        </p:nvSpPr>
        <p:spPr>
          <a:xfrm>
            <a:off x="3761892" y="2065028"/>
            <a:ext cx="2001868" cy="631130"/>
          </a:xfrm>
          <a:prstGeom prst="ellipse">
            <a:avLst/>
          </a:prstGeom>
          <a:solidFill>
            <a:srgbClr val="007A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エージェントA：カタログスペシャリスト</a:t>
            </a:r>
          </a:p>
        </p:txBody>
      </p:sp>
      <p:sp>
        <p:nvSpPr>
          <p:cNvPr id="49" name="Oval 48">
            <a:extLst>
              <a:ext uri="{FF2B5EF4-FFF2-40B4-BE49-F238E27FC236}">
                <a16:creationId xmlns:a16="http://schemas.microsoft.com/office/drawing/2014/main" id="{4B57D8B5-B793-2D9D-556D-CBDE039B9C1E}"/>
              </a:ext>
            </a:extLst>
          </p:cNvPr>
          <p:cNvSpPr/>
          <p:nvPr/>
        </p:nvSpPr>
        <p:spPr>
          <a:xfrm>
            <a:off x="4731479" y="3301256"/>
            <a:ext cx="1277480" cy="631130"/>
          </a:xfrm>
          <a:prstGeom prst="ellipse">
            <a:avLst/>
          </a:prstGeom>
          <a:solidFill>
            <a:srgbClr val="007A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AIエージェントRAGコントローラー</a:t>
            </a:r>
          </a:p>
        </p:txBody>
      </p:sp>
      <p:sp>
        <p:nvSpPr>
          <p:cNvPr id="50" name="Oval 49">
            <a:extLst>
              <a:ext uri="{FF2B5EF4-FFF2-40B4-BE49-F238E27FC236}">
                <a16:creationId xmlns:a16="http://schemas.microsoft.com/office/drawing/2014/main" id="{162D5687-8B83-FB34-E110-A151580AA00B}"/>
              </a:ext>
            </a:extLst>
          </p:cNvPr>
          <p:cNvSpPr/>
          <p:nvPr/>
        </p:nvSpPr>
        <p:spPr>
          <a:xfrm>
            <a:off x="4124443" y="4430093"/>
            <a:ext cx="1601436" cy="768377"/>
          </a:xfrm>
          <a:prstGeom prst="ellipse">
            <a:avLst/>
          </a:prstGeom>
          <a:solidFill>
            <a:srgbClr val="007A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エージェントC：キャンペーンマッチメーカー</a:t>
            </a:r>
          </a:p>
        </p:txBody>
      </p:sp>
      <p:sp>
        <p:nvSpPr>
          <p:cNvPr id="41" name="Arrow: Right 40">
            <a:extLst>
              <a:ext uri="{FF2B5EF4-FFF2-40B4-BE49-F238E27FC236}">
                <a16:creationId xmlns:a16="http://schemas.microsoft.com/office/drawing/2014/main" id="{257A41F5-6821-BA3D-C416-46A699A854B0}"/>
              </a:ext>
            </a:extLst>
          </p:cNvPr>
          <p:cNvSpPr/>
          <p:nvPr/>
        </p:nvSpPr>
        <p:spPr>
          <a:xfrm>
            <a:off x="3021393" y="3741330"/>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51" name="Arrow: Up-Down 50">
            <a:extLst>
              <a:ext uri="{FF2B5EF4-FFF2-40B4-BE49-F238E27FC236}">
                <a16:creationId xmlns:a16="http://schemas.microsoft.com/office/drawing/2014/main" id="{8E059D8E-07B2-B8D1-50A1-F261026C7577}"/>
              </a:ext>
            </a:extLst>
          </p:cNvPr>
          <p:cNvSpPr/>
          <p:nvPr/>
        </p:nvSpPr>
        <p:spPr>
          <a:xfrm rot="1906288">
            <a:off x="4135272" y="2729552"/>
            <a:ext cx="182390" cy="324565"/>
          </a:xfrm>
          <a:prstGeom prst="up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52" name="Arrow: Up-Down 51">
            <a:extLst>
              <a:ext uri="{FF2B5EF4-FFF2-40B4-BE49-F238E27FC236}">
                <a16:creationId xmlns:a16="http://schemas.microsoft.com/office/drawing/2014/main" id="{D5322BCF-E637-F7F3-B82A-6AB2DE600573}"/>
              </a:ext>
            </a:extLst>
          </p:cNvPr>
          <p:cNvSpPr/>
          <p:nvPr/>
        </p:nvSpPr>
        <p:spPr>
          <a:xfrm rot="7733168">
            <a:off x="4407819" y="4111277"/>
            <a:ext cx="182390" cy="324565"/>
          </a:xfrm>
          <a:prstGeom prst="up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53" name="Arrow: Up-Down 52">
            <a:extLst>
              <a:ext uri="{FF2B5EF4-FFF2-40B4-BE49-F238E27FC236}">
                <a16:creationId xmlns:a16="http://schemas.microsoft.com/office/drawing/2014/main" id="{16AC1BD8-D182-D6E6-BB7F-916B3CB390BC}"/>
              </a:ext>
            </a:extLst>
          </p:cNvPr>
          <p:cNvSpPr/>
          <p:nvPr/>
        </p:nvSpPr>
        <p:spPr>
          <a:xfrm rot="5400000">
            <a:off x="4405978" y="3491580"/>
            <a:ext cx="182390" cy="324565"/>
          </a:xfrm>
          <a:prstGeom prst="up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54" name="Arrow: Up-Down 53">
            <a:extLst>
              <a:ext uri="{FF2B5EF4-FFF2-40B4-BE49-F238E27FC236}">
                <a16:creationId xmlns:a16="http://schemas.microsoft.com/office/drawing/2014/main" id="{A004F311-1C27-BEB4-4FDC-AD83125EEB1A}"/>
              </a:ext>
            </a:extLst>
          </p:cNvPr>
          <p:cNvSpPr/>
          <p:nvPr/>
        </p:nvSpPr>
        <p:spPr>
          <a:xfrm rot="10513346">
            <a:off x="4982023" y="2812095"/>
            <a:ext cx="182390" cy="324565"/>
          </a:xfrm>
          <a:prstGeom prst="up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55" name="Arrow: Up-Down 54">
            <a:extLst>
              <a:ext uri="{FF2B5EF4-FFF2-40B4-BE49-F238E27FC236}">
                <a16:creationId xmlns:a16="http://schemas.microsoft.com/office/drawing/2014/main" id="{22B29201-6C30-50A9-1D89-2D99A4527CC1}"/>
              </a:ext>
            </a:extLst>
          </p:cNvPr>
          <p:cNvSpPr/>
          <p:nvPr/>
        </p:nvSpPr>
        <p:spPr>
          <a:xfrm rot="11014436">
            <a:off x="5065943" y="4007699"/>
            <a:ext cx="182390" cy="324565"/>
          </a:xfrm>
          <a:prstGeom prst="up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pic>
        <p:nvPicPr>
          <p:cNvPr id="58" name="Graphic 57" descr="Tablet outline">
            <a:extLst>
              <a:ext uri="{FF2B5EF4-FFF2-40B4-BE49-F238E27FC236}">
                <a16:creationId xmlns:a16="http://schemas.microsoft.com/office/drawing/2014/main" id="{5AD35203-D59B-C2DD-10F8-6FDA5E469ED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61597" y="3399383"/>
            <a:ext cx="2732278" cy="2732278"/>
          </a:xfrm>
          <a:prstGeom prst="rect">
            <a:avLst/>
          </a:prstGeom>
        </p:spPr>
      </p:pic>
      <p:pic>
        <p:nvPicPr>
          <p:cNvPr id="57" name="Picture 56">
            <a:extLst>
              <a:ext uri="{FF2B5EF4-FFF2-40B4-BE49-F238E27FC236}">
                <a16:creationId xmlns:a16="http://schemas.microsoft.com/office/drawing/2014/main" id="{2349C7EB-EBEE-CD89-5CB6-F2ED8D89EEC9}"/>
              </a:ext>
            </a:extLst>
          </p:cNvPr>
          <p:cNvPicPr>
            <a:picLocks noChangeAspect="1"/>
          </p:cNvPicPr>
          <p:nvPr/>
        </p:nvPicPr>
        <p:blipFill>
          <a:blip r:embed="rId17"/>
          <a:stretch>
            <a:fillRect/>
          </a:stretch>
        </p:blipFill>
        <p:spPr>
          <a:xfrm>
            <a:off x="6611096" y="4075741"/>
            <a:ext cx="2027937" cy="1383868"/>
          </a:xfrm>
          <a:prstGeom prst="rect">
            <a:avLst/>
          </a:prstGeom>
        </p:spPr>
      </p:pic>
      <p:graphicFrame>
        <p:nvGraphicFramePr>
          <p:cNvPr id="60" name="Diagram 59">
            <a:extLst>
              <a:ext uri="{FF2B5EF4-FFF2-40B4-BE49-F238E27FC236}">
                <a16:creationId xmlns:a16="http://schemas.microsoft.com/office/drawing/2014/main" id="{EE758913-059A-0341-A778-29EB4FE36376}"/>
              </a:ext>
            </a:extLst>
          </p:cNvPr>
          <p:cNvGraphicFramePr/>
          <p:nvPr/>
        </p:nvGraphicFramePr>
        <p:xfrm>
          <a:off x="6366563" y="1879802"/>
          <a:ext cx="2456715" cy="1252159"/>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cxnSp>
        <p:nvCxnSpPr>
          <p:cNvPr id="61" name="Connector: Elbow 60">
            <a:extLst>
              <a:ext uri="{FF2B5EF4-FFF2-40B4-BE49-F238E27FC236}">
                <a16:creationId xmlns:a16="http://schemas.microsoft.com/office/drawing/2014/main" id="{618B2F32-C854-D957-FF0B-2CAF532D6F0F}"/>
              </a:ext>
            </a:extLst>
          </p:cNvPr>
          <p:cNvCxnSpPr>
            <a:cxnSpLocks/>
            <a:stCxn id="49" idx="6"/>
            <a:endCxn id="60" idx="1"/>
          </p:cNvCxnSpPr>
          <p:nvPr/>
        </p:nvCxnSpPr>
        <p:spPr>
          <a:xfrm flipV="1">
            <a:off x="6008959" y="2505881"/>
            <a:ext cx="357604" cy="1110940"/>
          </a:xfrm>
          <a:prstGeom prst="bentConnector3">
            <a:avLst>
              <a:gd name="adj1" fmla="val 50000"/>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EBA04817-3655-C7D0-2243-63DA787520AC}"/>
              </a:ext>
            </a:extLst>
          </p:cNvPr>
          <p:cNvCxnSpPr>
            <a:cxnSpLocks/>
            <a:stCxn id="49" idx="6"/>
            <a:endCxn id="59" idx="1"/>
          </p:cNvCxnSpPr>
          <p:nvPr/>
        </p:nvCxnSpPr>
        <p:spPr>
          <a:xfrm>
            <a:off x="6008959" y="3616821"/>
            <a:ext cx="371369" cy="1111447"/>
          </a:xfrm>
          <a:prstGeom prst="bentConnector3">
            <a:avLst>
              <a:gd name="adj1" fmla="val 50000"/>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73" name="Graphic 72" descr="Smart Phone with solid fill">
            <a:extLst>
              <a:ext uri="{FF2B5EF4-FFF2-40B4-BE49-F238E27FC236}">
                <a16:creationId xmlns:a16="http://schemas.microsoft.com/office/drawing/2014/main" id="{5B3C409D-D14A-0291-5173-FB42FC541D80}"/>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326229" y="2749654"/>
            <a:ext cx="2448328" cy="2661682"/>
          </a:xfrm>
          <a:prstGeom prst="rect">
            <a:avLst/>
          </a:prstGeom>
        </p:spPr>
      </p:pic>
      <p:cxnSp>
        <p:nvCxnSpPr>
          <p:cNvPr id="74" name="Connector: Elbow 73">
            <a:extLst>
              <a:ext uri="{FF2B5EF4-FFF2-40B4-BE49-F238E27FC236}">
                <a16:creationId xmlns:a16="http://schemas.microsoft.com/office/drawing/2014/main" id="{D69943DF-EC0D-C17E-F1D6-FEBE9F01AE2D}"/>
              </a:ext>
            </a:extLst>
          </p:cNvPr>
          <p:cNvCxnSpPr>
            <a:cxnSpLocks/>
            <a:stCxn id="59" idx="3"/>
            <a:endCxn id="79" idx="0"/>
          </p:cNvCxnSpPr>
          <p:nvPr/>
        </p:nvCxnSpPr>
        <p:spPr>
          <a:xfrm flipV="1">
            <a:off x="8823278" y="2036525"/>
            <a:ext cx="930342" cy="2691743"/>
          </a:xfrm>
          <a:prstGeom prst="bentConnector4">
            <a:avLst>
              <a:gd name="adj1" fmla="val 34587"/>
              <a:gd name="adj2" fmla="val 108493"/>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77" name="Graphic 76" descr="Map with pin outline">
            <a:extLst>
              <a:ext uri="{FF2B5EF4-FFF2-40B4-BE49-F238E27FC236}">
                <a16:creationId xmlns:a16="http://schemas.microsoft.com/office/drawing/2014/main" id="{EF6B9913-F03B-8953-B28F-4D750CAD3BC3}"/>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947271" y="1882080"/>
            <a:ext cx="664084" cy="664084"/>
          </a:xfrm>
          <a:prstGeom prst="rect">
            <a:avLst/>
          </a:prstGeom>
        </p:spPr>
      </p:pic>
      <p:pic>
        <p:nvPicPr>
          <p:cNvPr id="79" name="Graphic 78" descr="Smart Phone with solid fill">
            <a:extLst>
              <a:ext uri="{FF2B5EF4-FFF2-40B4-BE49-F238E27FC236}">
                <a16:creationId xmlns:a16="http://schemas.microsoft.com/office/drawing/2014/main" id="{847B54F1-A1F9-5EB6-E1E6-F99885F5C50F}"/>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466829" y="2036525"/>
            <a:ext cx="573582" cy="573582"/>
          </a:xfrm>
          <a:prstGeom prst="rect">
            <a:avLst/>
          </a:prstGeom>
        </p:spPr>
      </p:pic>
      <p:pic>
        <p:nvPicPr>
          <p:cNvPr id="84" name="Graphic 83" descr="Email outline">
            <a:extLst>
              <a:ext uri="{FF2B5EF4-FFF2-40B4-BE49-F238E27FC236}">
                <a16:creationId xmlns:a16="http://schemas.microsoft.com/office/drawing/2014/main" id="{A90B9991-F639-894B-C5E1-73F6487915EC}"/>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268442" y="1997618"/>
            <a:ext cx="573582" cy="573582"/>
          </a:xfrm>
          <a:prstGeom prst="rect">
            <a:avLst/>
          </a:prstGeom>
        </p:spPr>
      </p:pic>
      <p:sp>
        <p:nvSpPr>
          <p:cNvPr id="85" name="TextBox 84">
            <a:extLst>
              <a:ext uri="{FF2B5EF4-FFF2-40B4-BE49-F238E27FC236}">
                <a16:creationId xmlns:a16="http://schemas.microsoft.com/office/drawing/2014/main" id="{1C8786A5-0AA5-D224-2B22-3898DD831FD4}"/>
              </a:ext>
            </a:extLst>
          </p:cNvPr>
          <p:cNvSpPr txBox="1"/>
          <p:nvPr/>
        </p:nvSpPr>
        <p:spPr>
          <a:xfrm>
            <a:off x="10918682" y="2434537"/>
            <a:ext cx="914400"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ノジマストア</a:t>
            </a:r>
          </a:p>
        </p:txBody>
      </p:sp>
      <p:sp>
        <p:nvSpPr>
          <p:cNvPr id="89" name="Arrow: Right 88">
            <a:extLst>
              <a:ext uri="{FF2B5EF4-FFF2-40B4-BE49-F238E27FC236}">
                <a16:creationId xmlns:a16="http://schemas.microsoft.com/office/drawing/2014/main" id="{CB9452A0-8131-F9B4-E0E8-9C47BE2FFE98}"/>
              </a:ext>
            </a:extLst>
          </p:cNvPr>
          <p:cNvSpPr/>
          <p:nvPr/>
        </p:nvSpPr>
        <p:spPr>
          <a:xfrm>
            <a:off x="9161555" y="3970647"/>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90" name="TextBox 89">
            <a:extLst>
              <a:ext uri="{FF2B5EF4-FFF2-40B4-BE49-F238E27FC236}">
                <a16:creationId xmlns:a16="http://schemas.microsoft.com/office/drawing/2014/main" id="{9A14882C-FCDF-EDE2-435E-FFB448DBB700}"/>
              </a:ext>
            </a:extLst>
          </p:cNvPr>
          <p:cNvSpPr txBox="1"/>
          <p:nvPr/>
        </p:nvSpPr>
        <p:spPr>
          <a:xfrm>
            <a:off x="9501792" y="5436899"/>
            <a:ext cx="221740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担当者が決定します。担当者は、モバイル、メール、またはSNSを通じて、パーソナライズされたメッセージとクーポンを配信します。</a:t>
            </a:r>
          </a:p>
        </p:txBody>
      </p:sp>
      <p:sp>
        <p:nvSpPr>
          <p:cNvPr id="91" name="TextBox 90">
            <a:extLst>
              <a:ext uri="{FF2B5EF4-FFF2-40B4-BE49-F238E27FC236}">
                <a16:creationId xmlns:a16="http://schemas.microsoft.com/office/drawing/2014/main" id="{EF83C3F2-C18F-FF1F-468E-CCA8525567C6}"/>
              </a:ext>
            </a:extLst>
          </p:cNvPr>
          <p:cNvSpPr txBox="1"/>
          <p:nvPr/>
        </p:nvSpPr>
        <p:spPr>
          <a:xfrm>
            <a:off x="2358887" y="6537739"/>
            <a:ext cx="67339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1" i="1"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mn-cs"/>
              </a:rPr>
              <a:t>* これは初期段階の図解であり、UXとインタラクションが確定次第、アドバイザリで修正されます。</a:t>
            </a:r>
          </a:p>
        </p:txBody>
      </p:sp>
      <p:pic>
        <p:nvPicPr>
          <p:cNvPr id="2050" name="Picture 2">
            <a:extLst>
              <a:ext uri="{FF2B5EF4-FFF2-40B4-BE49-F238E27FC236}">
                <a16:creationId xmlns:a16="http://schemas.microsoft.com/office/drawing/2014/main" id="{D4B94263-73D4-D1BF-E924-DF530A229B18}"/>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1057423" y="1787599"/>
            <a:ext cx="440447" cy="173426"/>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D8AD84C1-5DC2-40EF-C082-BAC725401054}"/>
              </a:ext>
            </a:extLst>
          </p:cNvPr>
          <p:cNvPicPr>
            <a:picLocks noChangeAspect="1"/>
          </p:cNvPicPr>
          <p:nvPr/>
        </p:nvPicPr>
        <p:blipFill>
          <a:blip r:embed="rId30"/>
          <a:stretch>
            <a:fillRect/>
          </a:stretch>
        </p:blipFill>
        <p:spPr>
          <a:xfrm>
            <a:off x="10049214" y="3160646"/>
            <a:ext cx="1008209" cy="1883133"/>
          </a:xfrm>
          <a:prstGeom prst="rect">
            <a:avLst/>
          </a:prstGeom>
        </p:spPr>
      </p:pic>
      <p:sp>
        <p:nvSpPr>
          <p:cNvPr id="9" name="Speech Bubble: Rectangle with Corners Rounded 8">
            <a:extLst>
              <a:ext uri="{FF2B5EF4-FFF2-40B4-BE49-F238E27FC236}">
                <a16:creationId xmlns:a16="http://schemas.microsoft.com/office/drawing/2014/main" id="{3F367198-3F3E-86A6-09BB-E19252DE18E5}"/>
              </a:ext>
            </a:extLst>
          </p:cNvPr>
          <p:cNvSpPr/>
          <p:nvPr/>
        </p:nvSpPr>
        <p:spPr>
          <a:xfrm>
            <a:off x="1446270" y="2349088"/>
            <a:ext cx="1360321" cy="638048"/>
          </a:xfrm>
          <a:prstGeom prst="wedgeRoundRectCallout">
            <a:avLst>
              <a:gd name="adj1" fmla="val -64816"/>
              <a:gd name="adj2" fmla="val -1853"/>
              <a:gd name="adj3" fmla="val 16667"/>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関連質問： </a:t>
            </a: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「週末に開催する『ニューライフ』プロモーションイベントの半径5km以内で、テレビ代替番組の候補として最も高い評価を得ている番組をリストアップしてください。」</a:t>
            </a:r>
          </a:p>
        </p:txBody>
      </p:sp>
      <p:sp>
        <p:nvSpPr>
          <p:cNvPr id="11" name="Speech Bubble: Rectangle with Corners Rounded 10">
            <a:extLst>
              <a:ext uri="{FF2B5EF4-FFF2-40B4-BE49-F238E27FC236}">
                <a16:creationId xmlns:a16="http://schemas.microsoft.com/office/drawing/2014/main" id="{13B476E4-3264-D516-A15B-432DF3FD9DC0}"/>
              </a:ext>
            </a:extLst>
          </p:cNvPr>
          <p:cNvSpPr/>
          <p:nvPr/>
        </p:nvSpPr>
        <p:spPr>
          <a:xfrm>
            <a:off x="1447987" y="3077817"/>
            <a:ext cx="1450441" cy="638048"/>
          </a:xfrm>
          <a:prstGeom prst="wedgeRoundRectCallout">
            <a:avLst>
              <a:gd name="adj1" fmla="val -64144"/>
              <a:gd name="adj2" fmla="val -46996"/>
              <a:gd name="adj3" fmla="val 16667"/>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担当者への質問： </a:t>
            </a: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 [店舗名]支店の近隣で、5年以上前にHEPAフィルター非搭載の空気清浄機を購入し、花粉の多い地域に住んでいる顧客を表示してください。 」</a:t>
            </a:r>
          </a:p>
        </p:txBody>
      </p:sp>
    </p:spTree>
    <p:extLst>
      <p:ext uri="{BB962C8B-B14F-4D97-AF65-F5344CB8AC3E}">
        <p14:creationId xmlns:p14="http://schemas.microsoft.com/office/powerpoint/2010/main" val="77672061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Shape 2"/>
          <p:cNvSpPr/>
          <p:nvPr/>
        </p:nvSpPr>
        <p:spPr>
          <a:xfrm>
            <a:off x="256032" y="164592"/>
            <a:ext cx="1097280" cy="365760"/>
          </a:xfrm>
          <a:prstGeom prst="roundRect">
            <a:avLst>
              <a:gd name="adj" fmla="val 15000"/>
            </a:avLst>
          </a:prstGeom>
          <a:solidFill>
            <a:schemeClr val="accent1"/>
          </a:solidFill>
          <a:ln w="10160">
            <a:no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 name="Text 3"/>
          <p:cNvSpPr/>
          <p:nvPr/>
        </p:nvSpPr>
        <p:spPr>
          <a:xfrm>
            <a:off x="256032" y="164592"/>
            <a:ext cx="10972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1000" b="1"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ユースケース2a</a:t>
            </a:r>
            <a:endParaRPr kumimoji="0" lang="en-US" sz="10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 name="Text 4"/>
          <p:cNvSpPr/>
          <p:nvPr/>
        </p:nvSpPr>
        <p:spPr>
          <a:xfrm>
            <a:off x="1426464" y="164592"/>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2000" b="1"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商品チームからの問い合わせ、正確性確認、顧客への通知</a:t>
            </a:r>
            <a:endParaRPr kumimoji="0" lang="en-US" sz="20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 name="Text 5"/>
          <p:cNvSpPr/>
          <p:nvPr/>
        </p:nvSpPr>
        <p:spPr>
          <a:xfrm>
            <a:off x="256032" y="566928"/>
            <a:ext cx="117043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105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MDは日本語で質問することでターゲット顧客を見つけ出し、多層的な精度ゲートでリストを検証した後、予約を含むパーソナライズされた通知を送信します。</a:t>
            </a:r>
            <a:endParaRPr kumimoji="0" lang="en-US" sz="10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 name="Shape 6"/>
          <p:cNvSpPr/>
          <p:nvPr/>
        </p:nvSpPr>
        <p:spPr>
          <a:xfrm>
            <a:off x="256032" y="859536"/>
            <a:ext cx="11704320"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 name="Shape 7"/>
          <p:cNvSpPr/>
          <p:nvPr/>
        </p:nvSpPr>
        <p:spPr>
          <a:xfrm>
            <a:off x="256032" y="969264"/>
            <a:ext cx="2688336" cy="2962656"/>
          </a:xfrm>
          <a:prstGeom prst="roundRect">
            <a:avLst>
              <a:gd name="adj" fmla="val 3401"/>
            </a:avLst>
          </a:prstGeom>
          <a:solidFill>
            <a:schemeClr val="bg2">
              <a:lumMod val="20000"/>
              <a:lumOff val="80000"/>
            </a:schemeClr>
          </a:solidFill>
          <a:ln w="10160">
            <a:solidFill>
              <a:schemeClr val="bg2"/>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 name="Shape 8"/>
          <p:cNvSpPr/>
          <p:nvPr/>
        </p:nvSpPr>
        <p:spPr>
          <a:xfrm>
            <a:off x="256032" y="969264"/>
            <a:ext cx="2688336" cy="310896"/>
          </a:xfrm>
          <a:prstGeom prst="rect">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 name="Text 10"/>
          <p:cNvSpPr/>
          <p:nvPr/>
        </p:nvSpPr>
        <p:spPr>
          <a:xfrm>
            <a:off x="347472" y="1033272"/>
            <a:ext cx="1828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①</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 name="Text 11"/>
          <p:cNvSpPr/>
          <p:nvPr/>
        </p:nvSpPr>
        <p:spPr>
          <a:xfrm>
            <a:off x="603504" y="969264"/>
            <a:ext cx="2267712"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日本語で質問する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4" name="Text 12"/>
          <p:cNvSpPr/>
          <p:nvPr/>
        </p:nvSpPr>
        <p:spPr>
          <a:xfrm>
            <a:off x="365760" y="1335024"/>
            <a:ext cx="2340512" cy="1975104"/>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MDチームの種類を平易な日本語で説明</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ja" altLang="ja-JP"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例： </a:t>
            </a:r>
            <a:r>
              <a:rPr kumimoji="0" lang="ja" altLang="en-US"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 </a:t>
            </a:r>
            <a:r>
              <a:rPr kumimoji="0" lang="ja" altLang="ja-JP"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10</a:t>
            </a:r>
            <a:r>
              <a:rPr kumimoji="0" lang="ja" altLang="en-US"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年以上前に冷蔵庫を購入したお客様で、 </a:t>
            </a:r>
            <a:r>
              <a:rPr kumimoji="0" lang="ja" altLang="ja-JP"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AI</a:t>
            </a:r>
            <a:r>
              <a:rPr kumimoji="0" lang="ja" altLang="en-US"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省エネ設定・自動除菌機能のない方をリストアップして」</a:t>
            </a:r>
            <a:endParaRPr kumimoji="0" lang="en-US"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プロンプトテンプレートは入力をガイドします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高精度な結果を保証するための安全柵が設置されています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データやコーディングのスキルは不要です。</a:t>
            </a:r>
            <a:endParaRPr kumimoji="0" lang="en-US"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mn-cs"/>
            </a:endParaRPr>
          </a:p>
        </p:txBody>
      </p:sp>
      <p:grpSp>
        <p:nvGrpSpPr>
          <p:cNvPr id="29" name="Group 28">
            <a:extLst>
              <a:ext uri="{FF2B5EF4-FFF2-40B4-BE49-F238E27FC236}">
                <a16:creationId xmlns:a16="http://schemas.microsoft.com/office/drawing/2014/main" id="{1167B4AF-687E-30A2-068F-21223A065315}"/>
              </a:ext>
            </a:extLst>
          </p:cNvPr>
          <p:cNvGrpSpPr/>
          <p:nvPr/>
        </p:nvGrpSpPr>
        <p:grpSpPr>
          <a:xfrm>
            <a:off x="3194443" y="962643"/>
            <a:ext cx="2688336" cy="2962656"/>
            <a:chOff x="3090672" y="969264"/>
            <a:chExt cx="2688336" cy="2962656"/>
          </a:xfrm>
        </p:grpSpPr>
        <p:sp>
          <p:nvSpPr>
            <p:cNvPr id="21" name="Shape 19"/>
            <p:cNvSpPr/>
            <p:nvPr/>
          </p:nvSpPr>
          <p:spPr>
            <a:xfrm>
              <a:off x="3090672" y="969264"/>
              <a:ext cx="2688336" cy="2962656"/>
            </a:xfrm>
            <a:prstGeom prst="roundRect">
              <a:avLst>
                <a:gd name="adj" fmla="val 3401"/>
              </a:avLst>
            </a:prstGeom>
            <a:solidFill>
              <a:srgbClr val="FFF0E6"/>
            </a:solidFill>
            <a:ln w="10160">
              <a:solidFill>
                <a:srgbClr val="FF6600"/>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2" name="Shape 20"/>
            <p:cNvSpPr/>
            <p:nvPr/>
          </p:nvSpPr>
          <p:spPr>
            <a:xfrm>
              <a:off x="3090672" y="969264"/>
              <a:ext cx="2688336" cy="310896"/>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4" name="Text 22"/>
            <p:cNvSpPr/>
            <p:nvPr/>
          </p:nvSpPr>
          <p:spPr>
            <a:xfrm>
              <a:off x="3182112" y="1033272"/>
              <a:ext cx="1828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②</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5" name="Text 23"/>
            <p:cNvSpPr/>
            <p:nvPr/>
          </p:nvSpPr>
          <p:spPr>
            <a:xfrm>
              <a:off x="3438144" y="969264"/>
              <a:ext cx="2267712"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顧客リストが生成されました</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6" name="Text 24"/>
            <p:cNvSpPr/>
            <p:nvPr/>
          </p:nvSpPr>
          <p:spPr>
            <a:xfrm>
              <a:off x="3200400" y="1335024"/>
              <a:ext cx="2267712" cy="1069848"/>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買い替えスコアでランキング</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行ごとに後継製品が表示されます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デバイスの経過年数と機能のギャップが表示されています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セグメントのサイズとプロファイルが表示されます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精度ゲートは自動的に実行されます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顧客通知リストはMDに表示されます。</a:t>
              </a:r>
            </a:p>
          </p:txBody>
        </p:sp>
      </p:grpSp>
      <p:grpSp>
        <p:nvGrpSpPr>
          <p:cNvPr id="28" name="Group 27">
            <a:extLst>
              <a:ext uri="{FF2B5EF4-FFF2-40B4-BE49-F238E27FC236}">
                <a16:creationId xmlns:a16="http://schemas.microsoft.com/office/drawing/2014/main" id="{37948341-269F-E13F-F518-D36987286ADC}"/>
              </a:ext>
            </a:extLst>
          </p:cNvPr>
          <p:cNvGrpSpPr/>
          <p:nvPr/>
        </p:nvGrpSpPr>
        <p:grpSpPr>
          <a:xfrm>
            <a:off x="6157099" y="969264"/>
            <a:ext cx="2688336" cy="2962656"/>
            <a:chOff x="5925312" y="969264"/>
            <a:chExt cx="2688336" cy="2962656"/>
          </a:xfrm>
        </p:grpSpPr>
        <p:sp>
          <p:nvSpPr>
            <p:cNvPr id="31" name="Shape 29"/>
            <p:cNvSpPr/>
            <p:nvPr/>
          </p:nvSpPr>
          <p:spPr>
            <a:xfrm>
              <a:off x="5925312" y="2450592"/>
              <a:ext cx="146304" cy="9144"/>
            </a:xfrm>
            <a:prstGeom prst="line">
              <a:avLst/>
            </a:prstGeom>
            <a:noFill/>
            <a:ln w="25400">
              <a:solidFill>
                <a:srgbClr val="FF6600"/>
              </a:solidFill>
              <a:prstDash val="solid"/>
              <a:headEnd type="none"/>
              <a:tailEnd type="arrow"/>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2" name="Shape 30"/>
            <p:cNvSpPr/>
            <p:nvPr/>
          </p:nvSpPr>
          <p:spPr>
            <a:xfrm>
              <a:off x="5925312" y="969264"/>
              <a:ext cx="2688336" cy="2962656"/>
            </a:xfrm>
            <a:prstGeom prst="roundRect">
              <a:avLst>
                <a:gd name="adj" fmla="val 3401"/>
              </a:avLst>
            </a:prstGeom>
            <a:solidFill>
              <a:schemeClr val="accent2">
                <a:lumMod val="20000"/>
                <a:lumOff val="80000"/>
              </a:schemeClr>
            </a:solidFill>
            <a:ln w="10160">
              <a:solidFill>
                <a:srgbClr val="4442E3"/>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3" name="Shape 31"/>
            <p:cNvSpPr/>
            <p:nvPr/>
          </p:nvSpPr>
          <p:spPr>
            <a:xfrm>
              <a:off x="5925312" y="969264"/>
              <a:ext cx="2688336" cy="310896"/>
            </a:xfrm>
            <a:prstGeom prst="rect">
              <a:avLst/>
            </a:prstGeom>
            <a:solidFill>
              <a:srgbClr val="4442E3"/>
            </a:solidFill>
            <a:ln w="12700">
              <a:solidFill>
                <a:srgbClr val="4442E3"/>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5" name="Text 33"/>
            <p:cNvSpPr/>
            <p:nvPr/>
          </p:nvSpPr>
          <p:spPr>
            <a:xfrm>
              <a:off x="6016752" y="1033272"/>
              <a:ext cx="1828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③</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6" name="Text 34"/>
            <p:cNvSpPr/>
            <p:nvPr/>
          </p:nvSpPr>
          <p:spPr>
            <a:xfrm>
              <a:off x="6272784" y="969264"/>
              <a:ext cx="2267712"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精度ゲート（多層構造）</a:t>
              </a:r>
              <a:endParaRPr kumimoji="0" lang="en-US" sz="9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7" name="Text 35"/>
            <p:cNvSpPr/>
            <p:nvPr/>
          </p:nvSpPr>
          <p:spPr>
            <a:xfrm>
              <a:off x="6035040" y="1353312"/>
              <a:ext cx="2505456"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レイヤー1 — 購入確認</a:t>
              </a:r>
              <a:endParaRPr kumimoji="0" lang="en-US" sz="900" b="0"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sp>
          <p:nvSpPr>
            <p:cNvPr id="41" name="Text 39"/>
            <p:cNvSpPr/>
            <p:nvPr/>
          </p:nvSpPr>
          <p:spPr>
            <a:xfrm>
              <a:off x="6035040" y="1556056"/>
              <a:ext cx="2505456" cy="638504"/>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SQLクロスチェック：顧客が対象製品を購入したことを確認します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SKUと顧客IDで一致するレコード</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所有権の推定なし - 確認済み</a:t>
              </a:r>
              <a:endParaRPr kumimoji="0" lang="en-US"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sp>
          <p:nvSpPr>
            <p:cNvPr id="42" name="Shape 40"/>
            <p:cNvSpPr/>
            <p:nvPr/>
          </p:nvSpPr>
          <p:spPr>
            <a:xfrm>
              <a:off x="6035040" y="2304288"/>
              <a:ext cx="2468880" cy="0"/>
            </a:xfrm>
            <a:prstGeom prst="line">
              <a:avLst/>
            </a:prstGeom>
            <a:noFill/>
            <a:ln w="635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3" name="Text 41"/>
            <p:cNvSpPr/>
            <p:nvPr/>
          </p:nvSpPr>
          <p:spPr>
            <a:xfrm>
              <a:off x="6035040" y="2359152"/>
              <a:ext cx="2505456"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レイヤー2 - 交換品の確認</a:t>
              </a:r>
              <a:endParaRPr kumimoji="0" lang="en-US" sz="900" b="0"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sp>
          <p:nvSpPr>
            <p:cNvPr id="44" name="Text 42"/>
            <p:cNvSpPr/>
            <p:nvPr/>
          </p:nvSpPr>
          <p:spPr>
            <a:xfrm>
              <a:off x="6035040" y="2560320"/>
              <a:ext cx="2505456" cy="469392"/>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お客様は推奨される後継機種をまだ所有していません</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重複したおすすめを防ぎます</a:t>
              </a:r>
              <a:endParaRPr kumimoji="0" lang="en-US" sz="900" b="0"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sp>
          <p:nvSpPr>
            <p:cNvPr id="47" name="Shape 45"/>
            <p:cNvSpPr/>
            <p:nvPr/>
          </p:nvSpPr>
          <p:spPr>
            <a:xfrm>
              <a:off x="6035040" y="3066288"/>
              <a:ext cx="2468880" cy="0"/>
            </a:xfrm>
            <a:prstGeom prst="line">
              <a:avLst/>
            </a:prstGeom>
            <a:noFill/>
            <a:ln w="635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8" name="Text 46"/>
            <p:cNvSpPr/>
            <p:nvPr/>
          </p:nvSpPr>
          <p:spPr>
            <a:xfrm>
              <a:off x="6035040" y="3176016"/>
              <a:ext cx="2505456"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レイヤー3 — 人間によるレビュー</a:t>
              </a:r>
              <a:endParaRPr kumimoji="0" lang="en-US"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sp>
          <p:nvSpPr>
            <p:cNvPr id="49" name="Text 47"/>
            <p:cNvSpPr/>
            <p:nvPr/>
          </p:nvSpPr>
          <p:spPr>
            <a:xfrm>
              <a:off x="6035040" y="3377184"/>
              <a:ext cx="2505456" cy="329184"/>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MDチームはキャンペーン開始を承認する前に、セグメントの規模とプロファイルをレビューします。</a:t>
              </a:r>
              <a:endParaRPr kumimoji="0" lang="en-US"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grpSp>
      <p:grpSp>
        <p:nvGrpSpPr>
          <p:cNvPr id="19" name="Group 18">
            <a:extLst>
              <a:ext uri="{FF2B5EF4-FFF2-40B4-BE49-F238E27FC236}">
                <a16:creationId xmlns:a16="http://schemas.microsoft.com/office/drawing/2014/main" id="{0DAB5F60-0280-F68F-099C-A5F0ECFFD1D3}"/>
              </a:ext>
            </a:extLst>
          </p:cNvPr>
          <p:cNvGrpSpPr/>
          <p:nvPr/>
        </p:nvGrpSpPr>
        <p:grpSpPr>
          <a:xfrm>
            <a:off x="9125712" y="969264"/>
            <a:ext cx="2688336" cy="2962656"/>
            <a:chOff x="8759952" y="969264"/>
            <a:chExt cx="2688336" cy="2962656"/>
          </a:xfrm>
        </p:grpSpPr>
        <p:sp>
          <p:nvSpPr>
            <p:cNvPr id="51" name="Shape 49"/>
            <p:cNvSpPr/>
            <p:nvPr/>
          </p:nvSpPr>
          <p:spPr>
            <a:xfrm>
              <a:off x="8759952" y="969264"/>
              <a:ext cx="2688336" cy="2962656"/>
            </a:xfrm>
            <a:prstGeom prst="roundRect">
              <a:avLst>
                <a:gd name="adj" fmla="val 3401"/>
              </a:avLst>
            </a:prstGeom>
            <a:solidFill>
              <a:srgbClr val="E6F2FB"/>
            </a:solidFill>
            <a:ln w="10160">
              <a:solidFill>
                <a:srgbClr val="007AC2"/>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2" name="Shape 50"/>
            <p:cNvSpPr/>
            <p:nvPr/>
          </p:nvSpPr>
          <p:spPr>
            <a:xfrm>
              <a:off x="8759952" y="969264"/>
              <a:ext cx="2688336" cy="310896"/>
            </a:xfrm>
            <a:prstGeom prst="rect">
              <a:avLst/>
            </a:prstGeom>
            <a:solidFill>
              <a:srgbClr val="007AC2"/>
            </a:solidFill>
            <a:ln w="12700">
              <a:solidFill>
                <a:srgbClr val="007AC2"/>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4" name="Text 52"/>
            <p:cNvSpPr/>
            <p:nvPr/>
          </p:nvSpPr>
          <p:spPr>
            <a:xfrm>
              <a:off x="8851392" y="1033272"/>
              <a:ext cx="1828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④</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5" name="Text 53"/>
            <p:cNvSpPr/>
            <p:nvPr/>
          </p:nvSpPr>
          <p:spPr>
            <a:xfrm>
              <a:off x="9107424" y="969264"/>
              <a:ext cx="2267712"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通知送信＋予約</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6" name="Text 54"/>
            <p:cNvSpPr/>
            <p:nvPr/>
          </p:nvSpPr>
          <p:spPr>
            <a:xfrm>
              <a:off x="8869680" y="1335024"/>
              <a:ext cx="2340512" cy="1785366"/>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07AC2"/>
                  </a:solidFill>
                  <a:effectLst/>
                  <a:uLnTx/>
                  <a:uFillTx/>
                  <a:latin typeface="Yu Gothic" panose="020B0400000000000000" pitchFamily="34" charset="-128"/>
                  <a:ea typeface="Yu Gothic" panose="020B0400000000000000" pitchFamily="34" charset="-128"/>
                  <a:cs typeface="Calibri" pitchFamily="34" charset="-120"/>
                </a:rPr>
                <a:t>MDチームが通知テンプレートを作成</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07AC2"/>
                  </a:solidFill>
                  <a:effectLst/>
                  <a:uLnTx/>
                  <a:uFillTx/>
                  <a:latin typeface="Yu Gothic" panose="020B0400000000000000" pitchFamily="34" charset="-128"/>
                  <a:ea typeface="Yu Gothic" panose="020B0400000000000000" pitchFamily="34" charset="-128"/>
                  <a:cs typeface="Calibri" pitchFamily="34" charset="-120"/>
                </a:rPr>
                <a:t>AIがセグメントに基づいて文言を提案します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07AC2"/>
                  </a:solidFill>
                  <a:effectLst/>
                  <a:uLnTx/>
                  <a:uFillTx/>
                  <a:latin typeface="Yu Gothic" panose="020B0400000000000000" pitchFamily="34" charset="-128"/>
                  <a:ea typeface="Yu Gothic" panose="020B0400000000000000" pitchFamily="34" charset="-128"/>
                  <a:cs typeface="Calibri" pitchFamily="34" charset="-120"/>
                </a:rPr>
                <a:t>野島アプリ、メール、またはSNS経由で一斉通知として送信されます。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07AC2"/>
                  </a:solidFill>
                  <a:effectLst/>
                  <a:uLnTx/>
                  <a:uFillTx/>
                  <a:latin typeface="Yu Gothic" panose="020B0400000000000000" pitchFamily="34" charset="-128"/>
                  <a:ea typeface="Yu Gothic" panose="020B0400000000000000" pitchFamily="34" charset="-128"/>
                  <a:cs typeface="Calibri" pitchFamily="34" charset="-120"/>
                </a:rPr>
                <a:t>会員クーポンがメッセージに含まれています。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07AC2"/>
                  </a:solidFill>
                  <a:effectLst/>
                  <a:uLnTx/>
                  <a:uFillTx/>
                  <a:latin typeface="Yu Gothic" panose="020B0400000000000000" pitchFamily="34" charset="-128"/>
                  <a:ea typeface="Yu Gothic" panose="020B0400000000000000" pitchFamily="34" charset="-128"/>
                  <a:cs typeface="Calibri" pitchFamily="34" charset="-120"/>
                </a:rPr>
                <a:t>予約リンクを添付しました</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07AC2"/>
                  </a:solidFill>
                  <a:effectLst/>
                  <a:uLnTx/>
                  <a:uFillTx/>
                  <a:latin typeface="Yu Gothic" panose="020B0400000000000000" pitchFamily="34" charset="-128"/>
                  <a:ea typeface="Yu Gothic" panose="020B0400000000000000" pitchFamily="34" charset="-128"/>
                  <a:cs typeface="Calibri" pitchFamily="34" charset="-120"/>
                </a:rPr>
                <a:t>販売担当者名が特定されている</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07AC2"/>
                  </a:solidFill>
                  <a:effectLst/>
                  <a:uLnTx/>
                  <a:uFillTx/>
                  <a:latin typeface="Yu Gothic" panose="020B0400000000000000" pitchFamily="34" charset="-128"/>
                  <a:ea typeface="Yu Gothic" panose="020B0400000000000000" pitchFamily="34" charset="-128"/>
                  <a:cs typeface="Calibri" pitchFamily="34" charset="-120"/>
                </a:rPr>
                <a:t>販売担当者が予約通知と顧客の購入履歴の概要を受け取る</a:t>
              </a:r>
              <a:endParaRPr kumimoji="0" lang="en-US" sz="900" b="0" i="0" u="none" strike="noStrike" kern="1200" cap="none" spc="0" normalizeH="0" baseline="0" noProof="0" dirty="0">
                <a:ln>
                  <a:noFill/>
                </a:ln>
                <a:solidFill>
                  <a:srgbClr val="007AC2"/>
                </a:solidFill>
                <a:effectLst/>
                <a:uLnTx/>
                <a:uFillTx/>
                <a:latin typeface="Yu Gothic" panose="020B0400000000000000" pitchFamily="34" charset="-128"/>
                <a:ea typeface="Yu Gothic" panose="020B0400000000000000" pitchFamily="34" charset="-128"/>
                <a:cs typeface="+mn-cs"/>
              </a:endParaRPr>
            </a:p>
          </p:txBody>
        </p:sp>
      </p:grpSp>
      <p:sp>
        <p:nvSpPr>
          <p:cNvPr id="64" name="Shape 62"/>
          <p:cNvSpPr/>
          <p:nvPr/>
        </p:nvSpPr>
        <p:spPr>
          <a:xfrm>
            <a:off x="256032" y="4059936"/>
            <a:ext cx="11558016" cy="603504"/>
          </a:xfrm>
          <a:prstGeom prst="rect">
            <a:avLst/>
          </a:prstGeom>
          <a:solidFill>
            <a:schemeClr val="accent5"/>
          </a:solidFill>
          <a:ln w="12700">
            <a:solidFill>
              <a:schemeClr val="accent6"/>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5" name="Text 63"/>
          <p:cNvSpPr/>
          <p:nvPr/>
        </p:nvSpPr>
        <p:spPr>
          <a:xfrm>
            <a:off x="347472" y="4059936"/>
            <a:ext cx="13716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精度ゲート</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6" name="Text 64"/>
          <p:cNvSpPr/>
          <p:nvPr/>
        </p:nvSpPr>
        <p:spPr>
          <a:xfrm>
            <a:off x="1792224" y="4059936"/>
            <a:ext cx="100584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1000" b="0"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担当者がリストを見る前に、3つの独立したチェックが実行されます。SQLによる購入確認（実際に購入したか？）、後継機種の所有権確認（既に新モデルを所有しているか？）、そして最終的な担当者による確認です。これにより、野島氏が想定する最悪のシナリオ、つまり、所有したことのない製品について顧客が来店するという事態を防ぐことができます。</a:t>
            </a:r>
            <a:endParaRPr kumimoji="0" lang="en-US" sz="1000" b="0"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grpSp>
        <p:nvGrpSpPr>
          <p:cNvPr id="81" name="Group 80">
            <a:extLst>
              <a:ext uri="{FF2B5EF4-FFF2-40B4-BE49-F238E27FC236}">
                <a16:creationId xmlns:a16="http://schemas.microsoft.com/office/drawing/2014/main" id="{8EA2D5E2-CC9C-76D5-8D23-7F0C0513B1C5}"/>
              </a:ext>
            </a:extLst>
          </p:cNvPr>
          <p:cNvGrpSpPr/>
          <p:nvPr/>
        </p:nvGrpSpPr>
        <p:grpSpPr>
          <a:xfrm>
            <a:off x="256032" y="4791456"/>
            <a:ext cx="3767328" cy="932688"/>
            <a:chOff x="256032" y="4791456"/>
            <a:chExt cx="3767328" cy="932688"/>
          </a:xfrm>
          <a:solidFill>
            <a:schemeClr val="tx2"/>
          </a:solidFill>
        </p:grpSpPr>
        <p:sp>
          <p:nvSpPr>
            <p:cNvPr id="67" name="Shape 65"/>
            <p:cNvSpPr/>
            <p:nvPr/>
          </p:nvSpPr>
          <p:spPr>
            <a:xfrm>
              <a:off x="256032" y="4791456"/>
              <a:ext cx="3767328" cy="932688"/>
            </a:xfrm>
            <a:prstGeom prst="roundRect">
              <a:avLst>
                <a:gd name="adj" fmla="val 7843"/>
              </a:avLst>
            </a:prstGeom>
            <a:grpFill/>
            <a:ln w="10160">
              <a:solidFill>
                <a:schemeClr val="tx2">
                  <a:lumMod val="75000"/>
                </a:schemeClr>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8" name="Shape 66"/>
            <p:cNvSpPr/>
            <p:nvPr/>
          </p:nvSpPr>
          <p:spPr>
            <a:xfrm>
              <a:off x="256032" y="4791456"/>
              <a:ext cx="3767328" cy="256032"/>
            </a:xfrm>
            <a:prstGeom prst="rect">
              <a:avLst/>
            </a:prstGeom>
            <a:solidFill>
              <a:schemeClr val="tx2">
                <a:lumMod val="75000"/>
              </a:schemeClr>
            </a:solidFill>
            <a:ln w="12700">
              <a:solidFill>
                <a:schemeClr val="tx2">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
        <p:nvSpPr>
          <p:cNvPr id="69" name="Text 67"/>
          <p:cNvSpPr/>
          <p:nvPr/>
        </p:nvSpPr>
        <p:spPr>
          <a:xfrm>
            <a:off x="347472" y="4791456"/>
            <a:ext cx="362102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 出力: 検証済み顧客セグメント</a:t>
            </a:r>
            <a:endParaRPr kumimoji="0" lang="en-US" sz="9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0" name="Text 68"/>
          <p:cNvSpPr/>
          <p:nvPr/>
        </p:nvSpPr>
        <p:spPr>
          <a:xfrm>
            <a:off x="347472" y="5084064"/>
            <a:ext cx="3602736" cy="58521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対象製品の購入者のみが対象です。SQL検証済み、後継者確認済み。送信前にMDによるレビューが行われます。</a:t>
            </a:r>
            <a:endParaRPr kumimoji="0" lang="en-US"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mn-cs"/>
            </a:endParaRPr>
          </a:p>
        </p:txBody>
      </p:sp>
      <p:grpSp>
        <p:nvGrpSpPr>
          <p:cNvPr id="82" name="Group 81">
            <a:extLst>
              <a:ext uri="{FF2B5EF4-FFF2-40B4-BE49-F238E27FC236}">
                <a16:creationId xmlns:a16="http://schemas.microsoft.com/office/drawing/2014/main" id="{3BBEF1B6-909B-C51E-8BFE-7C0AA1860C6B}"/>
              </a:ext>
            </a:extLst>
          </p:cNvPr>
          <p:cNvGrpSpPr/>
          <p:nvPr/>
        </p:nvGrpSpPr>
        <p:grpSpPr>
          <a:xfrm>
            <a:off x="4151376" y="4791456"/>
            <a:ext cx="3767328" cy="932688"/>
            <a:chOff x="4151376" y="4791456"/>
            <a:chExt cx="3767328" cy="932688"/>
          </a:xfrm>
          <a:solidFill>
            <a:schemeClr val="tx2"/>
          </a:solidFill>
        </p:grpSpPr>
        <p:sp>
          <p:nvSpPr>
            <p:cNvPr id="71" name="Shape 69"/>
            <p:cNvSpPr/>
            <p:nvPr/>
          </p:nvSpPr>
          <p:spPr>
            <a:xfrm>
              <a:off x="4151376" y="4791456"/>
              <a:ext cx="3767328" cy="932688"/>
            </a:xfrm>
            <a:prstGeom prst="roundRect">
              <a:avLst>
                <a:gd name="adj" fmla="val 7843"/>
              </a:avLst>
            </a:prstGeom>
            <a:grpFill/>
            <a:ln w="10160">
              <a:solidFill>
                <a:schemeClr val="tx2">
                  <a:lumMod val="75000"/>
                </a:schemeClr>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2" name="Shape 70"/>
            <p:cNvSpPr/>
            <p:nvPr/>
          </p:nvSpPr>
          <p:spPr>
            <a:xfrm>
              <a:off x="4151376" y="4791456"/>
              <a:ext cx="3767328" cy="256032"/>
            </a:xfrm>
            <a:prstGeom prst="rect">
              <a:avLst/>
            </a:prstGeom>
            <a:solidFill>
              <a:schemeClr val="tx2">
                <a:lumMod val="75000"/>
              </a:schemeClr>
            </a:solidFill>
            <a:ln w="12700">
              <a:solidFill>
                <a:schemeClr val="tx2">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
        <p:nvSpPr>
          <p:cNvPr id="73" name="Text 71"/>
          <p:cNvSpPr/>
          <p:nvPr/>
        </p:nvSpPr>
        <p:spPr>
          <a:xfrm>
            <a:off x="4242816" y="4791456"/>
            <a:ext cx="362102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 出力: クーポン付きの一括通知</a:t>
            </a:r>
            <a:endParaRPr kumimoji="0" lang="en-US" sz="9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4" name="Text 72"/>
          <p:cNvSpPr/>
          <p:nvPr/>
        </p:nvSpPr>
        <p:spPr>
          <a:xfrm>
            <a:off x="4242816" y="5084064"/>
            <a:ext cx="3602736" cy="58521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通知テンプレートは、野島アプリまたはSNSを通じて対象者全員に送信されます。会員クーポンと予約リンクが含まれています。</a:t>
            </a:r>
            <a:endParaRPr kumimoji="0" lang="en-US"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mn-cs"/>
            </a:endParaRPr>
          </a:p>
        </p:txBody>
      </p:sp>
      <p:grpSp>
        <p:nvGrpSpPr>
          <p:cNvPr id="83" name="Group 82">
            <a:extLst>
              <a:ext uri="{FF2B5EF4-FFF2-40B4-BE49-F238E27FC236}">
                <a16:creationId xmlns:a16="http://schemas.microsoft.com/office/drawing/2014/main" id="{876DFED2-BB38-2A83-BCA6-92D3053DB0F1}"/>
              </a:ext>
            </a:extLst>
          </p:cNvPr>
          <p:cNvGrpSpPr/>
          <p:nvPr/>
        </p:nvGrpSpPr>
        <p:grpSpPr>
          <a:xfrm>
            <a:off x="8046720" y="4791456"/>
            <a:ext cx="3767328" cy="932688"/>
            <a:chOff x="8046720" y="4791456"/>
            <a:chExt cx="3767328" cy="932688"/>
          </a:xfrm>
          <a:solidFill>
            <a:schemeClr val="tx2"/>
          </a:solidFill>
        </p:grpSpPr>
        <p:sp>
          <p:nvSpPr>
            <p:cNvPr id="75" name="Shape 73"/>
            <p:cNvSpPr/>
            <p:nvPr/>
          </p:nvSpPr>
          <p:spPr>
            <a:xfrm>
              <a:off x="8046720" y="4791456"/>
              <a:ext cx="3767328" cy="932688"/>
            </a:xfrm>
            <a:prstGeom prst="roundRect">
              <a:avLst>
                <a:gd name="adj" fmla="val 7843"/>
              </a:avLst>
            </a:prstGeom>
            <a:grpFill/>
            <a:ln w="10160">
              <a:solidFill>
                <a:schemeClr val="tx2">
                  <a:lumMod val="75000"/>
                </a:schemeClr>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6" name="Shape 74"/>
            <p:cNvSpPr/>
            <p:nvPr/>
          </p:nvSpPr>
          <p:spPr>
            <a:xfrm>
              <a:off x="8046720" y="4791456"/>
              <a:ext cx="3767328" cy="256032"/>
            </a:xfrm>
            <a:prstGeom prst="rect">
              <a:avLst/>
            </a:prstGeom>
            <a:solidFill>
              <a:schemeClr val="tx2">
                <a:lumMod val="75000"/>
              </a:schemeClr>
            </a:solidFill>
            <a:ln w="12700">
              <a:solidFill>
                <a:schemeClr val="tx2">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
        <p:nvSpPr>
          <p:cNvPr id="77" name="Text 75"/>
          <p:cNvSpPr/>
          <p:nvPr/>
        </p:nvSpPr>
        <p:spPr>
          <a:xfrm>
            <a:off x="8138160" y="4791456"/>
            <a:ext cx="362102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 出力: 予約アラートを関連付ける</a:t>
            </a:r>
            <a:endParaRPr kumimoji="0" lang="en-US" sz="9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8" name="Text 76"/>
          <p:cNvSpPr/>
          <p:nvPr/>
        </p:nvSpPr>
        <p:spPr>
          <a:xfrm>
            <a:off x="8138160" y="5084064"/>
            <a:ext cx="3602736" cy="58521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顧客が予約を入れると、店員は顧客の購入履歴の概要が事前に読み込まれたアラートを受け取り、店内での準備に役立てます。</a:t>
            </a:r>
            <a:endParaRPr kumimoji="0" lang="en-US" sz="900" b="0" i="0" u="none" strike="noStrike" kern="1200" cap="none" spc="0" normalizeH="0" baseline="0" noProof="0" dirty="0">
              <a:ln>
                <a:noFill/>
              </a:ln>
              <a:solidFill>
                <a:srgbClr val="484F6B"/>
              </a:solidFill>
              <a:effectLst/>
              <a:uLnTx/>
              <a:uFillTx/>
              <a:latin typeface="Yu Gothic" panose="020B0400000000000000" pitchFamily="34" charset="-128"/>
              <a:ea typeface="Yu Gothic" panose="020B0400000000000000" pitchFamily="34" charset="-128"/>
              <a:cs typeface="+mn-cs"/>
            </a:endParaRPr>
          </a:p>
        </p:txBody>
      </p:sp>
      <p:sp>
        <p:nvSpPr>
          <p:cNvPr id="80" name="Text 78"/>
          <p:cNvSpPr/>
          <p:nvPr/>
        </p:nvSpPr>
        <p:spPr>
          <a:xfrm>
            <a:off x="11795760" y="6620256"/>
            <a:ext cx="329184"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ja" sz="9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2/3</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Tree>
  </p:cSld>
  <p:clrMapOvr>
    <a:overrideClrMapping bg1="lt1" tx1="dk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256032" y="164592"/>
            <a:ext cx="1097280" cy="365760"/>
          </a:xfrm>
          <a:prstGeom prst="roundRect">
            <a:avLst>
              <a:gd name="adj" fmla="val 15000"/>
            </a:avLst>
          </a:prstGeom>
          <a:solidFill>
            <a:schemeClr val="accent1"/>
          </a:solidFill>
          <a:ln w="10160">
            <a:no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 name="Text 3"/>
          <p:cNvSpPr/>
          <p:nvPr/>
        </p:nvSpPr>
        <p:spPr>
          <a:xfrm>
            <a:off x="256032" y="164592"/>
            <a:ext cx="10972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1000" b="1"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ユースケース2b</a:t>
            </a:r>
            <a:endParaRPr kumimoji="0" lang="en-US" sz="10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 name="Text 4"/>
          <p:cNvSpPr/>
          <p:nvPr/>
        </p:nvSpPr>
        <p:spPr>
          <a:xfrm>
            <a:off x="1426464" y="164592"/>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20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関連する問い合わせ、正確性ゲート、および顧客への通知</a:t>
            </a: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 name="Text 5"/>
          <p:cNvSpPr/>
          <p:nvPr/>
        </p:nvSpPr>
        <p:spPr>
          <a:xfrm>
            <a:off x="256032" y="566928"/>
            <a:ext cx="117043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105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担当者は日本語で質問することでターゲット顧客を見つけ出し、多層的な精度チェックによってリストが検証された後、予約を含むパーソナライズされた通知が送信されます。</a:t>
            </a:r>
            <a:endParaRPr kumimoji="0" lang="en-US" sz="10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 name="Shape 6"/>
          <p:cNvSpPr/>
          <p:nvPr/>
        </p:nvSpPr>
        <p:spPr>
          <a:xfrm>
            <a:off x="256032" y="859536"/>
            <a:ext cx="11704320"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 name="Shape 7"/>
          <p:cNvSpPr/>
          <p:nvPr/>
        </p:nvSpPr>
        <p:spPr>
          <a:xfrm>
            <a:off x="256032" y="969264"/>
            <a:ext cx="2688336" cy="2962656"/>
          </a:xfrm>
          <a:prstGeom prst="roundRect">
            <a:avLst>
              <a:gd name="adj" fmla="val 3401"/>
            </a:avLst>
          </a:prstGeom>
          <a:solidFill>
            <a:schemeClr val="bg2">
              <a:lumMod val="20000"/>
              <a:lumOff val="80000"/>
            </a:schemeClr>
          </a:solidFill>
          <a:ln w="10160">
            <a:solidFill>
              <a:schemeClr val="bg2"/>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 name="Shape 8"/>
          <p:cNvSpPr/>
          <p:nvPr/>
        </p:nvSpPr>
        <p:spPr>
          <a:xfrm>
            <a:off x="256032" y="969264"/>
            <a:ext cx="2688336" cy="310896"/>
          </a:xfrm>
          <a:prstGeom prst="rect">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 name="Text 10"/>
          <p:cNvSpPr/>
          <p:nvPr/>
        </p:nvSpPr>
        <p:spPr>
          <a:xfrm>
            <a:off x="347472" y="1033272"/>
            <a:ext cx="1828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①</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 name="Text 11"/>
          <p:cNvSpPr/>
          <p:nvPr/>
        </p:nvSpPr>
        <p:spPr>
          <a:xfrm>
            <a:off x="603504" y="969264"/>
            <a:ext cx="2267712"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日本語で質問する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4" name="Text 12"/>
          <p:cNvSpPr/>
          <p:nvPr/>
        </p:nvSpPr>
        <p:spPr>
          <a:xfrm>
            <a:off x="365760" y="1335024"/>
            <a:ext cx="2340512" cy="1225296"/>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平易な日本語での関連タイプ</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例：「自分が担当したお客様で8年以上前にテレビを購入した方を買い替え特典順に30人」</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プロンプトテンプレートは入力をガイドします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データやコーディングのスキルは不要です。</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nvGrpSpPr>
          <p:cNvPr id="29" name="Group 28">
            <a:extLst>
              <a:ext uri="{FF2B5EF4-FFF2-40B4-BE49-F238E27FC236}">
                <a16:creationId xmlns:a16="http://schemas.microsoft.com/office/drawing/2014/main" id="{1167B4AF-687E-30A2-068F-21223A065315}"/>
              </a:ext>
            </a:extLst>
          </p:cNvPr>
          <p:cNvGrpSpPr/>
          <p:nvPr/>
        </p:nvGrpSpPr>
        <p:grpSpPr>
          <a:xfrm>
            <a:off x="3194443" y="962643"/>
            <a:ext cx="2688336" cy="2962656"/>
            <a:chOff x="3090672" y="969264"/>
            <a:chExt cx="2688336" cy="2962656"/>
          </a:xfrm>
        </p:grpSpPr>
        <p:sp>
          <p:nvSpPr>
            <p:cNvPr id="21" name="Shape 19"/>
            <p:cNvSpPr/>
            <p:nvPr/>
          </p:nvSpPr>
          <p:spPr>
            <a:xfrm>
              <a:off x="3090672" y="969264"/>
              <a:ext cx="2688336" cy="2962656"/>
            </a:xfrm>
            <a:prstGeom prst="roundRect">
              <a:avLst>
                <a:gd name="adj" fmla="val 3401"/>
              </a:avLst>
            </a:prstGeom>
            <a:solidFill>
              <a:srgbClr val="FFF0E6"/>
            </a:solidFill>
            <a:ln w="10160">
              <a:solidFill>
                <a:srgbClr val="FF6600"/>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2" name="Shape 20"/>
            <p:cNvSpPr/>
            <p:nvPr/>
          </p:nvSpPr>
          <p:spPr>
            <a:xfrm>
              <a:off x="3090672" y="969264"/>
              <a:ext cx="2688336" cy="310896"/>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4" name="Text 22"/>
            <p:cNvSpPr/>
            <p:nvPr/>
          </p:nvSpPr>
          <p:spPr>
            <a:xfrm>
              <a:off x="3182112" y="1033272"/>
              <a:ext cx="1828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②</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5" name="Text 23"/>
            <p:cNvSpPr/>
            <p:nvPr/>
          </p:nvSpPr>
          <p:spPr>
            <a:xfrm>
              <a:off x="3438144" y="969264"/>
              <a:ext cx="2267712"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顧客リストが生成されました</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6" name="Text 24"/>
            <p:cNvSpPr/>
            <p:nvPr/>
          </p:nvSpPr>
          <p:spPr>
            <a:xfrm>
              <a:off x="3200400" y="1335024"/>
              <a:ext cx="2267712" cy="1069848"/>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買い替えスコアでランキング</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行ごとに後継製品が表示されます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デバイスの経過年数と機能のギャップが表示されています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正確性ゲートは、関連付けのためにリストが表示される前に自動的に実行されます</a:t>
              </a:r>
            </a:p>
          </p:txBody>
        </p:sp>
      </p:grpSp>
      <p:grpSp>
        <p:nvGrpSpPr>
          <p:cNvPr id="28" name="Group 27">
            <a:extLst>
              <a:ext uri="{FF2B5EF4-FFF2-40B4-BE49-F238E27FC236}">
                <a16:creationId xmlns:a16="http://schemas.microsoft.com/office/drawing/2014/main" id="{37948341-269F-E13F-F518-D36987286ADC}"/>
              </a:ext>
            </a:extLst>
          </p:cNvPr>
          <p:cNvGrpSpPr/>
          <p:nvPr/>
        </p:nvGrpSpPr>
        <p:grpSpPr>
          <a:xfrm>
            <a:off x="6157099" y="969264"/>
            <a:ext cx="2688336" cy="2962656"/>
            <a:chOff x="5925312" y="969264"/>
            <a:chExt cx="2688336" cy="2962656"/>
          </a:xfrm>
        </p:grpSpPr>
        <p:sp>
          <p:nvSpPr>
            <p:cNvPr id="31" name="Shape 29"/>
            <p:cNvSpPr/>
            <p:nvPr/>
          </p:nvSpPr>
          <p:spPr>
            <a:xfrm>
              <a:off x="5925312" y="2450592"/>
              <a:ext cx="146304" cy="9144"/>
            </a:xfrm>
            <a:prstGeom prst="line">
              <a:avLst/>
            </a:prstGeom>
            <a:noFill/>
            <a:ln w="25400">
              <a:solidFill>
                <a:srgbClr val="FF6600"/>
              </a:solidFill>
              <a:prstDash val="solid"/>
              <a:headEnd type="none"/>
              <a:tailEnd type="arrow"/>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2" name="Shape 30"/>
            <p:cNvSpPr/>
            <p:nvPr/>
          </p:nvSpPr>
          <p:spPr>
            <a:xfrm>
              <a:off x="5925312" y="969264"/>
              <a:ext cx="2688336" cy="2962656"/>
            </a:xfrm>
            <a:prstGeom prst="roundRect">
              <a:avLst>
                <a:gd name="adj" fmla="val 3401"/>
              </a:avLst>
            </a:prstGeom>
            <a:solidFill>
              <a:schemeClr val="accent2">
                <a:lumMod val="20000"/>
                <a:lumOff val="80000"/>
              </a:schemeClr>
            </a:solidFill>
            <a:ln w="10160">
              <a:solidFill>
                <a:srgbClr val="4442E3"/>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3" name="Shape 31"/>
            <p:cNvSpPr/>
            <p:nvPr/>
          </p:nvSpPr>
          <p:spPr>
            <a:xfrm>
              <a:off x="5925312" y="969264"/>
              <a:ext cx="2688336" cy="310896"/>
            </a:xfrm>
            <a:prstGeom prst="rect">
              <a:avLst/>
            </a:prstGeom>
            <a:solidFill>
              <a:srgbClr val="4442E3"/>
            </a:solidFill>
            <a:ln w="12700">
              <a:solidFill>
                <a:srgbClr val="4442E3"/>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5" name="Text 33"/>
            <p:cNvSpPr/>
            <p:nvPr/>
          </p:nvSpPr>
          <p:spPr>
            <a:xfrm>
              <a:off x="6016752" y="1033272"/>
              <a:ext cx="1828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③</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6" name="Text 34"/>
            <p:cNvSpPr/>
            <p:nvPr/>
          </p:nvSpPr>
          <p:spPr>
            <a:xfrm>
              <a:off x="6272784" y="969264"/>
              <a:ext cx="2267712"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精度ゲート（多層構造）</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7" name="Text 35"/>
            <p:cNvSpPr/>
            <p:nvPr/>
          </p:nvSpPr>
          <p:spPr>
            <a:xfrm>
              <a:off x="6035040" y="1353312"/>
              <a:ext cx="2505456"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レイヤー1 — 購入確認</a:t>
              </a:r>
              <a:endParaRPr kumimoji="0" lang="en-US"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sp>
          <p:nvSpPr>
            <p:cNvPr id="41" name="Text 39"/>
            <p:cNvSpPr/>
            <p:nvPr/>
          </p:nvSpPr>
          <p:spPr>
            <a:xfrm>
              <a:off x="6035040" y="1556056"/>
              <a:ext cx="2505456" cy="638504"/>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SQLクロスチェック：顧客が対象製品を購入したことを確認します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SKUと顧客IDで一致するレコード</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所有権の推定なし - 確認済み</a:t>
              </a:r>
              <a:endParaRPr kumimoji="0" lang="en-US" sz="900" b="0"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sp>
          <p:nvSpPr>
            <p:cNvPr id="42" name="Shape 40"/>
            <p:cNvSpPr/>
            <p:nvPr/>
          </p:nvSpPr>
          <p:spPr>
            <a:xfrm>
              <a:off x="6035040" y="2304288"/>
              <a:ext cx="2468880" cy="0"/>
            </a:xfrm>
            <a:prstGeom prst="line">
              <a:avLst/>
            </a:prstGeom>
            <a:noFill/>
            <a:ln w="635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3" name="Text 41"/>
            <p:cNvSpPr/>
            <p:nvPr/>
          </p:nvSpPr>
          <p:spPr>
            <a:xfrm>
              <a:off x="6035040" y="2359152"/>
              <a:ext cx="2505456"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レイヤー2 - 交換品の確認</a:t>
              </a:r>
              <a:endParaRPr kumimoji="0" lang="en-US" sz="900" b="0"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sp>
          <p:nvSpPr>
            <p:cNvPr id="44" name="Text 42"/>
            <p:cNvSpPr/>
            <p:nvPr/>
          </p:nvSpPr>
          <p:spPr>
            <a:xfrm>
              <a:off x="6035040" y="2560320"/>
              <a:ext cx="2505456" cy="469392"/>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お客様は推奨される後継機種をまだ所有していません</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重複したおすすめを防ぎます</a:t>
              </a:r>
              <a:endParaRPr kumimoji="0" lang="en-US"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sp>
          <p:nvSpPr>
            <p:cNvPr id="47" name="Shape 45"/>
            <p:cNvSpPr/>
            <p:nvPr/>
          </p:nvSpPr>
          <p:spPr>
            <a:xfrm>
              <a:off x="6035040" y="3066288"/>
              <a:ext cx="2468880" cy="0"/>
            </a:xfrm>
            <a:prstGeom prst="line">
              <a:avLst/>
            </a:prstGeom>
            <a:noFill/>
            <a:ln w="635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8" name="Text 46"/>
            <p:cNvSpPr/>
            <p:nvPr/>
          </p:nvSpPr>
          <p:spPr>
            <a:xfrm>
              <a:off x="6035040" y="3176016"/>
              <a:ext cx="2505456"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レイヤー3 — アソシエイトレビュー</a:t>
              </a:r>
              <a:endParaRPr kumimoji="0" lang="en-US" sz="900" b="0" i="0" u="none" strike="noStrike" kern="1200" cap="none" spc="0" normalizeH="0" baseline="0" noProof="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sp>
          <p:nvSpPr>
            <p:cNvPr id="49" name="Text 47"/>
            <p:cNvSpPr/>
            <p:nvPr/>
          </p:nvSpPr>
          <p:spPr>
            <a:xfrm>
              <a:off x="6035040" y="3377184"/>
              <a:ext cx="2505456" cy="329184"/>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担当者はフィルタリングされたリストを確認し、送信前に顧客を削除できます</a:t>
              </a:r>
              <a:endParaRPr kumimoji="0" lang="en-US"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grpSp>
      <p:grpSp>
        <p:nvGrpSpPr>
          <p:cNvPr id="19" name="Group 18">
            <a:extLst>
              <a:ext uri="{FF2B5EF4-FFF2-40B4-BE49-F238E27FC236}">
                <a16:creationId xmlns:a16="http://schemas.microsoft.com/office/drawing/2014/main" id="{0DAB5F60-0280-F68F-099C-A5F0ECFFD1D3}"/>
              </a:ext>
            </a:extLst>
          </p:cNvPr>
          <p:cNvGrpSpPr/>
          <p:nvPr/>
        </p:nvGrpSpPr>
        <p:grpSpPr>
          <a:xfrm>
            <a:off x="9125712" y="969264"/>
            <a:ext cx="2688336" cy="2962656"/>
            <a:chOff x="8759952" y="969264"/>
            <a:chExt cx="2688336" cy="2962656"/>
          </a:xfrm>
        </p:grpSpPr>
        <p:sp>
          <p:nvSpPr>
            <p:cNvPr id="51" name="Shape 49"/>
            <p:cNvSpPr/>
            <p:nvPr/>
          </p:nvSpPr>
          <p:spPr>
            <a:xfrm>
              <a:off x="8759952" y="969264"/>
              <a:ext cx="2688336" cy="2962656"/>
            </a:xfrm>
            <a:prstGeom prst="roundRect">
              <a:avLst>
                <a:gd name="adj" fmla="val 3401"/>
              </a:avLst>
            </a:prstGeom>
            <a:solidFill>
              <a:srgbClr val="E6F2FB"/>
            </a:solidFill>
            <a:ln w="10160">
              <a:solidFill>
                <a:srgbClr val="007AC2"/>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2" name="Shape 50"/>
            <p:cNvSpPr/>
            <p:nvPr/>
          </p:nvSpPr>
          <p:spPr>
            <a:xfrm>
              <a:off x="8759952" y="969264"/>
              <a:ext cx="2688336" cy="310896"/>
            </a:xfrm>
            <a:prstGeom prst="rect">
              <a:avLst/>
            </a:prstGeom>
            <a:solidFill>
              <a:srgbClr val="007AC2"/>
            </a:solidFill>
            <a:ln w="12700">
              <a:solidFill>
                <a:srgbClr val="007AC2"/>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4" name="Text 52"/>
            <p:cNvSpPr/>
            <p:nvPr/>
          </p:nvSpPr>
          <p:spPr>
            <a:xfrm>
              <a:off x="8851392" y="1033272"/>
              <a:ext cx="1828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④</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5" name="Text 53"/>
            <p:cNvSpPr/>
            <p:nvPr/>
          </p:nvSpPr>
          <p:spPr>
            <a:xfrm>
              <a:off x="9107424" y="969264"/>
              <a:ext cx="2267712"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通知送信＋予約</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6" name="Text 54"/>
            <p:cNvSpPr/>
            <p:nvPr/>
          </p:nvSpPr>
          <p:spPr>
            <a:xfrm>
              <a:off x="8869680" y="1335024"/>
              <a:ext cx="2340512" cy="1785366"/>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AIが顧客名、デバイス、関連情報を使用してパーソナライズされたメッセージを作成します</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野島アプリ、メール、またはSNS経由で送信</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会員クーポン付き</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予約リンクを添付しました</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販売担当者名が特定されている</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販売担当者が予約アラートと顧客履歴の概要を受け取る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
        <p:nvSpPr>
          <p:cNvPr id="64" name="Shape 62"/>
          <p:cNvSpPr/>
          <p:nvPr/>
        </p:nvSpPr>
        <p:spPr>
          <a:xfrm>
            <a:off x="256032" y="4059936"/>
            <a:ext cx="11558016" cy="603504"/>
          </a:xfrm>
          <a:prstGeom prst="rect">
            <a:avLst/>
          </a:prstGeom>
          <a:solidFill>
            <a:schemeClr val="accent5"/>
          </a:solidFill>
          <a:ln w="12700">
            <a:solidFill>
              <a:schemeClr val="accent6"/>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5" name="Text 63"/>
          <p:cNvSpPr/>
          <p:nvPr/>
        </p:nvSpPr>
        <p:spPr>
          <a:xfrm>
            <a:off x="347472" y="4059936"/>
            <a:ext cx="13716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精度ゲート</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6" name="Text 64"/>
          <p:cNvSpPr/>
          <p:nvPr/>
        </p:nvSpPr>
        <p:spPr>
          <a:xfrm>
            <a:off x="1792224" y="4059936"/>
            <a:ext cx="100584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担当者がリストを見る前に、3つの独立したチェックが実行されます。SQLによる購入確認（実際に購入したか？）、後継機種の所有権確認（既に新モデルを所有しているか？）、そして最終的な担当者による確認です。これにより、野島氏が想定する最悪のシナリオ、つまり、所有したことのない製品について顧客が来店するという事態を防ぐことができます。</a:t>
            </a:r>
            <a:endParaRPr kumimoji="0" lang="en-US" sz="9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grpSp>
        <p:nvGrpSpPr>
          <p:cNvPr id="81" name="Group 80">
            <a:extLst>
              <a:ext uri="{FF2B5EF4-FFF2-40B4-BE49-F238E27FC236}">
                <a16:creationId xmlns:a16="http://schemas.microsoft.com/office/drawing/2014/main" id="{8EA2D5E2-CC9C-76D5-8D23-7F0C0513B1C5}"/>
              </a:ext>
            </a:extLst>
          </p:cNvPr>
          <p:cNvGrpSpPr/>
          <p:nvPr/>
        </p:nvGrpSpPr>
        <p:grpSpPr>
          <a:xfrm>
            <a:off x="256032" y="4791456"/>
            <a:ext cx="3767328" cy="932688"/>
            <a:chOff x="256032" y="4791456"/>
            <a:chExt cx="3767328" cy="932688"/>
          </a:xfrm>
          <a:solidFill>
            <a:schemeClr val="tx2"/>
          </a:solidFill>
        </p:grpSpPr>
        <p:sp>
          <p:nvSpPr>
            <p:cNvPr id="67" name="Shape 65"/>
            <p:cNvSpPr/>
            <p:nvPr/>
          </p:nvSpPr>
          <p:spPr>
            <a:xfrm>
              <a:off x="256032" y="4791456"/>
              <a:ext cx="3767328" cy="932688"/>
            </a:xfrm>
            <a:prstGeom prst="roundRect">
              <a:avLst>
                <a:gd name="adj" fmla="val 7843"/>
              </a:avLst>
            </a:prstGeom>
            <a:grpFill/>
            <a:ln w="10160">
              <a:solidFill>
                <a:schemeClr val="tx2">
                  <a:lumMod val="75000"/>
                </a:schemeClr>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8" name="Shape 66"/>
            <p:cNvSpPr/>
            <p:nvPr/>
          </p:nvSpPr>
          <p:spPr>
            <a:xfrm>
              <a:off x="256032" y="4791456"/>
              <a:ext cx="3767328" cy="256032"/>
            </a:xfrm>
            <a:prstGeom prst="rect">
              <a:avLst/>
            </a:prstGeom>
            <a:solidFill>
              <a:schemeClr val="tx2">
                <a:lumMod val="75000"/>
              </a:schemeClr>
            </a:solidFill>
            <a:ln w="12700">
              <a:solidFill>
                <a:schemeClr val="tx2">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
        <p:nvSpPr>
          <p:cNvPr id="69" name="Text 67"/>
          <p:cNvSpPr/>
          <p:nvPr/>
        </p:nvSpPr>
        <p:spPr>
          <a:xfrm>
            <a:off x="347472" y="4791456"/>
            <a:ext cx="362102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 出力: 検証済み顧客リスト</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0" name="Text 68"/>
          <p:cNvSpPr/>
          <p:nvPr/>
        </p:nvSpPr>
        <p:spPr>
          <a:xfrm>
            <a:off x="347472" y="5084064"/>
            <a:ext cx="3602736" cy="58521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対象製品の購入者として確認済みのユーザーのみ（SQL検証済み、後継者チェック済み）。送信前に担当者によるレビューを実施。</a:t>
            </a:r>
            <a:endParaRPr kumimoji="0" lang="en-US"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mn-cs"/>
            </a:endParaRPr>
          </a:p>
        </p:txBody>
      </p:sp>
      <p:grpSp>
        <p:nvGrpSpPr>
          <p:cNvPr id="82" name="Group 81">
            <a:extLst>
              <a:ext uri="{FF2B5EF4-FFF2-40B4-BE49-F238E27FC236}">
                <a16:creationId xmlns:a16="http://schemas.microsoft.com/office/drawing/2014/main" id="{3BBEF1B6-909B-C51E-8BFE-7C0AA1860C6B}"/>
              </a:ext>
            </a:extLst>
          </p:cNvPr>
          <p:cNvGrpSpPr/>
          <p:nvPr/>
        </p:nvGrpSpPr>
        <p:grpSpPr>
          <a:xfrm>
            <a:off x="4151376" y="4791456"/>
            <a:ext cx="3767328" cy="932688"/>
            <a:chOff x="4151376" y="4791456"/>
            <a:chExt cx="3767328" cy="932688"/>
          </a:xfrm>
          <a:solidFill>
            <a:schemeClr val="tx2"/>
          </a:solidFill>
        </p:grpSpPr>
        <p:sp>
          <p:nvSpPr>
            <p:cNvPr id="71" name="Shape 69"/>
            <p:cNvSpPr/>
            <p:nvPr/>
          </p:nvSpPr>
          <p:spPr>
            <a:xfrm>
              <a:off x="4151376" y="4791456"/>
              <a:ext cx="3767328" cy="932688"/>
            </a:xfrm>
            <a:prstGeom prst="roundRect">
              <a:avLst>
                <a:gd name="adj" fmla="val 7843"/>
              </a:avLst>
            </a:prstGeom>
            <a:grpFill/>
            <a:ln w="10160">
              <a:solidFill>
                <a:schemeClr val="tx2">
                  <a:lumMod val="75000"/>
                </a:schemeClr>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2" name="Shape 70"/>
            <p:cNvSpPr/>
            <p:nvPr/>
          </p:nvSpPr>
          <p:spPr>
            <a:xfrm>
              <a:off x="4151376" y="4791456"/>
              <a:ext cx="3767328" cy="256032"/>
            </a:xfrm>
            <a:prstGeom prst="rect">
              <a:avLst/>
            </a:prstGeom>
            <a:solidFill>
              <a:schemeClr val="tx2">
                <a:lumMod val="75000"/>
              </a:schemeClr>
            </a:solidFill>
            <a:ln w="12700">
              <a:solidFill>
                <a:schemeClr val="tx2">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
        <p:nvSpPr>
          <p:cNvPr id="73" name="Text 71"/>
          <p:cNvSpPr/>
          <p:nvPr/>
        </p:nvSpPr>
        <p:spPr>
          <a:xfrm>
            <a:off x="4242816" y="4791456"/>
            <a:ext cx="362102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 出力: パーソナライズされた通知</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4" name="Text 72"/>
          <p:cNvSpPr/>
          <p:nvPr/>
        </p:nvSpPr>
        <p:spPr>
          <a:xfrm>
            <a:off x="4242816" y="5084064"/>
            <a:ext cx="3602736" cy="58521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顧客のデバイス、担当者名、クーポン、予約リンクを含むAI作成メッセージ。NojimaアプリまたはSNS経由で送信されます。</a:t>
            </a:r>
            <a:endParaRPr kumimoji="0" lang="en-US"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mn-cs"/>
            </a:endParaRPr>
          </a:p>
        </p:txBody>
      </p:sp>
      <p:grpSp>
        <p:nvGrpSpPr>
          <p:cNvPr id="83" name="Group 82">
            <a:extLst>
              <a:ext uri="{FF2B5EF4-FFF2-40B4-BE49-F238E27FC236}">
                <a16:creationId xmlns:a16="http://schemas.microsoft.com/office/drawing/2014/main" id="{876DFED2-BB38-2A83-BCA6-92D3053DB0F1}"/>
              </a:ext>
            </a:extLst>
          </p:cNvPr>
          <p:cNvGrpSpPr/>
          <p:nvPr/>
        </p:nvGrpSpPr>
        <p:grpSpPr>
          <a:xfrm>
            <a:off x="8046720" y="4791456"/>
            <a:ext cx="3767328" cy="932688"/>
            <a:chOff x="8046720" y="4791456"/>
            <a:chExt cx="3767328" cy="932688"/>
          </a:xfrm>
          <a:solidFill>
            <a:schemeClr val="tx2"/>
          </a:solidFill>
        </p:grpSpPr>
        <p:sp>
          <p:nvSpPr>
            <p:cNvPr id="75" name="Shape 73"/>
            <p:cNvSpPr/>
            <p:nvPr/>
          </p:nvSpPr>
          <p:spPr>
            <a:xfrm>
              <a:off x="8046720" y="4791456"/>
              <a:ext cx="3767328" cy="932688"/>
            </a:xfrm>
            <a:prstGeom prst="roundRect">
              <a:avLst>
                <a:gd name="adj" fmla="val 7843"/>
              </a:avLst>
            </a:prstGeom>
            <a:grpFill/>
            <a:ln w="10160">
              <a:solidFill>
                <a:schemeClr val="tx2">
                  <a:lumMod val="75000"/>
                </a:schemeClr>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6" name="Shape 74"/>
            <p:cNvSpPr/>
            <p:nvPr/>
          </p:nvSpPr>
          <p:spPr>
            <a:xfrm>
              <a:off x="8046720" y="4791456"/>
              <a:ext cx="3767328" cy="256032"/>
            </a:xfrm>
            <a:prstGeom prst="rect">
              <a:avLst/>
            </a:prstGeom>
            <a:solidFill>
              <a:schemeClr val="tx2">
                <a:lumMod val="75000"/>
              </a:schemeClr>
            </a:solidFill>
            <a:ln w="12700">
              <a:solidFill>
                <a:schemeClr val="tx2">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
        <p:nvSpPr>
          <p:cNvPr id="77" name="Text 75"/>
          <p:cNvSpPr/>
          <p:nvPr/>
        </p:nvSpPr>
        <p:spPr>
          <a:xfrm>
            <a:off x="8138160" y="4791456"/>
            <a:ext cx="362102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 出力: 店舗での予約</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8" name="Text 76"/>
          <p:cNvSpPr/>
          <p:nvPr/>
        </p:nvSpPr>
        <p:spPr>
          <a:xfrm>
            <a:off x="8138160" y="5084064"/>
            <a:ext cx="3602736" cy="58521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ja"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顧客は担当者と時間帯を選択します。担当者には、顧客履歴の概要が事前に読み込まれたアラートが送信されます。</a:t>
            </a:r>
            <a:endParaRPr kumimoji="0" lang="en-US"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mn-cs"/>
            </a:endParaRPr>
          </a:p>
        </p:txBody>
      </p:sp>
      <p:sp>
        <p:nvSpPr>
          <p:cNvPr id="80" name="Text 78"/>
          <p:cNvSpPr/>
          <p:nvPr/>
        </p:nvSpPr>
        <p:spPr>
          <a:xfrm>
            <a:off x="11795760" y="6620256"/>
            <a:ext cx="329184"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ja" sz="9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2/3</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7F6DA-9D55-0FD3-7F9C-ACC4996D0A02}"/>
            </a:ext>
          </a:extLst>
        </p:cNvPr>
        <p:cNvGrpSpPr/>
        <p:nvPr/>
      </p:nvGrpSpPr>
      <p:grpSpPr>
        <a:xfrm>
          <a:off x="0" y="0"/>
          <a:ext cx="0" cy="0"/>
          <a:chOff x="0" y="0"/>
          <a:chExt cx="0" cy="0"/>
        </a:xfrm>
      </p:grpSpPr>
      <p:sp>
        <p:nvSpPr>
          <p:cNvPr id="15" name="Oval 14">
            <a:extLst>
              <a:ext uri="{FF2B5EF4-FFF2-40B4-BE49-F238E27FC236}">
                <a16:creationId xmlns:a16="http://schemas.microsoft.com/office/drawing/2014/main" id="{ABD6D1CF-B136-95D9-1F55-E40CE19940DF}"/>
              </a:ext>
            </a:extLst>
          </p:cNvPr>
          <p:cNvSpPr/>
          <p:nvPr/>
        </p:nvSpPr>
        <p:spPr>
          <a:xfrm>
            <a:off x="3346450" y="3584575"/>
            <a:ext cx="67033" cy="702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34" name="Arrow: U-Turn 133">
            <a:extLst>
              <a:ext uri="{FF2B5EF4-FFF2-40B4-BE49-F238E27FC236}">
                <a16:creationId xmlns:a16="http://schemas.microsoft.com/office/drawing/2014/main" id="{2346D16B-ADD1-182C-7C7F-B78D47CDA208}"/>
              </a:ext>
            </a:extLst>
          </p:cNvPr>
          <p:cNvSpPr/>
          <p:nvPr/>
        </p:nvSpPr>
        <p:spPr>
          <a:xfrm rot="10800000">
            <a:off x="2347415" y="5719857"/>
            <a:ext cx="7444852" cy="666304"/>
          </a:xfrm>
          <a:prstGeom prst="uturnArrow">
            <a:avLst>
              <a:gd name="adj1" fmla="val 25000"/>
              <a:gd name="adj2" fmla="val 25000"/>
              <a:gd name="adj3" fmla="val 25000"/>
              <a:gd name="adj4" fmla="val 43750"/>
              <a:gd name="adj5" fmla="val 10000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5" name="Rectangle 94">
            <a:extLst>
              <a:ext uri="{FF2B5EF4-FFF2-40B4-BE49-F238E27FC236}">
                <a16:creationId xmlns:a16="http://schemas.microsoft.com/office/drawing/2014/main" id="{FB682A1D-B2F6-203A-FEC2-F5826A7A53B1}"/>
              </a:ext>
            </a:extLst>
          </p:cNvPr>
          <p:cNvSpPr/>
          <p:nvPr/>
        </p:nvSpPr>
        <p:spPr>
          <a:xfrm>
            <a:off x="9364404" y="1676070"/>
            <a:ext cx="2557670" cy="396193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30" name="Rectangle: Diagonal Corners Rounded 129">
            <a:extLst>
              <a:ext uri="{FF2B5EF4-FFF2-40B4-BE49-F238E27FC236}">
                <a16:creationId xmlns:a16="http://schemas.microsoft.com/office/drawing/2014/main" id="{F4255826-5B30-C71E-AB89-DBD95675D4B4}"/>
              </a:ext>
            </a:extLst>
          </p:cNvPr>
          <p:cNvSpPr/>
          <p:nvPr/>
        </p:nvSpPr>
        <p:spPr>
          <a:xfrm>
            <a:off x="9420091" y="1741067"/>
            <a:ext cx="2449683" cy="2824109"/>
          </a:xfrm>
          <a:prstGeom prst="round2Diag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11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ROIダッシュボード</a:t>
            </a:r>
            <a:r>
              <a:rPr kumimoji="0" lang="ja" sz="8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（すぐに使える分析プラットフォーム）</a:t>
            </a:r>
            <a:endParaRPr kumimoji="0" lang="en-US" sz="11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4" name="Shape 2">
            <a:extLst>
              <a:ext uri="{FF2B5EF4-FFF2-40B4-BE49-F238E27FC236}">
                <a16:creationId xmlns:a16="http://schemas.microsoft.com/office/drawing/2014/main" id="{32EE0A65-DEC9-F3A3-93BE-276505A87698}"/>
              </a:ext>
            </a:extLst>
          </p:cNvPr>
          <p:cNvSpPr/>
          <p:nvPr/>
        </p:nvSpPr>
        <p:spPr>
          <a:xfrm>
            <a:off x="256032" y="164592"/>
            <a:ext cx="1097280" cy="365760"/>
          </a:xfrm>
          <a:prstGeom prst="roundRect">
            <a:avLst>
              <a:gd name="adj" fmla="val 15000"/>
            </a:avLst>
          </a:prstGeom>
          <a:solidFill>
            <a:schemeClr val="accent1"/>
          </a:solidFill>
          <a:ln w="1016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 name="Text 3">
            <a:extLst>
              <a:ext uri="{FF2B5EF4-FFF2-40B4-BE49-F238E27FC236}">
                <a16:creationId xmlns:a16="http://schemas.microsoft.com/office/drawing/2014/main" id="{743046B7-95AE-4AE8-6270-268AB42F6DF7}"/>
              </a:ext>
            </a:extLst>
          </p:cNvPr>
          <p:cNvSpPr/>
          <p:nvPr/>
        </p:nvSpPr>
        <p:spPr>
          <a:xfrm>
            <a:off x="256032" y="164592"/>
            <a:ext cx="10972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10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ユースケース3</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 name="Text 4">
            <a:extLst>
              <a:ext uri="{FF2B5EF4-FFF2-40B4-BE49-F238E27FC236}">
                <a16:creationId xmlns:a16="http://schemas.microsoft.com/office/drawing/2014/main" id="{E2F8A1D6-2C66-122D-B360-49E5373AC809}"/>
              </a:ext>
            </a:extLst>
          </p:cNvPr>
          <p:cNvSpPr/>
          <p:nvPr/>
        </p:nvSpPr>
        <p:spPr>
          <a:xfrm>
            <a:off x="1426464" y="164592"/>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20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クローズドループAIフローとROIエコシステム</a:t>
            </a: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 name="Text 5">
            <a:extLst>
              <a:ext uri="{FF2B5EF4-FFF2-40B4-BE49-F238E27FC236}">
                <a16:creationId xmlns:a16="http://schemas.microsoft.com/office/drawing/2014/main" id="{1C792F74-3B0A-4CB3-AA74-91F7C55172C1}"/>
              </a:ext>
            </a:extLst>
          </p:cNvPr>
          <p:cNvSpPr/>
          <p:nvPr/>
        </p:nvSpPr>
        <p:spPr>
          <a:xfrm>
            <a:off x="256032" y="723880"/>
            <a:ext cx="117043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5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このクローズドループのエコシステムは、利用事例と非利用事例の両方を捉え、AIスコアリングを継続的に改善することで、実際の顧客行動と従業員のパフォーマンスが将来の製品推奨とROIを直接的に最適化することを保証します。</a:t>
            </a:r>
            <a:endParaRPr kumimoji="0" lang="en-US" sz="10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 name="Shape 6">
            <a:extLst>
              <a:ext uri="{FF2B5EF4-FFF2-40B4-BE49-F238E27FC236}">
                <a16:creationId xmlns:a16="http://schemas.microsoft.com/office/drawing/2014/main" id="{41E6703F-56FC-8F05-4B9E-18930CBBA655}"/>
              </a:ext>
            </a:extLst>
          </p:cNvPr>
          <p:cNvSpPr/>
          <p:nvPr/>
        </p:nvSpPr>
        <p:spPr>
          <a:xfrm>
            <a:off x="256032" y="1016488"/>
            <a:ext cx="11704320"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4" name="Text 92">
            <a:extLst>
              <a:ext uri="{FF2B5EF4-FFF2-40B4-BE49-F238E27FC236}">
                <a16:creationId xmlns:a16="http://schemas.microsoft.com/office/drawing/2014/main" id="{C65A735E-2EB3-FC25-8A52-1237292192E5}"/>
              </a:ext>
            </a:extLst>
          </p:cNvPr>
          <p:cNvSpPr/>
          <p:nvPr/>
        </p:nvSpPr>
        <p:spPr>
          <a:xfrm>
            <a:off x="11795760" y="6620256"/>
            <a:ext cx="329184"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3/3</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 name="Rectangle 2">
            <a:extLst>
              <a:ext uri="{FF2B5EF4-FFF2-40B4-BE49-F238E27FC236}">
                <a16:creationId xmlns:a16="http://schemas.microsoft.com/office/drawing/2014/main" id="{D99219D6-6933-BA43-62EE-CC5B3DE89331}"/>
              </a:ext>
            </a:extLst>
          </p:cNvPr>
          <p:cNvSpPr/>
          <p:nvPr/>
        </p:nvSpPr>
        <p:spPr>
          <a:xfrm>
            <a:off x="256032" y="1677356"/>
            <a:ext cx="3295926" cy="396193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1" name="Rectangle: Rounded Corners 10">
            <a:extLst>
              <a:ext uri="{FF2B5EF4-FFF2-40B4-BE49-F238E27FC236}">
                <a16:creationId xmlns:a16="http://schemas.microsoft.com/office/drawing/2014/main" id="{E34708BF-7D03-13AD-0276-BC73985A09BD}"/>
              </a:ext>
            </a:extLst>
          </p:cNvPr>
          <p:cNvSpPr/>
          <p:nvPr/>
        </p:nvSpPr>
        <p:spPr>
          <a:xfrm>
            <a:off x="256032" y="1189151"/>
            <a:ext cx="3295926" cy="435182"/>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1. データ取り込みとエージェントプロセス</a:t>
            </a:r>
          </a:p>
        </p:txBody>
      </p:sp>
      <p:pic>
        <p:nvPicPr>
          <p:cNvPr id="33" name="Picture 32">
            <a:extLst>
              <a:ext uri="{FF2B5EF4-FFF2-40B4-BE49-F238E27FC236}">
                <a16:creationId xmlns:a16="http://schemas.microsoft.com/office/drawing/2014/main" id="{77B6798A-7811-4A69-4F68-7C1915D00CBA}"/>
              </a:ext>
            </a:extLst>
          </p:cNvPr>
          <p:cNvPicPr>
            <a:picLocks noChangeAspect="1"/>
          </p:cNvPicPr>
          <p:nvPr/>
        </p:nvPicPr>
        <p:blipFill>
          <a:blip r:embed="rId3"/>
          <a:stretch>
            <a:fillRect/>
          </a:stretch>
        </p:blipFill>
        <p:spPr>
          <a:xfrm>
            <a:off x="322226" y="2909743"/>
            <a:ext cx="3133059" cy="2050392"/>
          </a:xfrm>
          <a:prstGeom prst="rect">
            <a:avLst/>
          </a:prstGeom>
        </p:spPr>
      </p:pic>
      <p:sp>
        <p:nvSpPr>
          <p:cNvPr id="38" name="Rectangle 37">
            <a:extLst>
              <a:ext uri="{FF2B5EF4-FFF2-40B4-BE49-F238E27FC236}">
                <a16:creationId xmlns:a16="http://schemas.microsoft.com/office/drawing/2014/main" id="{97789D47-9231-7779-0606-DC38DBC312C0}"/>
              </a:ext>
            </a:extLst>
          </p:cNvPr>
          <p:cNvSpPr/>
          <p:nvPr/>
        </p:nvSpPr>
        <p:spPr>
          <a:xfrm>
            <a:off x="3794322" y="1673844"/>
            <a:ext cx="2557670" cy="3961939"/>
          </a:xfrm>
          <a:prstGeom prst="rect">
            <a:avLst/>
          </a:prstGeom>
          <a:solidFill>
            <a:srgbClr val="389394">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39" name="Rectangle: Rounded Corners 38">
            <a:extLst>
              <a:ext uri="{FF2B5EF4-FFF2-40B4-BE49-F238E27FC236}">
                <a16:creationId xmlns:a16="http://schemas.microsoft.com/office/drawing/2014/main" id="{D8378788-EE23-E2EF-B05B-457847C595A7}"/>
              </a:ext>
            </a:extLst>
          </p:cNvPr>
          <p:cNvSpPr/>
          <p:nvPr/>
        </p:nvSpPr>
        <p:spPr>
          <a:xfrm>
            <a:off x="3794322" y="1185639"/>
            <a:ext cx="2557670" cy="435182"/>
          </a:xfrm>
          <a:prstGeom prst="roundRect">
            <a:avLst/>
          </a:prstGeom>
          <a:solidFill>
            <a:srgbClr val="3893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2. 目視確認と判定</a:t>
            </a:r>
          </a:p>
        </p:txBody>
      </p:sp>
      <p:sp>
        <p:nvSpPr>
          <p:cNvPr id="40" name="Rectangle 39">
            <a:extLst>
              <a:ext uri="{FF2B5EF4-FFF2-40B4-BE49-F238E27FC236}">
                <a16:creationId xmlns:a16="http://schemas.microsoft.com/office/drawing/2014/main" id="{3C519BF9-D1FD-5F2D-DBD7-F354EE093FE9}"/>
              </a:ext>
            </a:extLst>
          </p:cNvPr>
          <p:cNvSpPr/>
          <p:nvPr/>
        </p:nvSpPr>
        <p:spPr>
          <a:xfrm>
            <a:off x="6594357" y="1673843"/>
            <a:ext cx="2557670" cy="396193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93" name="Rectangle: Rounded Corners 92">
            <a:extLst>
              <a:ext uri="{FF2B5EF4-FFF2-40B4-BE49-F238E27FC236}">
                <a16:creationId xmlns:a16="http://schemas.microsoft.com/office/drawing/2014/main" id="{641227AD-F6CC-B1C1-AFB2-EC2DD01224EA}"/>
              </a:ext>
            </a:extLst>
          </p:cNvPr>
          <p:cNvSpPr/>
          <p:nvPr/>
        </p:nvSpPr>
        <p:spPr>
          <a:xfrm>
            <a:off x="6594357" y="1189151"/>
            <a:ext cx="2557670" cy="435182"/>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3. オムニチャネル通知と引き換え</a:t>
            </a:r>
          </a:p>
        </p:txBody>
      </p:sp>
      <p:sp>
        <p:nvSpPr>
          <p:cNvPr id="96" name="Rectangle: Rounded Corners 95">
            <a:extLst>
              <a:ext uri="{FF2B5EF4-FFF2-40B4-BE49-F238E27FC236}">
                <a16:creationId xmlns:a16="http://schemas.microsoft.com/office/drawing/2014/main" id="{3D8688DF-434E-3479-D96D-1F9625852845}"/>
              </a:ext>
            </a:extLst>
          </p:cNvPr>
          <p:cNvSpPr/>
          <p:nvPr/>
        </p:nvSpPr>
        <p:spPr>
          <a:xfrm>
            <a:off x="9364404" y="1187865"/>
            <a:ext cx="2557670" cy="435182"/>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4. ROIダッシュボードとダッシュボードフィードバック</a:t>
            </a:r>
          </a:p>
        </p:txBody>
      </p:sp>
      <p:pic>
        <p:nvPicPr>
          <p:cNvPr id="97" name="Graphic 96" descr="Tablet outline">
            <a:extLst>
              <a:ext uri="{FF2B5EF4-FFF2-40B4-BE49-F238E27FC236}">
                <a16:creationId xmlns:a16="http://schemas.microsoft.com/office/drawing/2014/main" id="{76833D07-0E7B-A49A-4033-8C963214091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67662" y="2033243"/>
            <a:ext cx="2732278" cy="3961938"/>
          </a:xfrm>
          <a:prstGeom prst="rect">
            <a:avLst/>
          </a:prstGeom>
        </p:spPr>
      </p:pic>
      <p:pic>
        <p:nvPicPr>
          <p:cNvPr id="98" name="Picture 97">
            <a:extLst>
              <a:ext uri="{FF2B5EF4-FFF2-40B4-BE49-F238E27FC236}">
                <a16:creationId xmlns:a16="http://schemas.microsoft.com/office/drawing/2014/main" id="{5D4EE243-4FC7-AF24-1467-56644DAA8FE8}"/>
              </a:ext>
            </a:extLst>
          </p:cNvPr>
          <p:cNvPicPr>
            <a:picLocks noChangeAspect="1"/>
          </p:cNvPicPr>
          <p:nvPr/>
        </p:nvPicPr>
        <p:blipFill>
          <a:blip r:embed="rId6"/>
          <a:stretch>
            <a:fillRect/>
          </a:stretch>
        </p:blipFill>
        <p:spPr>
          <a:xfrm>
            <a:off x="4066789" y="3091218"/>
            <a:ext cx="1930541" cy="986597"/>
          </a:xfrm>
          <a:prstGeom prst="rect">
            <a:avLst/>
          </a:prstGeom>
        </p:spPr>
      </p:pic>
      <p:sp>
        <p:nvSpPr>
          <p:cNvPr id="99" name="TextBox 98">
            <a:extLst>
              <a:ext uri="{FF2B5EF4-FFF2-40B4-BE49-F238E27FC236}">
                <a16:creationId xmlns:a16="http://schemas.microsoft.com/office/drawing/2014/main" id="{402D8390-7514-0313-18F3-034DB6FE11CD}"/>
              </a:ext>
            </a:extLst>
          </p:cNvPr>
          <p:cNvSpPr txBox="1"/>
          <p:nvPr/>
        </p:nvSpPr>
        <p:spPr>
          <a:xfrm>
            <a:off x="4017161" y="5272266"/>
            <a:ext cx="2217405"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同僚のレビューと決定</a:t>
            </a:r>
          </a:p>
        </p:txBody>
      </p:sp>
      <p:graphicFrame>
        <p:nvGraphicFramePr>
          <p:cNvPr id="100" name="Diagram 99">
            <a:extLst>
              <a:ext uri="{FF2B5EF4-FFF2-40B4-BE49-F238E27FC236}">
                <a16:creationId xmlns:a16="http://schemas.microsoft.com/office/drawing/2014/main" id="{3046F36D-77E3-F50C-98C3-6EFF49620465}"/>
              </a:ext>
            </a:extLst>
          </p:cNvPr>
          <p:cNvGraphicFramePr/>
          <p:nvPr/>
        </p:nvGraphicFramePr>
        <p:xfrm>
          <a:off x="4128128" y="4146493"/>
          <a:ext cx="1795002" cy="69163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01" name="TextBox 100">
            <a:extLst>
              <a:ext uri="{FF2B5EF4-FFF2-40B4-BE49-F238E27FC236}">
                <a16:creationId xmlns:a16="http://schemas.microsoft.com/office/drawing/2014/main" id="{8F9AA3BD-EBBA-2B11-D7E5-10FB6E3E410D}"/>
              </a:ext>
            </a:extLst>
          </p:cNvPr>
          <p:cNvSpPr txBox="1"/>
          <p:nvPr/>
        </p:nvSpPr>
        <p:spPr>
          <a:xfrm>
            <a:off x="822568" y="2122861"/>
            <a:ext cx="2217405"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11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統合ベクトルとエージェントレイヤー</a:t>
            </a:r>
          </a:p>
        </p:txBody>
      </p:sp>
      <p:sp>
        <p:nvSpPr>
          <p:cNvPr id="102" name="Arrow: Right 101">
            <a:extLst>
              <a:ext uri="{FF2B5EF4-FFF2-40B4-BE49-F238E27FC236}">
                <a16:creationId xmlns:a16="http://schemas.microsoft.com/office/drawing/2014/main" id="{7A8A20EE-70FF-3C8A-166D-181F83334904}"/>
              </a:ext>
            </a:extLst>
          </p:cNvPr>
          <p:cNvSpPr/>
          <p:nvPr/>
        </p:nvSpPr>
        <p:spPr>
          <a:xfrm>
            <a:off x="3559952" y="3654813"/>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03" name="TextBox 102">
            <a:extLst>
              <a:ext uri="{FF2B5EF4-FFF2-40B4-BE49-F238E27FC236}">
                <a16:creationId xmlns:a16="http://schemas.microsoft.com/office/drawing/2014/main" id="{2B46130E-10B6-53C3-9237-7DE1313BAE02}"/>
              </a:ext>
            </a:extLst>
          </p:cNvPr>
          <p:cNvSpPr txBox="1"/>
          <p:nvPr/>
        </p:nvSpPr>
        <p:spPr>
          <a:xfrm>
            <a:off x="3864302" y="2132594"/>
            <a:ext cx="2217405"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11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ガードレールと目視確認</a:t>
            </a:r>
          </a:p>
        </p:txBody>
      </p:sp>
      <p:pic>
        <p:nvPicPr>
          <p:cNvPr id="105" name="Graphic 104" descr="Map with pin outline">
            <a:extLst>
              <a:ext uri="{FF2B5EF4-FFF2-40B4-BE49-F238E27FC236}">
                <a16:creationId xmlns:a16="http://schemas.microsoft.com/office/drawing/2014/main" id="{0119BB7B-4ABE-4D4A-356C-01B22D532DA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94130" y="3955024"/>
            <a:ext cx="664084" cy="664084"/>
          </a:xfrm>
          <a:prstGeom prst="rect">
            <a:avLst/>
          </a:prstGeom>
        </p:spPr>
      </p:pic>
      <p:pic>
        <p:nvPicPr>
          <p:cNvPr id="106" name="Graphic 105" descr="Smart Phone with solid fill">
            <a:extLst>
              <a:ext uri="{FF2B5EF4-FFF2-40B4-BE49-F238E27FC236}">
                <a16:creationId xmlns:a16="http://schemas.microsoft.com/office/drawing/2014/main" id="{52DACB45-4E67-6EAF-85DE-F87C6031024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642304" y="2114225"/>
            <a:ext cx="573582" cy="573582"/>
          </a:xfrm>
          <a:prstGeom prst="rect">
            <a:avLst/>
          </a:prstGeom>
        </p:spPr>
      </p:pic>
      <p:pic>
        <p:nvPicPr>
          <p:cNvPr id="107" name="Graphic 106" descr="Email outline">
            <a:extLst>
              <a:ext uri="{FF2B5EF4-FFF2-40B4-BE49-F238E27FC236}">
                <a16:creationId xmlns:a16="http://schemas.microsoft.com/office/drawing/2014/main" id="{B260C816-52B2-0C9F-8693-4F2285B84E3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684264" y="3153783"/>
            <a:ext cx="573582" cy="573582"/>
          </a:xfrm>
          <a:prstGeom prst="rect">
            <a:avLst/>
          </a:prstGeom>
        </p:spPr>
      </p:pic>
      <p:sp>
        <p:nvSpPr>
          <p:cNvPr id="108" name="TextBox 107">
            <a:extLst>
              <a:ext uri="{FF2B5EF4-FFF2-40B4-BE49-F238E27FC236}">
                <a16:creationId xmlns:a16="http://schemas.microsoft.com/office/drawing/2014/main" id="{B48F25FF-174C-5D86-9A04-9081B44BD481}"/>
              </a:ext>
            </a:extLst>
          </p:cNvPr>
          <p:cNvSpPr txBox="1"/>
          <p:nvPr/>
        </p:nvSpPr>
        <p:spPr>
          <a:xfrm>
            <a:off x="6642304" y="4619108"/>
            <a:ext cx="914400"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ノジマストア</a:t>
            </a:r>
          </a:p>
        </p:txBody>
      </p:sp>
      <p:sp>
        <p:nvSpPr>
          <p:cNvPr id="109" name="TextBox 108">
            <a:extLst>
              <a:ext uri="{FF2B5EF4-FFF2-40B4-BE49-F238E27FC236}">
                <a16:creationId xmlns:a16="http://schemas.microsoft.com/office/drawing/2014/main" id="{46D728A2-D8D1-10C1-47BC-B7D188F6D317}"/>
              </a:ext>
            </a:extLst>
          </p:cNvPr>
          <p:cNvSpPr txBox="1"/>
          <p:nvPr/>
        </p:nvSpPr>
        <p:spPr>
          <a:xfrm>
            <a:off x="6644595" y="5079871"/>
            <a:ext cx="99260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顧客が店舗またはウェブサイトを訪問</a:t>
            </a:r>
          </a:p>
        </p:txBody>
      </p:sp>
      <p:pic>
        <p:nvPicPr>
          <p:cNvPr id="110" name="Picture 2">
            <a:extLst>
              <a:ext uri="{FF2B5EF4-FFF2-40B4-BE49-F238E27FC236}">
                <a16:creationId xmlns:a16="http://schemas.microsoft.com/office/drawing/2014/main" id="{FB0A7DFC-0D84-F15F-CF74-2BEF68B8389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711580" y="1704187"/>
            <a:ext cx="440447" cy="173426"/>
          </a:xfrm>
          <a:prstGeom prst="rect">
            <a:avLst/>
          </a:prstGeom>
          <a:noFill/>
          <a:extLst>
            <a:ext uri="{909E8E84-426E-40DD-AFC4-6F175D3DCCD1}">
              <a14:hiddenFill xmlns:a14="http://schemas.microsoft.com/office/drawing/2010/main">
                <a:solidFill>
                  <a:srgbClr val="FFFFFF"/>
                </a:solidFill>
              </a14:hiddenFill>
            </a:ext>
          </a:extLst>
        </p:spPr>
      </p:pic>
      <p:pic>
        <p:nvPicPr>
          <p:cNvPr id="111" name="Graphic 110" descr="Smart Phone with solid fill">
            <a:extLst>
              <a:ext uri="{FF2B5EF4-FFF2-40B4-BE49-F238E27FC236}">
                <a16:creationId xmlns:a16="http://schemas.microsoft.com/office/drawing/2014/main" id="{CAF65B67-D23C-F967-31C6-974C67A348A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815788" y="1995633"/>
            <a:ext cx="2675504" cy="2908655"/>
          </a:xfrm>
          <a:prstGeom prst="rect">
            <a:avLst/>
          </a:prstGeom>
        </p:spPr>
      </p:pic>
      <p:pic>
        <p:nvPicPr>
          <p:cNvPr id="104" name="Picture 103">
            <a:extLst>
              <a:ext uri="{FF2B5EF4-FFF2-40B4-BE49-F238E27FC236}">
                <a16:creationId xmlns:a16="http://schemas.microsoft.com/office/drawing/2014/main" id="{A7BE15DC-A52B-45AE-177A-15736F771CB4}"/>
              </a:ext>
            </a:extLst>
          </p:cNvPr>
          <p:cNvPicPr>
            <a:picLocks noChangeAspect="1"/>
          </p:cNvPicPr>
          <p:nvPr/>
        </p:nvPicPr>
        <p:blipFill>
          <a:blip r:embed="rId19"/>
          <a:stretch>
            <a:fillRect/>
          </a:stretch>
        </p:blipFill>
        <p:spPr>
          <a:xfrm>
            <a:off x="7607156" y="2423924"/>
            <a:ext cx="1088795" cy="2082872"/>
          </a:xfrm>
          <a:prstGeom prst="rect">
            <a:avLst/>
          </a:prstGeom>
        </p:spPr>
      </p:pic>
      <p:pic>
        <p:nvPicPr>
          <p:cNvPr id="113" name="Graphic 112" descr="Route (Two Pins With A Path) outline">
            <a:extLst>
              <a:ext uri="{FF2B5EF4-FFF2-40B4-BE49-F238E27FC236}">
                <a16:creationId xmlns:a16="http://schemas.microsoft.com/office/drawing/2014/main" id="{44BE917B-0CA5-8382-A5A0-1A5805A2931B}"/>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836925" y="1846088"/>
            <a:ext cx="331854" cy="331854"/>
          </a:xfrm>
          <a:prstGeom prst="rect">
            <a:avLst/>
          </a:prstGeom>
        </p:spPr>
      </p:pic>
      <p:sp>
        <p:nvSpPr>
          <p:cNvPr id="115" name="TextBox 114">
            <a:extLst>
              <a:ext uri="{FF2B5EF4-FFF2-40B4-BE49-F238E27FC236}">
                <a16:creationId xmlns:a16="http://schemas.microsoft.com/office/drawing/2014/main" id="{8BFB1C89-FBD1-FAAB-5D00-E290DD56AAFD}"/>
              </a:ext>
            </a:extLst>
          </p:cNvPr>
          <p:cNvSpPr txBox="1"/>
          <p:nvPr/>
        </p:nvSpPr>
        <p:spPr>
          <a:xfrm>
            <a:off x="6581011" y="3713943"/>
            <a:ext cx="823205"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メール</a:t>
            </a:r>
          </a:p>
        </p:txBody>
      </p:sp>
      <p:sp>
        <p:nvSpPr>
          <p:cNvPr id="116" name="TextBox 115">
            <a:extLst>
              <a:ext uri="{FF2B5EF4-FFF2-40B4-BE49-F238E27FC236}">
                <a16:creationId xmlns:a16="http://schemas.microsoft.com/office/drawing/2014/main" id="{78B60E28-6D35-1046-01CC-0651AC08E5E6}"/>
              </a:ext>
            </a:extLst>
          </p:cNvPr>
          <p:cNvSpPr txBox="1"/>
          <p:nvPr/>
        </p:nvSpPr>
        <p:spPr>
          <a:xfrm>
            <a:off x="6546409" y="2674591"/>
            <a:ext cx="79983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携帯電話</a:t>
            </a:r>
          </a:p>
        </p:txBody>
      </p:sp>
      <p:sp>
        <p:nvSpPr>
          <p:cNvPr id="117" name="Arrow: Right 116">
            <a:extLst>
              <a:ext uri="{FF2B5EF4-FFF2-40B4-BE49-F238E27FC236}">
                <a16:creationId xmlns:a16="http://schemas.microsoft.com/office/drawing/2014/main" id="{FE64BC64-165B-2347-FA92-B3E75073298C}"/>
              </a:ext>
            </a:extLst>
          </p:cNvPr>
          <p:cNvSpPr/>
          <p:nvPr/>
        </p:nvSpPr>
        <p:spPr>
          <a:xfrm>
            <a:off x="6326292" y="3656744"/>
            <a:ext cx="304350"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18" name="Arrow: Right 117">
            <a:extLst>
              <a:ext uri="{FF2B5EF4-FFF2-40B4-BE49-F238E27FC236}">
                <a16:creationId xmlns:a16="http://schemas.microsoft.com/office/drawing/2014/main" id="{FBF4BC33-5BA4-4E39-0241-8D66458E495E}"/>
              </a:ext>
            </a:extLst>
          </p:cNvPr>
          <p:cNvSpPr/>
          <p:nvPr/>
        </p:nvSpPr>
        <p:spPr>
          <a:xfrm>
            <a:off x="8932233" y="3497345"/>
            <a:ext cx="435583" cy="300937"/>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19" name="Arrow: Right 118">
            <a:extLst>
              <a:ext uri="{FF2B5EF4-FFF2-40B4-BE49-F238E27FC236}">
                <a16:creationId xmlns:a16="http://schemas.microsoft.com/office/drawing/2014/main" id="{0E6D020F-EF87-9728-33F3-E8210CF32278}"/>
              </a:ext>
            </a:extLst>
          </p:cNvPr>
          <p:cNvSpPr/>
          <p:nvPr/>
        </p:nvSpPr>
        <p:spPr>
          <a:xfrm rot="5400000">
            <a:off x="8220157" y="4818272"/>
            <a:ext cx="215445" cy="226520"/>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120" name="Rectangle: Rounded Corners 119">
            <a:extLst>
              <a:ext uri="{FF2B5EF4-FFF2-40B4-BE49-F238E27FC236}">
                <a16:creationId xmlns:a16="http://schemas.microsoft.com/office/drawing/2014/main" id="{ECF38BEE-6F92-1F91-97A8-FCCD643EE59E}"/>
              </a:ext>
            </a:extLst>
          </p:cNvPr>
          <p:cNvSpPr/>
          <p:nvPr/>
        </p:nvSpPr>
        <p:spPr>
          <a:xfrm>
            <a:off x="7637196" y="5053833"/>
            <a:ext cx="1377149" cy="378993"/>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rPr>
              <a:t>クーポンはレジでスキャンされ、引き換えられました。</a:t>
            </a:r>
          </a:p>
        </p:txBody>
      </p:sp>
      <p:pic>
        <p:nvPicPr>
          <p:cNvPr id="122" name="Graphic 121" descr="Thumbs up sign with solid fill">
            <a:extLst>
              <a:ext uri="{FF2B5EF4-FFF2-40B4-BE49-F238E27FC236}">
                <a16:creationId xmlns:a16="http://schemas.microsoft.com/office/drawing/2014/main" id="{FF60A563-B8B8-7312-8053-9A240949A5D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923557" y="3105366"/>
            <a:ext cx="268928" cy="268928"/>
          </a:xfrm>
          <a:prstGeom prst="rect">
            <a:avLst/>
          </a:prstGeom>
        </p:spPr>
      </p:pic>
      <p:pic>
        <p:nvPicPr>
          <p:cNvPr id="124" name="Graphic 123" descr="Thumbs Down with solid fill">
            <a:extLst>
              <a:ext uri="{FF2B5EF4-FFF2-40B4-BE49-F238E27FC236}">
                <a16:creationId xmlns:a16="http://schemas.microsoft.com/office/drawing/2014/main" id="{3C44173E-ADBF-8372-AD20-13FEED894116}"/>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939763" y="4187437"/>
            <a:ext cx="268928" cy="268928"/>
          </a:xfrm>
          <a:prstGeom prst="rect">
            <a:avLst/>
          </a:prstGeom>
        </p:spPr>
      </p:pic>
      <p:sp>
        <p:nvSpPr>
          <p:cNvPr id="125" name="TextBox 124">
            <a:extLst>
              <a:ext uri="{FF2B5EF4-FFF2-40B4-BE49-F238E27FC236}">
                <a16:creationId xmlns:a16="http://schemas.microsoft.com/office/drawing/2014/main" id="{023A6CF3-9A6F-781F-3CE4-674F6929E367}"/>
              </a:ext>
            </a:extLst>
          </p:cNvPr>
          <p:cNvSpPr txBox="1"/>
          <p:nvPr/>
        </p:nvSpPr>
        <p:spPr>
          <a:xfrm>
            <a:off x="8748811" y="2902410"/>
            <a:ext cx="69352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贖罪の道</a:t>
            </a:r>
          </a:p>
        </p:txBody>
      </p:sp>
      <p:sp>
        <p:nvSpPr>
          <p:cNvPr id="126" name="TextBox 125">
            <a:extLst>
              <a:ext uri="{FF2B5EF4-FFF2-40B4-BE49-F238E27FC236}">
                <a16:creationId xmlns:a16="http://schemas.microsoft.com/office/drawing/2014/main" id="{A5265710-DE92-E8ED-A0C4-9C36EED8D2DC}"/>
              </a:ext>
            </a:extLst>
          </p:cNvPr>
          <p:cNvSpPr txBox="1"/>
          <p:nvPr/>
        </p:nvSpPr>
        <p:spPr>
          <a:xfrm>
            <a:off x="8765830" y="3857637"/>
            <a:ext cx="693528" cy="4154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rPr>
              <a:t>非変換パス</a:t>
            </a:r>
          </a:p>
        </p:txBody>
      </p:sp>
      <p:graphicFrame>
        <p:nvGraphicFramePr>
          <p:cNvPr id="127" name="Diagram 126">
            <a:extLst>
              <a:ext uri="{FF2B5EF4-FFF2-40B4-BE49-F238E27FC236}">
                <a16:creationId xmlns:a16="http://schemas.microsoft.com/office/drawing/2014/main" id="{D7ABDA0B-E717-D06E-FA48-F7E489A8D8CA}"/>
              </a:ext>
            </a:extLst>
          </p:cNvPr>
          <p:cNvGraphicFramePr/>
          <p:nvPr/>
        </p:nvGraphicFramePr>
        <p:xfrm>
          <a:off x="9520329" y="2249765"/>
          <a:ext cx="2263630" cy="2156795"/>
        </p:xfrm>
        <a:graphic>
          <a:graphicData uri="http://schemas.openxmlformats.org/drawingml/2006/diagram">
            <dgm:relIds xmlns:dgm="http://schemas.openxmlformats.org/drawingml/2006/diagram" xmlns:r="http://schemas.openxmlformats.org/officeDocument/2006/relationships" r:dm="rId26" r:lo="rId27" r:qs="rId28" r:cs="rId29"/>
          </a:graphicData>
        </a:graphic>
      </p:graphicFrame>
      <p:graphicFrame>
        <p:nvGraphicFramePr>
          <p:cNvPr id="132" name="Diagram 131">
            <a:extLst>
              <a:ext uri="{FF2B5EF4-FFF2-40B4-BE49-F238E27FC236}">
                <a16:creationId xmlns:a16="http://schemas.microsoft.com/office/drawing/2014/main" id="{49B3EB75-4467-5E74-003B-A971619D46FC}"/>
              </a:ext>
            </a:extLst>
          </p:cNvPr>
          <p:cNvGraphicFramePr/>
          <p:nvPr/>
        </p:nvGraphicFramePr>
        <p:xfrm>
          <a:off x="9442339" y="4662375"/>
          <a:ext cx="2427435" cy="770452"/>
        </p:xfrm>
        <a:graphic>
          <a:graphicData uri="http://schemas.openxmlformats.org/drawingml/2006/diagram">
            <dgm:relIds xmlns:dgm="http://schemas.openxmlformats.org/drawingml/2006/diagram" xmlns:r="http://schemas.openxmlformats.org/officeDocument/2006/relationships" r:dm="rId31" r:lo="rId32" r:qs="rId33" r:cs="rId34"/>
          </a:graphicData>
        </a:graphic>
      </p:graphicFrame>
      <p:graphicFrame>
        <p:nvGraphicFramePr>
          <p:cNvPr id="133" name="Table 132">
            <a:extLst>
              <a:ext uri="{FF2B5EF4-FFF2-40B4-BE49-F238E27FC236}">
                <a16:creationId xmlns:a16="http://schemas.microsoft.com/office/drawing/2014/main" id="{7188A9EB-0513-E474-165E-E26DF693C6F1}"/>
              </a:ext>
            </a:extLst>
          </p:cNvPr>
          <p:cNvGraphicFramePr>
            <a:graphicFrameLocks noGrp="1"/>
          </p:cNvGraphicFramePr>
          <p:nvPr/>
        </p:nvGraphicFramePr>
        <p:xfrm>
          <a:off x="9367816" y="5703006"/>
          <a:ext cx="2554258" cy="880674"/>
        </p:xfrm>
        <a:graphic>
          <a:graphicData uri="http://schemas.openxmlformats.org/drawingml/2006/table">
            <a:tbl>
              <a:tblPr firstRow="1" bandRow="1">
                <a:tableStyleId>{7DF18680-E054-41AD-8BC1-D1AEF772440D}</a:tableStyleId>
              </a:tblPr>
              <a:tblGrid>
                <a:gridCol w="2554258">
                  <a:extLst>
                    <a:ext uri="{9D8B030D-6E8A-4147-A177-3AD203B41FA5}">
                      <a16:colId xmlns:a16="http://schemas.microsoft.com/office/drawing/2014/main" val="1131708968"/>
                    </a:ext>
                  </a:extLst>
                </a:gridCol>
              </a:tblGrid>
              <a:tr h="240594">
                <a:tc>
                  <a:txBody>
                    <a:bodyPr/>
                    <a:lstStyle/>
                    <a:p>
                      <a:pPr algn="ctr"/>
                      <a:r>
                        <a:rPr lang="ja" sz="900"/>
                        <a:t>レイヤー4：非変換分析</a:t>
                      </a:r>
                    </a:p>
                  </a:txBody>
                  <a:tcPr/>
                </a:tc>
                <a:extLst>
                  <a:ext uri="{0D108BD9-81ED-4DB2-BD59-A6C34878D82A}">
                    <a16:rowId xmlns:a16="http://schemas.microsoft.com/office/drawing/2014/main" val="1408567401"/>
                  </a:ext>
                </a:extLst>
              </a:tr>
              <a:tr h="370840">
                <a:tc>
                  <a:txBody>
                    <a:bodyPr/>
                    <a:lstStyle/>
                    <a:p>
                      <a:pPr marL="171450" indent="-171450" algn="l">
                        <a:buFont typeface="Arial" panose="020B0604020202020204" pitchFamily="34" charset="0"/>
                        <a:buChar char="•"/>
                      </a:pPr>
                      <a:r>
                        <a:rPr lang="ja" sz="900" dirty="0"/>
                        <a:t>追跡された予約の割合。</a:t>
                      </a:r>
                    </a:p>
                    <a:p>
                      <a:pPr marL="171450" indent="-171450" algn="l">
                        <a:buFont typeface="Arial" panose="020B0604020202020204" pitchFamily="34" charset="0"/>
                        <a:buChar char="•"/>
                      </a:pPr>
                      <a:r>
                        <a:rPr lang="ja" sz="900" dirty="0"/>
                        <a:t>セグメント化された未コンバージョン顧客</a:t>
                      </a:r>
                    </a:p>
                    <a:p>
                      <a:pPr marL="171450" indent="-171450" algn="l">
                        <a:buFont typeface="Arial" panose="020B0604020202020204" pitchFamily="34" charset="0"/>
                        <a:buChar char="•"/>
                      </a:pPr>
                      <a:r>
                        <a:rPr lang="ja" sz="900" dirty="0"/>
                        <a:t>購入しない理由</a:t>
                      </a:r>
                    </a:p>
                    <a:p>
                      <a:pPr marL="171450" indent="-171450" algn="l">
                        <a:buFont typeface="Arial" panose="020B0604020202020204" pitchFamily="34" charset="0"/>
                        <a:buChar char="•"/>
                      </a:pPr>
                      <a:r>
                        <a:rPr lang="ja" sz="900" dirty="0"/>
                        <a:t>価格重視分析</a:t>
                      </a:r>
                    </a:p>
                  </a:txBody>
                  <a:tcPr/>
                </a:tc>
                <a:extLst>
                  <a:ext uri="{0D108BD9-81ED-4DB2-BD59-A6C34878D82A}">
                    <a16:rowId xmlns:a16="http://schemas.microsoft.com/office/drawing/2014/main" val="3637544212"/>
                  </a:ext>
                </a:extLst>
              </a:tr>
            </a:tbl>
          </a:graphicData>
        </a:graphic>
      </p:graphicFrame>
      <p:sp>
        <p:nvSpPr>
          <p:cNvPr id="135" name="TextBox 134">
            <a:extLst>
              <a:ext uri="{FF2B5EF4-FFF2-40B4-BE49-F238E27FC236}">
                <a16:creationId xmlns:a16="http://schemas.microsoft.com/office/drawing/2014/main" id="{F8024E2B-C421-419B-D113-F7D23A624D4A}"/>
              </a:ext>
            </a:extLst>
          </p:cNvPr>
          <p:cNvSpPr txBox="1"/>
          <p:nvPr/>
        </p:nvSpPr>
        <p:spPr>
          <a:xfrm>
            <a:off x="4711690" y="6429315"/>
            <a:ext cx="2217405"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484F6B">
                    <a:lumMod val="60000"/>
                    <a:lumOff val="40000"/>
                  </a:srgbClr>
                </a:solidFill>
                <a:effectLst/>
                <a:uLnTx/>
                <a:uFillTx/>
                <a:latin typeface="Yu Gothic" panose="020B0400000000000000" pitchFamily="34" charset="-128"/>
                <a:ea typeface="Yu Gothic" panose="020B0400000000000000" pitchFamily="34" charset="-128"/>
                <a:cs typeface="+mn-cs"/>
              </a:rPr>
              <a:t>ループフィードバック</a:t>
            </a:r>
          </a:p>
        </p:txBody>
      </p:sp>
      <p:sp>
        <p:nvSpPr>
          <p:cNvPr id="136" name="TextBox 135">
            <a:extLst>
              <a:ext uri="{FF2B5EF4-FFF2-40B4-BE49-F238E27FC236}">
                <a16:creationId xmlns:a16="http://schemas.microsoft.com/office/drawing/2014/main" id="{8307257B-460A-C15A-C1DF-6EC3F6F73101}"/>
              </a:ext>
            </a:extLst>
          </p:cNvPr>
          <p:cNvSpPr txBox="1"/>
          <p:nvPr/>
        </p:nvSpPr>
        <p:spPr>
          <a:xfrm>
            <a:off x="4711689" y="5998263"/>
            <a:ext cx="2554258"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484F6B">
                    <a:lumMod val="60000"/>
                    <a:lumOff val="40000"/>
                  </a:srgbClr>
                </a:solidFill>
                <a:effectLst/>
                <a:uLnTx/>
                <a:uFillTx/>
                <a:latin typeface="Yu Gothic" panose="020B0400000000000000" pitchFamily="34" charset="-128"/>
                <a:ea typeface="Yu Gothic" panose="020B0400000000000000" pitchFamily="34" charset="-128"/>
                <a:cs typeface="+mn-cs"/>
              </a:rPr>
              <a:t>継続的な学習と強化</a:t>
            </a:r>
          </a:p>
        </p:txBody>
      </p:sp>
      <p:sp>
        <p:nvSpPr>
          <p:cNvPr id="137" name="TextBox 136">
            <a:extLst>
              <a:ext uri="{FF2B5EF4-FFF2-40B4-BE49-F238E27FC236}">
                <a16:creationId xmlns:a16="http://schemas.microsoft.com/office/drawing/2014/main" id="{CFBF29C1-29AF-7AD1-E7B9-43A7D95D8DCE}"/>
              </a:ext>
            </a:extLst>
          </p:cNvPr>
          <p:cNvSpPr txBox="1"/>
          <p:nvPr/>
        </p:nvSpPr>
        <p:spPr>
          <a:xfrm>
            <a:off x="612260" y="6624538"/>
            <a:ext cx="67339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1" i="1"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mn-cs"/>
              </a:rPr>
              <a:t>* これは初期段階の図であり、レポートKPIが確定次第、アドバイザリで修正されます。</a:t>
            </a:r>
          </a:p>
        </p:txBody>
      </p:sp>
      <p:sp>
        <p:nvSpPr>
          <p:cNvPr id="138" name="Oval 137">
            <a:extLst>
              <a:ext uri="{FF2B5EF4-FFF2-40B4-BE49-F238E27FC236}">
                <a16:creationId xmlns:a16="http://schemas.microsoft.com/office/drawing/2014/main" id="{01102AC5-4C25-67BC-15E5-18033FA18821}"/>
              </a:ext>
            </a:extLst>
          </p:cNvPr>
          <p:cNvSpPr/>
          <p:nvPr/>
        </p:nvSpPr>
        <p:spPr>
          <a:xfrm>
            <a:off x="1353313" y="4993755"/>
            <a:ext cx="1952962" cy="567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mn-cs"/>
              </a:rPr>
              <a:t>エージェントE：フィルターエージェント</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0"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mn-cs"/>
              </a:rPr>
              <a:t>コンバージョンに至らなかったリードを除外する</a:t>
            </a:r>
            <a:endParaRPr kumimoji="0" lang="en-US" sz="500" b="0"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cxnSp>
        <p:nvCxnSpPr>
          <p:cNvPr id="139" name="Connector: Curved 138">
            <a:extLst>
              <a:ext uri="{FF2B5EF4-FFF2-40B4-BE49-F238E27FC236}">
                <a16:creationId xmlns:a16="http://schemas.microsoft.com/office/drawing/2014/main" id="{37DF7483-2A78-4290-9522-F3D065AF35B2}"/>
              </a:ext>
            </a:extLst>
          </p:cNvPr>
          <p:cNvCxnSpPr>
            <a:cxnSpLocks/>
            <a:stCxn id="15" idx="6"/>
          </p:cNvCxnSpPr>
          <p:nvPr/>
        </p:nvCxnSpPr>
        <p:spPr>
          <a:xfrm flipH="1">
            <a:off x="3316142" y="3619694"/>
            <a:ext cx="97341" cy="1663298"/>
          </a:xfrm>
          <a:prstGeom prst="curvedConnector4">
            <a:avLst>
              <a:gd name="adj1" fmla="val -102744"/>
              <a:gd name="adj2" fmla="val 99732"/>
            </a:avLst>
          </a:prstGeom>
          <a:ln w="63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1445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256032" y="164592"/>
            <a:ext cx="1097280" cy="365760"/>
          </a:xfrm>
          <a:prstGeom prst="roundRect">
            <a:avLst>
              <a:gd name="adj" fmla="val 15000"/>
            </a:avLst>
          </a:prstGeom>
          <a:solidFill>
            <a:schemeClr val="accent1"/>
          </a:solidFill>
          <a:ln w="1016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 name="Text 3"/>
          <p:cNvSpPr/>
          <p:nvPr/>
        </p:nvSpPr>
        <p:spPr>
          <a:xfrm>
            <a:off x="256032" y="164592"/>
            <a:ext cx="10972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10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ユースケース3</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 name="Text 4"/>
          <p:cNvSpPr/>
          <p:nvPr/>
        </p:nvSpPr>
        <p:spPr>
          <a:xfrm>
            <a:off x="1426464" y="164592"/>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20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クローズドループ追跡とROIダッシュボード</a:t>
            </a: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 name="Text 5"/>
          <p:cNvSpPr/>
          <p:nvPr/>
        </p:nvSpPr>
        <p:spPr>
          <a:xfrm>
            <a:off x="256032" y="566928"/>
            <a:ext cx="117043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5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POSでのクーポン利用により、すべての売上が通知、担当者、キャンペーンに紐づけられ、一連のプロセスが完結します。これにより、店舗管理者と本社にとって重要な知見が得られます。</a:t>
            </a:r>
            <a:endParaRPr kumimoji="0" lang="en-US" sz="10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 name="Shape 6"/>
          <p:cNvSpPr/>
          <p:nvPr/>
        </p:nvSpPr>
        <p:spPr>
          <a:xfrm>
            <a:off x="256032" y="859536"/>
            <a:ext cx="11704320"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 name="Shape 7"/>
          <p:cNvSpPr/>
          <p:nvPr/>
        </p:nvSpPr>
        <p:spPr>
          <a:xfrm>
            <a:off x="256032" y="969264"/>
            <a:ext cx="2651760" cy="2505456"/>
          </a:xfrm>
          <a:prstGeom prst="roundRect">
            <a:avLst>
              <a:gd name="adj" fmla="val 3650"/>
            </a:avLst>
          </a:prstGeom>
          <a:solidFill>
            <a:srgbClr val="FFECE5"/>
          </a:solidFill>
          <a:ln w="10160">
            <a:solidFill>
              <a:srgbClr val="FF5F2D"/>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 name="Shape 8"/>
          <p:cNvSpPr/>
          <p:nvPr/>
        </p:nvSpPr>
        <p:spPr>
          <a:xfrm>
            <a:off x="256032" y="969264"/>
            <a:ext cx="2651760" cy="310896"/>
          </a:xfrm>
          <a:prstGeom prst="rect">
            <a:avLst/>
          </a:prstGeom>
          <a:solidFill>
            <a:srgbClr val="FF6600"/>
          </a:solidFill>
          <a:ln w="12700">
            <a:solidFill>
              <a:srgbClr val="FF5F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 name="Text 10"/>
          <p:cNvSpPr/>
          <p:nvPr/>
        </p:nvSpPr>
        <p:spPr>
          <a:xfrm>
            <a:off x="347472" y="1033272"/>
            <a:ext cx="1828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①</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 name="Text 11"/>
          <p:cNvSpPr/>
          <p:nvPr/>
        </p:nvSpPr>
        <p:spPr>
          <a:xfrm>
            <a:off x="603504" y="969264"/>
            <a:ext cx="2231136"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顧客がクーポンを利用する</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4" name="Text 12"/>
          <p:cNvSpPr/>
          <p:nvPr/>
        </p:nvSpPr>
        <p:spPr>
          <a:xfrm>
            <a:off x="365760" y="1335024"/>
            <a:ext cx="2468880" cy="1115568"/>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クーポンを持った顧客が店舗を訪れる</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POS端末でQRコードをスキャン</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購入はシステムに記録されました</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通知が送信されました</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CC5200"/>
                </a:solidFill>
                <a:effectLst/>
                <a:uLnTx/>
                <a:uFillTx/>
                <a:latin typeface="Yu Gothic" panose="020B0400000000000000" pitchFamily="34" charset="-128"/>
                <a:ea typeface="Yu Gothic" panose="020B0400000000000000" pitchFamily="34" charset="-128"/>
                <a:cs typeface="Calibri" pitchFamily="34" charset="-120"/>
              </a:rPr>
              <a:t>関連する帰属が確認されました</a:t>
            </a:r>
          </a:p>
        </p:txBody>
      </p:sp>
      <p:sp>
        <p:nvSpPr>
          <p:cNvPr id="20" name="Shape 18"/>
          <p:cNvSpPr/>
          <p:nvPr/>
        </p:nvSpPr>
        <p:spPr>
          <a:xfrm>
            <a:off x="3072384" y="969264"/>
            <a:ext cx="2651760" cy="2505456"/>
          </a:xfrm>
          <a:prstGeom prst="roundRect">
            <a:avLst>
              <a:gd name="adj" fmla="val 3650"/>
            </a:avLst>
          </a:prstGeom>
          <a:solidFill>
            <a:schemeClr val="accent2">
              <a:lumMod val="20000"/>
              <a:lumOff val="80000"/>
            </a:schemeClr>
          </a:solidFill>
          <a:ln w="10160">
            <a:solidFill>
              <a:srgbClr val="4442E3"/>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1" name="Shape 19"/>
          <p:cNvSpPr/>
          <p:nvPr/>
        </p:nvSpPr>
        <p:spPr>
          <a:xfrm>
            <a:off x="3072384" y="969264"/>
            <a:ext cx="2651760" cy="310896"/>
          </a:xfrm>
          <a:prstGeom prst="rect">
            <a:avLst/>
          </a:prstGeom>
          <a:solidFill>
            <a:srgbClr val="4442E3"/>
          </a:solidFill>
          <a:ln w="12700">
            <a:solidFill>
              <a:srgbClr val="4442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3" name="Text 21"/>
          <p:cNvSpPr/>
          <p:nvPr/>
        </p:nvSpPr>
        <p:spPr>
          <a:xfrm>
            <a:off x="3163824" y="1033272"/>
            <a:ext cx="1828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②</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4" name="Text 22"/>
          <p:cNvSpPr/>
          <p:nvPr/>
        </p:nvSpPr>
        <p:spPr>
          <a:xfrm>
            <a:off x="3419856" y="969264"/>
            <a:ext cx="2231136"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キャンペーンが売上増加の要因</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5" name="Text 23"/>
          <p:cNvSpPr/>
          <p:nvPr/>
        </p:nvSpPr>
        <p:spPr>
          <a:xfrm>
            <a:off x="3182112" y="1335024"/>
            <a:ext cx="2468880" cy="1444752"/>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名前で関連付けられている関係者</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記録された製品カテゴリ</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クーポン割引を追跡</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Calibri" pitchFamily="34" charset="-120"/>
              </a:rPr>
              <a:t>非変換も今後の分析対象としてフラグ付けされる</a:t>
            </a:r>
            <a:endParaRPr kumimoji="0" lang="en-US" sz="900" b="0" i="0" u="none" strike="noStrike" kern="120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mn-cs"/>
            </a:endParaRPr>
          </a:p>
        </p:txBody>
      </p:sp>
      <p:sp>
        <p:nvSpPr>
          <p:cNvPr id="31" name="Shape 29"/>
          <p:cNvSpPr/>
          <p:nvPr/>
        </p:nvSpPr>
        <p:spPr>
          <a:xfrm>
            <a:off x="5888736" y="969264"/>
            <a:ext cx="2651760" cy="2505456"/>
          </a:xfrm>
          <a:prstGeom prst="roundRect">
            <a:avLst>
              <a:gd name="adj" fmla="val 3650"/>
            </a:avLst>
          </a:prstGeom>
          <a:solidFill>
            <a:srgbClr val="F2F2F2"/>
          </a:solidFill>
          <a:ln w="10160">
            <a:solidFill>
              <a:srgbClr val="484F6B"/>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2" name="Shape 30"/>
          <p:cNvSpPr/>
          <p:nvPr/>
        </p:nvSpPr>
        <p:spPr>
          <a:xfrm>
            <a:off x="5888736" y="969264"/>
            <a:ext cx="2651760" cy="310896"/>
          </a:xfrm>
          <a:prstGeom prst="rect">
            <a:avLst/>
          </a:prstGeom>
          <a:solidFill>
            <a:srgbClr val="484F6B"/>
          </a:solidFill>
          <a:ln w="12700">
            <a:solidFill>
              <a:srgbClr val="484F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4" name="Text 32"/>
          <p:cNvSpPr/>
          <p:nvPr/>
        </p:nvSpPr>
        <p:spPr>
          <a:xfrm>
            <a:off x="5980176" y="1033272"/>
            <a:ext cx="182880" cy="182880"/>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③</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5" name="Text 33"/>
          <p:cNvSpPr/>
          <p:nvPr/>
        </p:nvSpPr>
        <p:spPr>
          <a:xfrm>
            <a:off x="6236208" y="969264"/>
            <a:ext cx="2231136"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データはスコアリングにフィードバックされる</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6" name="Text 34"/>
          <p:cNvSpPr/>
          <p:nvPr/>
        </p:nvSpPr>
        <p:spPr>
          <a:xfrm>
            <a:off x="5998464" y="1335024"/>
            <a:ext cx="2468880" cy="1225296"/>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AIは識別する</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コンバージョン率更新モデル</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コンバージョンに至らなかった顧客のスコアを再評価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機能のコンバージョン率が更新されました</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スコアはサイクルごとに向上する</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ja" sz="900" b="0" i="0" u="none" strike="noStrike" kern="1200" cap="none" spc="0" normalizeH="0" baseline="0" noProof="0" dirty="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閉ループ完了</a:t>
            </a:r>
            <a:endParaRPr kumimoji="0" lang="en-US" sz="9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1" name="Shape 39"/>
          <p:cNvSpPr/>
          <p:nvPr/>
        </p:nvSpPr>
        <p:spPr>
          <a:xfrm>
            <a:off x="8778240" y="969264"/>
            <a:ext cx="3127248" cy="4592810"/>
          </a:xfrm>
          <a:prstGeom prst="roundRect">
            <a:avLst>
              <a:gd name="adj" fmla="val 3509"/>
            </a:avLst>
          </a:prstGeom>
          <a:solidFill>
            <a:schemeClr val="bg1"/>
          </a:solidFill>
          <a:ln w="15240">
            <a:solidFill>
              <a:srgbClr val="FF6600"/>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2" name="Shape 40"/>
          <p:cNvSpPr/>
          <p:nvPr/>
        </p:nvSpPr>
        <p:spPr>
          <a:xfrm>
            <a:off x="8778240" y="969264"/>
            <a:ext cx="3127248" cy="347472"/>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3" name="Text 41"/>
          <p:cNvSpPr/>
          <p:nvPr/>
        </p:nvSpPr>
        <p:spPr>
          <a:xfrm>
            <a:off x="8887968" y="969264"/>
            <a:ext cx="294436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5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ROIダッシュボード</a:t>
            </a:r>
            <a:endParaRPr kumimoji="0" lang="en-US" sz="10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4" name="Text 42"/>
          <p:cNvSpPr/>
          <p:nvPr/>
        </p:nvSpPr>
        <p:spPr>
          <a:xfrm>
            <a:off x="8887968" y="1371600"/>
            <a:ext cx="294436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5F2D"/>
                </a:solidFill>
                <a:effectLst/>
                <a:uLnTx/>
                <a:uFillTx/>
                <a:latin typeface="Yu Gothic" panose="020B0400000000000000" pitchFamily="34" charset="-128"/>
                <a:ea typeface="Yu Gothic" panose="020B0400000000000000" pitchFamily="34" charset="-128"/>
                <a:cs typeface="Calibri" pitchFamily="34" charset="-120"/>
              </a:rPr>
              <a:t>推奨される主要指標</a:t>
            </a:r>
            <a:endParaRPr kumimoji="0" lang="en-US" sz="900" b="0" i="0" u="none" strike="noStrike" kern="1200" cap="none" spc="0" normalizeH="0" baseline="0" noProof="0">
              <a:ln>
                <a:noFill/>
              </a:ln>
              <a:solidFill>
                <a:srgbClr val="FF5F2D"/>
              </a:solidFill>
              <a:effectLst/>
              <a:uLnTx/>
              <a:uFillTx/>
              <a:latin typeface="Yu Gothic" panose="020B0400000000000000" pitchFamily="34" charset="-128"/>
              <a:ea typeface="Yu Gothic" panose="020B0400000000000000" pitchFamily="34" charset="-128"/>
              <a:cs typeface="+mn-cs"/>
            </a:endParaRPr>
          </a:p>
        </p:txBody>
      </p:sp>
      <p:sp>
        <p:nvSpPr>
          <p:cNvPr id="45" name="Shape 43"/>
          <p:cNvSpPr/>
          <p:nvPr/>
        </p:nvSpPr>
        <p:spPr>
          <a:xfrm>
            <a:off x="8887968" y="1627632"/>
            <a:ext cx="2907792" cy="402336"/>
          </a:xfrm>
          <a:prstGeom prst="roundRect">
            <a:avLst>
              <a:gd name="adj" fmla="val 9091"/>
            </a:avLst>
          </a:prstGeom>
          <a:solidFill>
            <a:srgbClr val="1E1E1E"/>
          </a:solidFill>
          <a:ln w="635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6" name="Shape 44"/>
          <p:cNvSpPr/>
          <p:nvPr/>
        </p:nvSpPr>
        <p:spPr>
          <a:xfrm>
            <a:off x="8961120" y="1755648"/>
            <a:ext cx="109728" cy="109728"/>
          </a:xfrm>
          <a:prstGeom prst="ellipse">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7" name="Text 45"/>
          <p:cNvSpPr/>
          <p:nvPr/>
        </p:nvSpPr>
        <p:spPr>
          <a:xfrm>
            <a:off x="9125712" y="1645920"/>
            <a:ext cx="2670048"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コンバージョン率</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8" name="Text 46"/>
          <p:cNvSpPr/>
          <p:nvPr/>
        </p:nvSpPr>
        <p:spPr>
          <a:xfrm>
            <a:off x="9125712" y="1828800"/>
            <a:ext cx="2670048"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Calibri" pitchFamily="34" charset="-120"/>
              </a:rPr>
              <a:t>通知率 → 店舗訪問</a:t>
            </a:r>
            <a:endParaRPr kumimoji="0" lang="en-US"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mn-cs"/>
            </a:endParaRPr>
          </a:p>
        </p:txBody>
      </p:sp>
      <p:sp>
        <p:nvSpPr>
          <p:cNvPr id="49" name="Shape 47"/>
          <p:cNvSpPr/>
          <p:nvPr/>
        </p:nvSpPr>
        <p:spPr>
          <a:xfrm>
            <a:off x="8887968" y="2084832"/>
            <a:ext cx="2907792" cy="402336"/>
          </a:xfrm>
          <a:prstGeom prst="roundRect">
            <a:avLst>
              <a:gd name="adj" fmla="val 9091"/>
            </a:avLst>
          </a:prstGeom>
          <a:solidFill>
            <a:srgbClr val="1E1E1E"/>
          </a:solidFill>
          <a:ln w="635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0" name="Shape 48"/>
          <p:cNvSpPr/>
          <p:nvPr/>
        </p:nvSpPr>
        <p:spPr>
          <a:xfrm>
            <a:off x="8961120" y="2212848"/>
            <a:ext cx="109728" cy="109728"/>
          </a:xfrm>
          <a:prstGeom prst="ellipse">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1" name="Text 49"/>
          <p:cNvSpPr/>
          <p:nvPr/>
        </p:nvSpPr>
        <p:spPr>
          <a:xfrm>
            <a:off x="9125712" y="2103120"/>
            <a:ext cx="2670048"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クーポン利用率</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2" name="Text 50"/>
          <p:cNvSpPr/>
          <p:nvPr/>
        </p:nvSpPr>
        <p:spPr>
          <a:xfrm>
            <a:off x="9125712" y="2286000"/>
            <a:ext cx="2670048"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Calibri" pitchFamily="34" charset="-120"/>
              </a:rPr>
              <a:t>POSで利用されたクーポンの割合</a:t>
            </a:r>
            <a:endParaRPr kumimoji="0" lang="en-US"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mn-cs"/>
            </a:endParaRPr>
          </a:p>
        </p:txBody>
      </p:sp>
      <p:sp>
        <p:nvSpPr>
          <p:cNvPr id="53" name="Shape 51"/>
          <p:cNvSpPr/>
          <p:nvPr/>
        </p:nvSpPr>
        <p:spPr>
          <a:xfrm>
            <a:off x="8887968" y="2542032"/>
            <a:ext cx="2907792" cy="402336"/>
          </a:xfrm>
          <a:prstGeom prst="roundRect">
            <a:avLst>
              <a:gd name="adj" fmla="val 9091"/>
            </a:avLst>
          </a:prstGeom>
          <a:solidFill>
            <a:srgbClr val="1E1E1E"/>
          </a:solidFill>
          <a:ln w="635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4" name="Shape 52"/>
          <p:cNvSpPr/>
          <p:nvPr/>
        </p:nvSpPr>
        <p:spPr>
          <a:xfrm>
            <a:off x="8961120" y="2670048"/>
            <a:ext cx="109728" cy="109728"/>
          </a:xfrm>
          <a:prstGeom prst="ellipse">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5" name="Text 53"/>
          <p:cNvSpPr/>
          <p:nvPr/>
        </p:nvSpPr>
        <p:spPr>
          <a:xfrm>
            <a:off x="9125712" y="2560320"/>
            <a:ext cx="2670048"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売上高の増加</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6" name="Text 54"/>
          <p:cNvSpPr/>
          <p:nvPr/>
        </p:nvSpPr>
        <p:spPr>
          <a:xfrm>
            <a:off x="9125712" y="2743200"/>
            <a:ext cx="2670048"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Calibri" pitchFamily="34" charset="-120"/>
              </a:rPr>
              <a:t>平均売上高と来店客数の基準値</a:t>
            </a:r>
            <a:endParaRPr kumimoji="0" lang="en-US"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mn-cs"/>
            </a:endParaRPr>
          </a:p>
        </p:txBody>
      </p:sp>
      <p:sp>
        <p:nvSpPr>
          <p:cNvPr id="57" name="Shape 55"/>
          <p:cNvSpPr/>
          <p:nvPr/>
        </p:nvSpPr>
        <p:spPr>
          <a:xfrm>
            <a:off x="8887968" y="2999232"/>
            <a:ext cx="2907792" cy="402336"/>
          </a:xfrm>
          <a:prstGeom prst="roundRect">
            <a:avLst>
              <a:gd name="adj" fmla="val 9091"/>
            </a:avLst>
          </a:prstGeom>
          <a:solidFill>
            <a:srgbClr val="1E1E1E"/>
          </a:solidFill>
          <a:ln w="635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8" name="Shape 56"/>
          <p:cNvSpPr/>
          <p:nvPr/>
        </p:nvSpPr>
        <p:spPr>
          <a:xfrm>
            <a:off x="8961120" y="3127248"/>
            <a:ext cx="109728" cy="109728"/>
          </a:xfrm>
          <a:prstGeom prst="ellipse">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9" name="Text 57"/>
          <p:cNvSpPr/>
          <p:nvPr/>
        </p:nvSpPr>
        <p:spPr>
          <a:xfrm>
            <a:off x="9125712" y="3017520"/>
            <a:ext cx="2670048"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関連付け</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0" name="Text 58"/>
          <p:cNvSpPr/>
          <p:nvPr/>
        </p:nvSpPr>
        <p:spPr>
          <a:xfrm>
            <a:off x="9125712" y="3200400"/>
            <a:ext cx="2670048"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Calibri" pitchFamily="34" charset="-120"/>
              </a:rPr>
              <a:t>キャンペーンごとの従業員一人当たりの収益</a:t>
            </a:r>
            <a:endParaRPr kumimoji="0" lang="en-US"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mn-cs"/>
            </a:endParaRPr>
          </a:p>
        </p:txBody>
      </p:sp>
      <p:sp>
        <p:nvSpPr>
          <p:cNvPr id="61" name="Shape 59"/>
          <p:cNvSpPr/>
          <p:nvPr/>
        </p:nvSpPr>
        <p:spPr>
          <a:xfrm>
            <a:off x="8887968" y="3456432"/>
            <a:ext cx="2907792" cy="402336"/>
          </a:xfrm>
          <a:prstGeom prst="roundRect">
            <a:avLst>
              <a:gd name="adj" fmla="val 9091"/>
            </a:avLst>
          </a:prstGeom>
          <a:solidFill>
            <a:srgbClr val="1E1E1E"/>
          </a:solidFill>
          <a:ln w="635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2" name="Shape 60"/>
          <p:cNvSpPr/>
          <p:nvPr/>
        </p:nvSpPr>
        <p:spPr>
          <a:xfrm>
            <a:off x="8961120" y="3584448"/>
            <a:ext cx="109728" cy="109728"/>
          </a:xfrm>
          <a:prstGeom prst="ellipse">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3" name="Text 61"/>
          <p:cNvSpPr/>
          <p:nvPr/>
        </p:nvSpPr>
        <p:spPr>
          <a:xfrm>
            <a:off x="9125712" y="3474720"/>
            <a:ext cx="2670048"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機能変換</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4" name="Text 62"/>
          <p:cNvSpPr/>
          <p:nvPr/>
        </p:nvSpPr>
        <p:spPr>
          <a:xfrm>
            <a:off x="9125712" y="3657600"/>
            <a:ext cx="2670048"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Calibri" pitchFamily="34" charset="-120"/>
              </a:rPr>
              <a:t>どの機能が売上を最も伸ばしたか</a:t>
            </a:r>
            <a:endParaRPr kumimoji="0" lang="en-US"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mn-cs"/>
            </a:endParaRPr>
          </a:p>
        </p:txBody>
      </p:sp>
      <p:sp>
        <p:nvSpPr>
          <p:cNvPr id="65" name="Shape 63"/>
          <p:cNvSpPr/>
          <p:nvPr/>
        </p:nvSpPr>
        <p:spPr>
          <a:xfrm>
            <a:off x="8887968" y="3913632"/>
            <a:ext cx="2907792" cy="402336"/>
          </a:xfrm>
          <a:prstGeom prst="roundRect">
            <a:avLst>
              <a:gd name="adj" fmla="val 9091"/>
            </a:avLst>
          </a:prstGeom>
          <a:solidFill>
            <a:srgbClr val="1E1E1E"/>
          </a:solidFill>
          <a:ln w="635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6" name="Shape 64"/>
          <p:cNvSpPr/>
          <p:nvPr/>
        </p:nvSpPr>
        <p:spPr>
          <a:xfrm>
            <a:off x="8961120" y="4041648"/>
            <a:ext cx="109728" cy="109728"/>
          </a:xfrm>
          <a:prstGeom prst="ellipse">
            <a:avLst/>
          </a:prstGeom>
          <a:solidFill>
            <a:schemeClr val="accent1"/>
          </a:solid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7" name="Text 65"/>
          <p:cNvSpPr/>
          <p:nvPr/>
        </p:nvSpPr>
        <p:spPr>
          <a:xfrm>
            <a:off x="9125712" y="3931920"/>
            <a:ext cx="2670048"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非変換分析</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8" name="Text 66"/>
          <p:cNvSpPr/>
          <p:nvPr/>
        </p:nvSpPr>
        <p:spPr>
          <a:xfrm>
            <a:off x="9125712" y="4114800"/>
            <a:ext cx="2670048"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Calibri" pitchFamily="34" charset="-120"/>
              </a:rPr>
              <a:t>おすすめした顧客が購入しなかった理由</a:t>
            </a:r>
            <a:endParaRPr kumimoji="0" lang="en-US"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mn-cs"/>
            </a:endParaRPr>
          </a:p>
        </p:txBody>
      </p:sp>
      <p:sp>
        <p:nvSpPr>
          <p:cNvPr id="69" name="Shape 67"/>
          <p:cNvSpPr/>
          <p:nvPr/>
        </p:nvSpPr>
        <p:spPr>
          <a:xfrm>
            <a:off x="8887968" y="4370832"/>
            <a:ext cx="2907792" cy="402336"/>
          </a:xfrm>
          <a:prstGeom prst="roundRect">
            <a:avLst>
              <a:gd name="adj" fmla="val 9091"/>
            </a:avLst>
          </a:prstGeom>
          <a:solidFill>
            <a:srgbClr val="1E1E1E"/>
          </a:solidFill>
          <a:ln w="635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0" name="Shape 68"/>
          <p:cNvSpPr/>
          <p:nvPr/>
        </p:nvSpPr>
        <p:spPr>
          <a:xfrm>
            <a:off x="8961120" y="4498848"/>
            <a:ext cx="109728" cy="109728"/>
          </a:xfrm>
          <a:prstGeom prst="ellipse">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1" name="Text 69"/>
          <p:cNvSpPr/>
          <p:nvPr/>
        </p:nvSpPr>
        <p:spPr>
          <a:xfrm>
            <a:off x="9125712" y="4389120"/>
            <a:ext cx="2670048"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スコアの精度</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2" name="Text 70"/>
          <p:cNvSpPr/>
          <p:nvPr/>
        </p:nvSpPr>
        <p:spPr>
          <a:xfrm>
            <a:off x="9125712" y="4572000"/>
            <a:ext cx="2670048"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Calibri" pitchFamily="34" charset="-120"/>
              </a:rPr>
              <a:t>時間の経過に伴う精密ゲート通過率</a:t>
            </a:r>
            <a:endParaRPr kumimoji="0" lang="en-US"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mn-cs"/>
            </a:endParaRPr>
          </a:p>
        </p:txBody>
      </p:sp>
      <p:sp>
        <p:nvSpPr>
          <p:cNvPr id="73" name="Shape 71"/>
          <p:cNvSpPr/>
          <p:nvPr/>
        </p:nvSpPr>
        <p:spPr>
          <a:xfrm>
            <a:off x="8887968" y="4828032"/>
            <a:ext cx="2907792" cy="402336"/>
          </a:xfrm>
          <a:prstGeom prst="roundRect">
            <a:avLst>
              <a:gd name="adj" fmla="val 9091"/>
            </a:avLst>
          </a:prstGeom>
          <a:solidFill>
            <a:srgbClr val="1E1E1E"/>
          </a:solidFill>
          <a:ln w="635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4" name="Shape 72"/>
          <p:cNvSpPr/>
          <p:nvPr/>
        </p:nvSpPr>
        <p:spPr>
          <a:xfrm>
            <a:off x="8961120" y="4956048"/>
            <a:ext cx="109728" cy="109728"/>
          </a:xfrm>
          <a:prstGeom prst="ellipse">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5" name="Text 73"/>
          <p:cNvSpPr/>
          <p:nvPr/>
        </p:nvSpPr>
        <p:spPr>
          <a:xfrm>
            <a:off x="9125712" y="4846320"/>
            <a:ext cx="2670048"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カテゴリー別パフォーマンス</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6" name="Text 74"/>
          <p:cNvSpPr/>
          <p:nvPr/>
        </p:nvSpPr>
        <p:spPr>
          <a:xfrm>
            <a:off x="9125712" y="5029200"/>
            <a:ext cx="2670048"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Calibri" pitchFamily="34" charset="-120"/>
              </a:rPr>
              <a:t>冷蔵庫、テレビ、エアコンの比較結果</a:t>
            </a:r>
            <a:endParaRPr kumimoji="0" lang="en-US" sz="800" b="0" i="0" u="none" strike="noStrike" kern="1200" cap="none" spc="0" normalizeH="0" baseline="0" noProof="0">
              <a:ln>
                <a:noFill/>
              </a:ln>
              <a:solidFill>
                <a:srgbClr val="FFFFFF">
                  <a:lumMod val="65000"/>
                </a:srgbClr>
              </a:solidFill>
              <a:effectLst/>
              <a:uLnTx/>
              <a:uFillTx/>
              <a:latin typeface="Yu Gothic" panose="020B0400000000000000" pitchFamily="34" charset="-128"/>
              <a:ea typeface="Yu Gothic" panose="020B0400000000000000" pitchFamily="34" charset="-128"/>
              <a:cs typeface="+mn-cs"/>
            </a:endParaRPr>
          </a:p>
        </p:txBody>
      </p:sp>
      <p:sp>
        <p:nvSpPr>
          <p:cNvPr id="77" name="Text 75"/>
          <p:cNvSpPr/>
          <p:nvPr/>
        </p:nvSpPr>
        <p:spPr>
          <a:xfrm>
            <a:off x="8906886" y="5282076"/>
            <a:ext cx="29077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00" b="0" i="1" u="none" strike="noStrike" kern="1200" cap="none" spc="0" normalizeH="0" baseline="0" noProof="0" dirty="0" err="1">
                <a:ln>
                  <a:noFill/>
                </a:ln>
                <a:solidFill>
                  <a:srgbClr val="FF5F2D"/>
                </a:solidFill>
                <a:effectLst/>
                <a:uLnTx/>
                <a:uFillTx/>
                <a:latin typeface="Yu Gothic" panose="020B0400000000000000" pitchFamily="34" charset="-128"/>
                <a:ea typeface="Yu Gothic" panose="020B0400000000000000" pitchFamily="34" charset="-128"/>
                <a:cs typeface="Calibri" pitchFamily="34" charset="-120"/>
              </a:rPr>
              <a:t>石原様</a:t>
            </a:r>
            <a:r>
              <a:rPr kumimoji="0" lang="ja" sz="700" b="0" i="1" u="none" strike="noStrike" kern="1200" cap="none" spc="0" normalizeH="0" baseline="0" noProof="0" dirty="0">
                <a:ln>
                  <a:noFill/>
                </a:ln>
                <a:solidFill>
                  <a:srgbClr val="FF5F2D"/>
                </a:solidFill>
                <a:effectLst/>
                <a:uLnTx/>
                <a:uFillTx/>
                <a:latin typeface="Yu Gothic" panose="020B0400000000000000" pitchFamily="34" charset="-128"/>
                <a:ea typeface="Yu Gothic" panose="020B0400000000000000" pitchFamily="34" charset="-128"/>
                <a:cs typeface="Calibri" pitchFamily="34" charset="-120"/>
              </a:rPr>
              <a:t>）</a:t>
            </a:r>
            <a:endParaRPr kumimoji="0" lang="en-US" sz="700" b="0" i="0" u="none" strike="noStrike" kern="1200" cap="none" spc="0" normalizeH="0" baseline="0" noProof="0" dirty="0">
              <a:ln>
                <a:noFill/>
              </a:ln>
              <a:solidFill>
                <a:srgbClr val="FF5F2D"/>
              </a:solidFill>
              <a:effectLst/>
              <a:uLnTx/>
              <a:uFillTx/>
              <a:latin typeface="Yu Gothic" panose="020B0400000000000000" pitchFamily="34" charset="-128"/>
              <a:ea typeface="Yu Gothic" panose="020B0400000000000000" pitchFamily="34" charset="-128"/>
              <a:cs typeface="+mn-cs"/>
            </a:endParaRPr>
          </a:p>
        </p:txBody>
      </p:sp>
      <p:sp>
        <p:nvSpPr>
          <p:cNvPr id="78" name="Shape 76"/>
          <p:cNvSpPr/>
          <p:nvPr/>
        </p:nvSpPr>
        <p:spPr>
          <a:xfrm>
            <a:off x="256032" y="3602736"/>
            <a:ext cx="8211312" cy="603504"/>
          </a:xfrm>
          <a:prstGeom prst="rect">
            <a:avLst/>
          </a:prstGeom>
          <a:solidFill>
            <a:schemeClr val="accent5"/>
          </a:solidFill>
          <a:ln w="12700">
            <a:solidFill>
              <a:srgbClr val="41404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9" name="Text 77"/>
          <p:cNvSpPr/>
          <p:nvPr/>
        </p:nvSpPr>
        <p:spPr>
          <a:xfrm>
            <a:off x="347472" y="3602736"/>
            <a:ext cx="109728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閉ループ</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0" name="Text 78"/>
          <p:cNvSpPr/>
          <p:nvPr/>
        </p:nvSpPr>
        <p:spPr>
          <a:xfrm>
            <a:off x="1517904" y="3602736"/>
            <a:ext cx="694944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すべての通知、すべての販売、すべての無断キャンセルが追跡されます。コンバージョンに至らなかった理由（野島氏独自の要件）を分析することで、推奨顧客が購入に至らなかった理由を正確に把握し、スコアリングを迅速に改善できます。このシステムは、キャンペーンサイクルを重ねるごとに精度が飛躍的に向上します。</a:t>
            </a:r>
            <a:endParaRPr kumimoji="0" lang="en-US" sz="9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n-cs"/>
            </a:endParaRPr>
          </a:p>
        </p:txBody>
      </p:sp>
      <p:sp>
        <p:nvSpPr>
          <p:cNvPr id="81" name="Shape 79"/>
          <p:cNvSpPr/>
          <p:nvPr/>
        </p:nvSpPr>
        <p:spPr>
          <a:xfrm>
            <a:off x="256032" y="4334256"/>
            <a:ext cx="2670048" cy="932688"/>
          </a:xfrm>
          <a:prstGeom prst="roundRect">
            <a:avLst>
              <a:gd name="adj" fmla="val 7843"/>
            </a:avLst>
          </a:prstGeom>
          <a:solidFill>
            <a:schemeClr val="tx2">
              <a:lumMod val="90000"/>
            </a:schemeClr>
          </a:solidFill>
          <a:ln w="10160">
            <a:solidFill>
              <a:schemeClr val="tx2">
                <a:lumMod val="75000"/>
              </a:schemeClr>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2" name="Shape 80"/>
          <p:cNvSpPr/>
          <p:nvPr/>
        </p:nvSpPr>
        <p:spPr>
          <a:xfrm>
            <a:off x="256032" y="4334256"/>
            <a:ext cx="2670048" cy="256032"/>
          </a:xfrm>
          <a:prstGeom prst="rect">
            <a:avLst/>
          </a:prstGeom>
          <a:solidFill>
            <a:schemeClr val="tx2">
              <a:lumMod val="75000"/>
            </a:schemeClr>
          </a:solidFill>
          <a:ln w="12700">
            <a:solidFill>
              <a:schemeClr val="tx2">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3" name="Text 81"/>
          <p:cNvSpPr/>
          <p:nvPr/>
        </p:nvSpPr>
        <p:spPr>
          <a:xfrm>
            <a:off x="347472" y="4334256"/>
            <a:ext cx="252374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 関連するパフォーマンス</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4" name="Text 82"/>
          <p:cNvSpPr/>
          <p:nvPr/>
        </p:nvSpPr>
        <p:spPr>
          <a:xfrm>
            <a:off x="347472" y="4626864"/>
            <a:ext cx="2505456" cy="58521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従業員一人当たりの収益、コンバージョン率、およびアポイントメント数。 制度の説明責任を強化します。</a:t>
            </a:r>
            <a:endParaRPr kumimoji="0" lang="en-US"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mn-cs"/>
            </a:endParaRPr>
          </a:p>
        </p:txBody>
      </p:sp>
      <p:sp>
        <p:nvSpPr>
          <p:cNvPr id="85" name="Shape 83"/>
          <p:cNvSpPr/>
          <p:nvPr/>
        </p:nvSpPr>
        <p:spPr>
          <a:xfrm>
            <a:off x="3017520" y="4334256"/>
            <a:ext cx="2670048" cy="932688"/>
          </a:xfrm>
          <a:prstGeom prst="roundRect">
            <a:avLst>
              <a:gd name="adj" fmla="val 7843"/>
            </a:avLst>
          </a:prstGeom>
          <a:solidFill>
            <a:schemeClr val="tx2">
              <a:lumMod val="90000"/>
            </a:schemeClr>
          </a:solidFill>
          <a:ln w="10160">
            <a:solidFill>
              <a:schemeClr val="tx2">
                <a:lumMod val="75000"/>
              </a:schemeClr>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6" name="Shape 84"/>
          <p:cNvSpPr/>
          <p:nvPr/>
        </p:nvSpPr>
        <p:spPr>
          <a:xfrm>
            <a:off x="3017520" y="4334256"/>
            <a:ext cx="2670048" cy="256032"/>
          </a:xfrm>
          <a:prstGeom prst="rect">
            <a:avLst/>
          </a:prstGeom>
          <a:solidFill>
            <a:schemeClr val="tx2">
              <a:lumMod val="75000"/>
            </a:schemeClr>
          </a:solidFill>
          <a:ln w="12700">
            <a:solidFill>
              <a:schemeClr val="tx2">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7" name="Text 85"/>
          <p:cNvSpPr/>
          <p:nvPr/>
        </p:nvSpPr>
        <p:spPr>
          <a:xfrm>
            <a:off x="3108960" y="4334256"/>
            <a:ext cx="252374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 キャンペーンの効果</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8" name="Text 86"/>
          <p:cNvSpPr/>
          <p:nvPr/>
        </p:nvSpPr>
        <p:spPr>
          <a:xfrm>
            <a:off x="3108960" y="4626864"/>
            <a:ext cx="2505456" cy="58521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どの製品カテゴリと機能が最もコンバージョンを促進しているか。本社の在庫計画に役立てる。</a:t>
            </a:r>
            <a:endParaRPr kumimoji="0" lang="en-US"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mn-cs"/>
            </a:endParaRPr>
          </a:p>
        </p:txBody>
      </p:sp>
      <p:sp>
        <p:nvSpPr>
          <p:cNvPr id="89" name="Shape 87"/>
          <p:cNvSpPr/>
          <p:nvPr/>
        </p:nvSpPr>
        <p:spPr>
          <a:xfrm>
            <a:off x="5779008" y="4334256"/>
            <a:ext cx="2670048" cy="932688"/>
          </a:xfrm>
          <a:prstGeom prst="roundRect">
            <a:avLst>
              <a:gd name="adj" fmla="val 7843"/>
            </a:avLst>
          </a:prstGeom>
          <a:solidFill>
            <a:schemeClr val="tx2">
              <a:lumMod val="90000"/>
            </a:schemeClr>
          </a:solidFill>
          <a:ln w="10160">
            <a:solidFill>
              <a:schemeClr val="tx2">
                <a:lumMod val="75000"/>
              </a:schemeClr>
            </a:solidFill>
            <a:prstDash val="solid"/>
          </a:ln>
          <a:effectLst>
            <a:outerShdw blurRad="63500" dist="25400" dir="8100000" algn="bl" rotWithShape="0">
              <a:srgbClr val="000000">
                <a:alpha val="9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0" name="Shape 88"/>
          <p:cNvSpPr/>
          <p:nvPr/>
        </p:nvSpPr>
        <p:spPr>
          <a:xfrm>
            <a:off x="5779008" y="4334256"/>
            <a:ext cx="2670048" cy="256032"/>
          </a:xfrm>
          <a:prstGeom prst="rect">
            <a:avLst/>
          </a:prstGeom>
          <a:solidFill>
            <a:schemeClr val="tx2">
              <a:lumMod val="75000"/>
            </a:schemeClr>
          </a:solidFill>
          <a:ln w="12700">
            <a:solidFill>
              <a:schemeClr val="tx2">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1" name="Text 89"/>
          <p:cNvSpPr/>
          <p:nvPr/>
        </p:nvSpPr>
        <p:spPr>
          <a:xfrm>
            <a:off x="5870448" y="4334256"/>
            <a:ext cx="252374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 スコアの向上</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2" name="Text 90"/>
          <p:cNvSpPr/>
          <p:nvPr/>
        </p:nvSpPr>
        <p:spPr>
          <a:xfrm>
            <a:off x="5870448" y="4626864"/>
            <a:ext cx="2505456" cy="58521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Calibri" pitchFamily="34" charset="-120"/>
              </a:rPr>
              <a:t>コンバージョン データにより、買い替えスコア モデルが改良されます。各サイクルは前回よりも正確です。</a:t>
            </a:r>
            <a:endParaRPr kumimoji="0" lang="en-US" sz="900" b="0" i="0" u="none" strike="noStrike" kern="1200" cap="none" spc="0" normalizeH="0" baseline="0" noProof="0">
              <a:ln>
                <a:noFill/>
              </a:ln>
              <a:solidFill>
                <a:srgbClr val="484F6B"/>
              </a:solidFill>
              <a:effectLst/>
              <a:uLnTx/>
              <a:uFillTx/>
              <a:latin typeface="Yu Gothic" panose="020B0400000000000000" pitchFamily="34" charset="-128"/>
              <a:ea typeface="Yu Gothic" panose="020B0400000000000000" pitchFamily="34" charset="-128"/>
              <a:cs typeface="+mn-cs"/>
            </a:endParaRPr>
          </a:p>
        </p:txBody>
      </p:sp>
      <p:sp>
        <p:nvSpPr>
          <p:cNvPr id="94" name="Text 92"/>
          <p:cNvSpPr/>
          <p:nvPr/>
        </p:nvSpPr>
        <p:spPr>
          <a:xfrm>
            <a:off x="11795760" y="6620256"/>
            <a:ext cx="329184"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ja" sz="9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3/3</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cxnSp>
        <p:nvCxnSpPr>
          <p:cNvPr id="29" name="Straight Arrow Connector 28">
            <a:extLst>
              <a:ext uri="{FF2B5EF4-FFF2-40B4-BE49-F238E27FC236}">
                <a16:creationId xmlns:a16="http://schemas.microsoft.com/office/drawing/2014/main" id="{40C02407-ACA0-BA9D-D9BC-D82F526D1A67}"/>
              </a:ext>
            </a:extLst>
          </p:cNvPr>
          <p:cNvCxnSpPr>
            <a:stCxn id="9" idx="3"/>
            <a:endCxn id="20" idx="1"/>
          </p:cNvCxnSpPr>
          <p:nvPr/>
        </p:nvCxnSpPr>
        <p:spPr>
          <a:xfrm>
            <a:off x="2907792" y="2221992"/>
            <a:ext cx="16459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3A662E4-55F3-1FCB-BEE7-8F45D3577D3F}"/>
              </a:ext>
            </a:extLst>
          </p:cNvPr>
          <p:cNvCxnSpPr>
            <a:cxnSpLocks/>
            <a:stCxn id="20" idx="3"/>
            <a:endCxn id="31" idx="1"/>
          </p:cNvCxnSpPr>
          <p:nvPr/>
        </p:nvCxnSpPr>
        <p:spPr>
          <a:xfrm>
            <a:off x="5724144" y="2221992"/>
            <a:ext cx="164592"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01444-BFCB-2BC5-9C9F-32FB9F606942}"/>
            </a:ext>
          </a:extLst>
        </p:cNvPr>
        <p:cNvGrpSpPr/>
        <p:nvPr/>
      </p:nvGrpSpPr>
      <p:grpSpPr>
        <a:xfrm>
          <a:off x="0" y="0"/>
          <a:ext cx="0" cy="0"/>
          <a:chOff x="0" y="0"/>
          <a:chExt cx="0" cy="0"/>
        </a:xfrm>
      </p:grpSpPr>
      <p:sp>
        <p:nvSpPr>
          <p:cNvPr id="3" name="Google Shape;213;g3b3229198cb_1_6513">
            <a:extLst>
              <a:ext uri="{FF2B5EF4-FFF2-40B4-BE49-F238E27FC236}">
                <a16:creationId xmlns:a16="http://schemas.microsoft.com/office/drawing/2014/main" id="{895E35BB-1CC0-E1EB-A190-793798BBB4BD}"/>
              </a:ext>
            </a:extLst>
          </p:cNvPr>
          <p:cNvSpPr txBox="1"/>
          <p:nvPr/>
        </p:nvSpPr>
        <p:spPr>
          <a:xfrm>
            <a:off x="650058" y="2520931"/>
            <a:ext cx="10156800" cy="3400500"/>
          </a:xfrm>
          <a:prstGeom prst="rect">
            <a:avLst/>
          </a:prstGeom>
          <a:noFill/>
          <a:ln>
            <a:noFill/>
          </a:ln>
        </p:spPr>
        <p:txBody>
          <a:bodyPr spcFirstLastPara="1" wrap="square" lIns="0" tIns="0" rIns="0" bIns="0" anchor="t" anchorCtr="0">
            <a:noAutofit/>
          </a:bodyPr>
          <a:lstStyle/>
          <a:p>
            <a:pPr marL="457200" marR="0" lvl="0" indent="-457200" algn="l" defTabSz="914400" rtl="0" eaLnBrk="1" fontAlgn="auto" latinLnBrk="0" hangingPunct="1">
              <a:lnSpc>
                <a:spcPct val="150000"/>
              </a:lnSpc>
              <a:spcBef>
                <a:spcPts val="0"/>
              </a:spcBef>
              <a:spcAft>
                <a:spcPts val="0"/>
              </a:spcAft>
              <a:buClr>
                <a:srgbClr val="F37037"/>
              </a:buClr>
              <a:buSzPts val="4000"/>
              <a:buFont typeface="Manrope"/>
              <a:buAutoNum type="arabicPeriod"/>
              <a:tabLst/>
              <a:defRPr/>
            </a:pPr>
            <a:r>
              <a:rPr kumimoji="0" lang="ja" sz="4000" b="0" i="0" u="none" strike="noStrike" kern="0" cap="none" spc="0" normalizeH="0" baseline="0" noProof="0" dirty="0">
                <a:ln>
                  <a:noFill/>
                </a:ln>
                <a:solidFill>
                  <a:srgbClr val="6D6E71"/>
                </a:solidFill>
                <a:effectLst/>
                <a:uLnTx/>
                <a:uFillTx/>
                <a:latin typeface="Yu Gothic" panose="020B0400000000000000" pitchFamily="34" charset="-128"/>
                <a:ea typeface="Yu Gothic" panose="020B0400000000000000" pitchFamily="34" charset="-128"/>
                <a:cs typeface="Manrope"/>
                <a:sym typeface="Manrope"/>
              </a:rPr>
              <a:t>エグゼクティブサマリー</a:t>
            </a:r>
          </a:p>
          <a:p>
            <a:pPr marL="457200" marR="0" lvl="0" indent="-457200" algn="l" defTabSz="914400" rtl="0" eaLnBrk="1" fontAlgn="auto" latinLnBrk="0" hangingPunct="1">
              <a:lnSpc>
                <a:spcPct val="150000"/>
              </a:lnSpc>
              <a:spcBef>
                <a:spcPts val="0"/>
              </a:spcBef>
              <a:spcAft>
                <a:spcPts val="0"/>
              </a:spcAft>
              <a:buClr>
                <a:srgbClr val="F37037"/>
              </a:buClr>
              <a:buSzPts val="4000"/>
              <a:buFont typeface="Manrope"/>
              <a:buAutoNum type="arabicPeriod"/>
              <a:tabLst/>
              <a:defRPr/>
            </a:pPr>
            <a:r>
              <a:rPr kumimoji="0" lang="ja" sz="4000" b="0" i="0" u="none" strike="noStrike" kern="0" cap="none" spc="0" normalizeH="0" baseline="0" noProof="0" dirty="0">
                <a:ln>
                  <a:noFill/>
                </a:ln>
                <a:solidFill>
                  <a:srgbClr val="6D6E71"/>
                </a:solidFill>
                <a:effectLst/>
                <a:uLnTx/>
                <a:uFillTx/>
                <a:latin typeface="Yu Gothic" panose="020B0400000000000000" pitchFamily="34" charset="-128"/>
                <a:ea typeface="Yu Gothic" panose="020B0400000000000000" pitchFamily="34" charset="-128"/>
                <a:cs typeface="Manrope"/>
                <a:sym typeface="Manrope"/>
              </a:rPr>
              <a:t>解決策の提案</a:t>
            </a:r>
            <a:endParaRPr kumimoji="0" lang="en-US" sz="1900" b="0" i="0" u="none" strike="noStrike" kern="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Arial"/>
              <a:sym typeface="Arial"/>
            </a:endParaRPr>
          </a:p>
          <a:p>
            <a:pPr marL="457200" marR="0" lvl="0" indent="-457200" algn="l" defTabSz="914400" rtl="0" eaLnBrk="1" fontAlgn="auto" latinLnBrk="0" hangingPunct="1">
              <a:lnSpc>
                <a:spcPct val="150000"/>
              </a:lnSpc>
              <a:spcBef>
                <a:spcPts val="0"/>
              </a:spcBef>
              <a:spcAft>
                <a:spcPts val="0"/>
              </a:spcAft>
              <a:buClr>
                <a:srgbClr val="F37037"/>
              </a:buClr>
              <a:buSzPts val="4000"/>
              <a:buFont typeface="Manrope"/>
              <a:buAutoNum type="arabicPeriod"/>
              <a:tabLst/>
              <a:defRPr/>
            </a:pPr>
            <a:r>
              <a:rPr kumimoji="0" lang="ja" sz="4000" b="0" i="0" u="none" strike="noStrike" kern="0" cap="none" spc="0" normalizeH="0" baseline="0" noProof="0" dirty="0">
                <a:ln>
                  <a:noFill/>
                </a:ln>
                <a:solidFill>
                  <a:srgbClr val="F37037"/>
                </a:solidFill>
                <a:effectLst/>
                <a:uLnTx/>
                <a:uFillTx/>
                <a:latin typeface="Yu Gothic" panose="020B0400000000000000" pitchFamily="34" charset="-128"/>
                <a:ea typeface="Yu Gothic" panose="020B0400000000000000" pitchFamily="34" charset="-128"/>
                <a:cs typeface="Manrope"/>
                <a:sym typeface="Manrope"/>
              </a:rPr>
              <a:t>アプローチと範囲</a:t>
            </a:r>
            <a:endParaRPr kumimoji="0" sz="1900" b="0" i="0" u="none" strike="noStrike" kern="0" cap="none" spc="0" normalizeH="0" baseline="0" noProof="0" dirty="0">
              <a:ln>
                <a:noFill/>
              </a:ln>
              <a:solidFill>
                <a:srgbClr val="F37037"/>
              </a:solidFill>
              <a:effectLst/>
              <a:uLnTx/>
              <a:uFillTx/>
              <a:latin typeface="Yu Gothic" panose="020B0400000000000000" pitchFamily="34" charset="-128"/>
              <a:ea typeface="Yu Gothic" panose="020B0400000000000000" pitchFamily="34" charset="-128"/>
              <a:cs typeface="Arial"/>
              <a:sym typeface="Arial"/>
            </a:endParaRPr>
          </a:p>
          <a:p>
            <a:pPr marL="457200" marR="0" lvl="0" indent="-457200" algn="l" defTabSz="914400" rtl="0" eaLnBrk="1" fontAlgn="auto" latinLnBrk="0" hangingPunct="1">
              <a:lnSpc>
                <a:spcPct val="150000"/>
              </a:lnSpc>
              <a:spcBef>
                <a:spcPts val="0"/>
              </a:spcBef>
              <a:spcAft>
                <a:spcPts val="0"/>
              </a:spcAft>
              <a:buClr>
                <a:srgbClr val="F37037"/>
              </a:buClr>
              <a:buSzPts val="4000"/>
              <a:buFont typeface="Manrope"/>
              <a:buAutoNum type="arabicPeriod"/>
              <a:tabLst/>
              <a:defRPr/>
            </a:pPr>
            <a:r>
              <a:rPr kumimoji="0" lang="ja" sz="4000" b="0" i="0" u="none" strike="noStrike" kern="0" cap="none" spc="0" normalizeH="0" baseline="0" noProof="0" dirty="0">
                <a:ln>
                  <a:noFill/>
                </a:ln>
                <a:solidFill>
                  <a:srgbClr val="6D6E71"/>
                </a:solidFill>
                <a:effectLst/>
                <a:uLnTx/>
                <a:uFillTx/>
                <a:latin typeface="Yu Gothic" panose="020B0400000000000000" pitchFamily="34" charset="-128"/>
                <a:ea typeface="Yu Gothic" panose="020B0400000000000000" pitchFamily="34" charset="-128"/>
                <a:cs typeface="Manrope"/>
                <a:sym typeface="Manrope"/>
              </a:rPr>
              <a:t>コマーシャル</a:t>
            </a:r>
            <a:endParaRPr kumimoji="0" sz="4000" b="0" i="0" u="none" strike="noStrike" kern="0" cap="none" spc="0" normalizeH="0" baseline="0" noProof="0" dirty="0">
              <a:ln>
                <a:noFill/>
              </a:ln>
              <a:solidFill>
                <a:srgbClr val="6D6E71"/>
              </a:solidFill>
              <a:effectLst/>
              <a:uLnTx/>
              <a:uFillTx/>
              <a:latin typeface="Yu Gothic" panose="020B0400000000000000" pitchFamily="34" charset="-128"/>
              <a:ea typeface="Yu Gothic" panose="020B0400000000000000" pitchFamily="34" charset="-128"/>
              <a:cs typeface="Manrope"/>
              <a:sym typeface="Manrope"/>
            </a:endParaRPr>
          </a:p>
        </p:txBody>
      </p:sp>
    </p:spTree>
    <p:extLst>
      <p:ext uri="{BB962C8B-B14F-4D97-AF65-F5344CB8AC3E}">
        <p14:creationId xmlns:p14="http://schemas.microsoft.com/office/powerpoint/2010/main" val="327585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50"/>
        <p:cNvGrpSpPr/>
        <p:nvPr/>
      </p:nvGrpSpPr>
      <p:grpSpPr>
        <a:xfrm>
          <a:off x="0" y="0"/>
          <a:ext cx="0" cy="0"/>
          <a:chOff x="0" y="0"/>
          <a:chExt cx="0" cy="0"/>
        </a:xfrm>
      </p:grpSpPr>
      <p:sp>
        <p:nvSpPr>
          <p:cNvPr id="39" name="Arrow: Right 38">
            <a:extLst>
              <a:ext uri="{FF2B5EF4-FFF2-40B4-BE49-F238E27FC236}">
                <a16:creationId xmlns:a16="http://schemas.microsoft.com/office/drawing/2014/main" id="{5EFC1720-E1B6-913A-7BA9-AAE79F328EED}"/>
              </a:ext>
            </a:extLst>
          </p:cNvPr>
          <p:cNvSpPr/>
          <p:nvPr/>
        </p:nvSpPr>
        <p:spPr>
          <a:xfrm>
            <a:off x="1480768" y="1989717"/>
            <a:ext cx="9155169" cy="288765"/>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sym typeface="Arial"/>
            </a:endParaRPr>
          </a:p>
        </p:txBody>
      </p:sp>
      <p:cxnSp>
        <p:nvCxnSpPr>
          <p:cNvPr id="2552" name="Google Shape;2552;p193"/>
          <p:cNvCxnSpPr/>
          <p:nvPr/>
        </p:nvCxnSpPr>
        <p:spPr>
          <a:xfrm>
            <a:off x="6563298" y="2509058"/>
            <a:ext cx="0" cy="1630800"/>
          </a:xfrm>
          <a:prstGeom prst="straightConnector1">
            <a:avLst/>
          </a:prstGeom>
          <a:noFill/>
          <a:ln w="9525" cap="flat" cmpd="sng">
            <a:solidFill>
              <a:srgbClr val="000000"/>
            </a:solidFill>
            <a:prstDash val="lgDash"/>
            <a:round/>
            <a:headEnd type="none" w="med" len="med"/>
            <a:tailEnd type="none" w="med" len="med"/>
          </a:ln>
        </p:spPr>
      </p:cxnSp>
      <p:sp>
        <p:nvSpPr>
          <p:cNvPr id="2554" name="Google Shape;2554;p193"/>
          <p:cNvSpPr txBox="1"/>
          <p:nvPr/>
        </p:nvSpPr>
        <p:spPr>
          <a:xfrm>
            <a:off x="6670589" y="2372392"/>
            <a:ext cx="2244800" cy="246221"/>
          </a:xfrm>
          <a:prstGeom prst="rect">
            <a:avLst/>
          </a:prstGeom>
          <a:noFill/>
          <a:ln>
            <a:noFill/>
          </a:ln>
        </p:spPr>
        <p:txBody>
          <a:bodyPr spcFirstLastPara="1" wrap="square" lIns="0" tIns="0" rIns="0" bIns="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6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rPr>
              <a:t>MVP</a:t>
            </a:r>
            <a:endParaRPr kumimoji="0" sz="16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cxnSp>
        <p:nvCxnSpPr>
          <p:cNvPr id="2556" name="Google Shape;2556;p193"/>
          <p:cNvCxnSpPr/>
          <p:nvPr/>
        </p:nvCxnSpPr>
        <p:spPr>
          <a:xfrm>
            <a:off x="9022725" y="2509058"/>
            <a:ext cx="0" cy="1630800"/>
          </a:xfrm>
          <a:prstGeom prst="straightConnector1">
            <a:avLst/>
          </a:prstGeom>
          <a:noFill/>
          <a:ln w="9525" cap="flat" cmpd="sng">
            <a:solidFill>
              <a:srgbClr val="000000"/>
            </a:solidFill>
            <a:prstDash val="lgDash"/>
            <a:round/>
            <a:headEnd type="none" w="med" len="med"/>
            <a:tailEnd type="none" w="med" len="med"/>
          </a:ln>
        </p:spPr>
      </p:cxnSp>
      <p:sp>
        <p:nvSpPr>
          <p:cNvPr id="2563" name="Google Shape;2563;p193"/>
          <p:cNvSpPr/>
          <p:nvPr/>
        </p:nvSpPr>
        <p:spPr>
          <a:xfrm>
            <a:off x="1519293" y="3015313"/>
            <a:ext cx="605200" cy="605200"/>
          </a:xfrm>
          <a:prstGeom prst="snip1Rect">
            <a:avLst>
              <a:gd name="adj" fmla="val 16667"/>
            </a:avLst>
          </a:prstGeom>
          <a:solidFill>
            <a:srgbClr val="2E776A"/>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566" name="Google Shape;2566;p193"/>
          <p:cNvSpPr/>
          <p:nvPr/>
        </p:nvSpPr>
        <p:spPr>
          <a:xfrm>
            <a:off x="3498892" y="3021178"/>
            <a:ext cx="605200" cy="605200"/>
          </a:xfrm>
          <a:prstGeom prst="snip1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567" name="Google Shape;2567;p193"/>
          <p:cNvSpPr/>
          <p:nvPr/>
        </p:nvSpPr>
        <p:spPr>
          <a:xfrm>
            <a:off x="4238006" y="3021858"/>
            <a:ext cx="605200" cy="605200"/>
          </a:xfrm>
          <a:prstGeom prst="snip1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568" name="Google Shape;2568;p193"/>
          <p:cNvSpPr/>
          <p:nvPr/>
        </p:nvSpPr>
        <p:spPr>
          <a:xfrm>
            <a:off x="5024273" y="3021858"/>
            <a:ext cx="605200" cy="605200"/>
          </a:xfrm>
          <a:prstGeom prst="snip1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569" name="Google Shape;2569;p193"/>
          <p:cNvSpPr/>
          <p:nvPr/>
        </p:nvSpPr>
        <p:spPr>
          <a:xfrm>
            <a:off x="5777006" y="3021858"/>
            <a:ext cx="605200" cy="605200"/>
          </a:xfrm>
          <a:prstGeom prst="snip1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570" name="Google Shape;2570;p193"/>
          <p:cNvSpPr/>
          <p:nvPr/>
        </p:nvSpPr>
        <p:spPr>
          <a:xfrm>
            <a:off x="6720889" y="3021858"/>
            <a:ext cx="605200" cy="605200"/>
          </a:xfrm>
          <a:prstGeom prst="snip1Rect">
            <a:avLst>
              <a:gd name="adj" fmla="val 16667"/>
            </a:avLst>
          </a:prstGeom>
          <a:solidFill>
            <a:schemeClr val="accent2"/>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571" name="Google Shape;2571;p193"/>
          <p:cNvSpPr/>
          <p:nvPr/>
        </p:nvSpPr>
        <p:spPr>
          <a:xfrm>
            <a:off x="8259889" y="3021858"/>
            <a:ext cx="605200" cy="605200"/>
          </a:xfrm>
          <a:prstGeom prst="snip1Rect">
            <a:avLst>
              <a:gd name="adj" fmla="val 16667"/>
            </a:avLst>
          </a:prstGeom>
          <a:solidFill>
            <a:schemeClr val="accent2"/>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572" name="Google Shape;2572;p193"/>
          <p:cNvSpPr/>
          <p:nvPr/>
        </p:nvSpPr>
        <p:spPr>
          <a:xfrm>
            <a:off x="7490373" y="3021858"/>
            <a:ext cx="605200" cy="605200"/>
          </a:xfrm>
          <a:prstGeom prst="snip1Rect">
            <a:avLst>
              <a:gd name="adj" fmla="val 16667"/>
            </a:avLst>
          </a:prstGeom>
          <a:solidFill>
            <a:schemeClr val="accent2"/>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573" name="Google Shape;2573;p193"/>
          <p:cNvSpPr/>
          <p:nvPr/>
        </p:nvSpPr>
        <p:spPr>
          <a:xfrm>
            <a:off x="9973255" y="3021858"/>
            <a:ext cx="605200" cy="605200"/>
          </a:xfrm>
          <a:prstGeom prst="snip1Rect">
            <a:avLst>
              <a:gd name="adj" fmla="val 16667"/>
            </a:avLst>
          </a:prstGeom>
          <a:solidFill>
            <a:schemeClr val="accent1"/>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574" name="Google Shape;2574;p193"/>
          <p:cNvSpPr/>
          <p:nvPr/>
        </p:nvSpPr>
        <p:spPr>
          <a:xfrm>
            <a:off x="9203739" y="3021858"/>
            <a:ext cx="605200" cy="605200"/>
          </a:xfrm>
          <a:prstGeom prst="snip1Rect">
            <a:avLst>
              <a:gd name="adj" fmla="val 16667"/>
            </a:avLst>
          </a:prstGeom>
          <a:solidFill>
            <a:schemeClr val="accent1"/>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575" name="Google Shape;2575;p193"/>
          <p:cNvSpPr txBox="1"/>
          <p:nvPr/>
        </p:nvSpPr>
        <p:spPr>
          <a:xfrm>
            <a:off x="434078" y="631198"/>
            <a:ext cx="7272012" cy="403021"/>
          </a:xfrm>
          <a:prstGeom prst="rect">
            <a:avLst/>
          </a:prstGeom>
          <a:noFill/>
          <a:ln>
            <a:noFill/>
          </a:ln>
        </p:spPr>
        <p:txBody>
          <a:bodyPr spcFirstLastPara="1" wrap="square" lIns="0" tIns="0" rIns="0" bIns="0" anchor="t" anchorCtr="0">
            <a:noAutofit/>
          </a:bodyPr>
          <a:lstStyle/>
          <a:p>
            <a:pPr marL="0" marR="0" lvl="0" indent="0" algn="l" defTabSz="1219170" rtl="0" eaLnBrk="1" fontAlgn="auto" latinLnBrk="0" hangingPunct="1">
              <a:lnSpc>
                <a:spcPct val="115000"/>
              </a:lnSpc>
              <a:spcBef>
                <a:spcPts val="0"/>
              </a:spcBef>
              <a:spcAft>
                <a:spcPts val="0"/>
              </a:spcAft>
              <a:buClr>
                <a:srgbClr val="000000"/>
              </a:buClr>
              <a:buSzTx/>
              <a:buFont typeface="Arial"/>
              <a:buNone/>
              <a:tabLst/>
              <a:defRPr/>
            </a:pPr>
            <a:r>
              <a:rPr kumimoji="0" lang="ja" sz="2800" b="1" i="0" u="none" strike="noStrike" kern="0" cap="none" spc="0" normalizeH="0" baseline="0" noProof="0">
                <a:ln>
                  <a:noFill/>
                </a:ln>
                <a:solidFill>
                  <a:srgbClr val="F37037"/>
                </a:solidFill>
                <a:effectLst/>
                <a:uLnTx/>
                <a:uFillTx/>
                <a:latin typeface="Yu Gothic" panose="020B0400000000000000" pitchFamily="34" charset="-128"/>
                <a:ea typeface="Yu Gothic" panose="020B0400000000000000" pitchFamily="34" charset="-128"/>
                <a:cs typeface="Helvetica Neue"/>
                <a:sym typeface="Manrope SemiBold"/>
              </a:rPr>
              <a:t>ハイレベルアプローチ</a:t>
            </a:r>
            <a:endParaRPr kumimoji="0" sz="2800" b="1" i="0" u="none" strike="noStrike" kern="0" cap="none" spc="0" normalizeH="0" baseline="0" noProof="0">
              <a:ln>
                <a:noFill/>
              </a:ln>
              <a:solidFill>
                <a:srgbClr val="F37037"/>
              </a:solidFill>
              <a:effectLst/>
              <a:uLnTx/>
              <a:uFillTx/>
              <a:latin typeface="Yu Gothic" panose="020B0400000000000000" pitchFamily="34" charset="-128"/>
              <a:ea typeface="Yu Gothic" panose="020B0400000000000000" pitchFamily="34" charset="-128"/>
              <a:cs typeface="Helvetica Neue"/>
              <a:sym typeface="Manrope SemiBold"/>
            </a:endParaRPr>
          </a:p>
        </p:txBody>
      </p:sp>
      <p:sp>
        <p:nvSpPr>
          <p:cNvPr id="5" name="Google Shape;2553;p193">
            <a:extLst>
              <a:ext uri="{FF2B5EF4-FFF2-40B4-BE49-F238E27FC236}">
                <a16:creationId xmlns:a16="http://schemas.microsoft.com/office/drawing/2014/main" id="{B6147F3A-260A-D258-0A7B-BB9C687E2E9D}"/>
              </a:ext>
            </a:extLst>
          </p:cNvPr>
          <p:cNvSpPr txBox="1"/>
          <p:nvPr/>
        </p:nvSpPr>
        <p:spPr>
          <a:xfrm>
            <a:off x="1450498" y="2405672"/>
            <a:ext cx="2383881" cy="246221"/>
          </a:xfrm>
          <a:prstGeom prst="rect">
            <a:avLst/>
          </a:prstGeom>
          <a:noFill/>
          <a:ln>
            <a:noFill/>
          </a:ln>
        </p:spPr>
        <p:txBody>
          <a:bodyPr spcFirstLastPara="1" wrap="square" lIns="0" tIns="0" rIns="0" bIns="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6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rPr>
              <a:t>助言および連絡窓口</a:t>
            </a:r>
            <a:endParaRPr kumimoji="0" sz="16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6" name="Rectangle 5">
            <a:extLst>
              <a:ext uri="{FF2B5EF4-FFF2-40B4-BE49-F238E27FC236}">
                <a16:creationId xmlns:a16="http://schemas.microsoft.com/office/drawing/2014/main" id="{FE87D249-59B3-D431-0CA0-788DDE8CB780}"/>
              </a:ext>
            </a:extLst>
          </p:cNvPr>
          <p:cNvSpPr/>
          <p:nvPr/>
        </p:nvSpPr>
        <p:spPr>
          <a:xfrm>
            <a:off x="1489932" y="1762468"/>
            <a:ext cx="2659416" cy="2003233"/>
          </a:xfrm>
          <a:prstGeom prst="rect">
            <a:avLst/>
          </a:prstGeom>
          <a:noFill/>
          <a:ln w="158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200" b="0" i="0" u="none" strike="noStrike" kern="0" cap="none" spc="0" normalizeH="0" baseline="0" noProof="0">
                <a:ln>
                  <a:noFill/>
                </a:ln>
                <a:solidFill>
                  <a:srgbClr val="484F6B">
                    <a:lumMod val="60000"/>
                    <a:lumOff val="40000"/>
                  </a:srgbClr>
                </a:solidFill>
                <a:effectLst/>
                <a:uLnTx/>
                <a:uFillTx/>
                <a:latin typeface="Yu Gothic" panose="020B0400000000000000" pitchFamily="34" charset="-128"/>
                <a:ea typeface="Yu Gothic" panose="020B0400000000000000" pitchFamily="34" charset="-128"/>
                <a:sym typeface="Arial"/>
              </a:rPr>
              <a:t>現在の焦点</a:t>
            </a:r>
          </a:p>
        </p:txBody>
      </p:sp>
      <p:sp>
        <p:nvSpPr>
          <p:cNvPr id="7" name="Google Shape;2554;p193">
            <a:extLst>
              <a:ext uri="{FF2B5EF4-FFF2-40B4-BE49-F238E27FC236}">
                <a16:creationId xmlns:a16="http://schemas.microsoft.com/office/drawing/2014/main" id="{A6BB1E74-84BB-68BB-2721-E2B424A9F166}"/>
              </a:ext>
            </a:extLst>
          </p:cNvPr>
          <p:cNvSpPr txBox="1"/>
          <p:nvPr/>
        </p:nvSpPr>
        <p:spPr>
          <a:xfrm>
            <a:off x="8790661" y="2341428"/>
            <a:ext cx="2244800" cy="246221"/>
          </a:xfrm>
          <a:prstGeom prst="rect">
            <a:avLst/>
          </a:prstGeom>
          <a:noFill/>
          <a:ln>
            <a:noFill/>
          </a:ln>
        </p:spPr>
        <p:txBody>
          <a:bodyPr spcFirstLastPara="1" wrap="square" lIns="0" tIns="0" rIns="0" bIns="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6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rPr>
              <a:t>MMP</a:t>
            </a:r>
            <a:endParaRPr kumimoji="0" sz="16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17" name="Right Brace 16">
            <a:extLst>
              <a:ext uri="{FF2B5EF4-FFF2-40B4-BE49-F238E27FC236}">
                <a16:creationId xmlns:a16="http://schemas.microsoft.com/office/drawing/2014/main" id="{5CF2F9ED-1319-2653-7DBF-C01B4D36F278}"/>
              </a:ext>
            </a:extLst>
          </p:cNvPr>
          <p:cNvSpPr/>
          <p:nvPr/>
        </p:nvSpPr>
        <p:spPr>
          <a:xfrm rot="5400000">
            <a:off x="2097747" y="3338388"/>
            <a:ext cx="129749" cy="1242132"/>
          </a:xfrm>
          <a:prstGeom prst="rightBrac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sym typeface="Arial"/>
            </a:endParaRPr>
          </a:p>
        </p:txBody>
      </p:sp>
      <p:sp>
        <p:nvSpPr>
          <p:cNvPr id="19" name="Right Brace 18">
            <a:extLst>
              <a:ext uri="{FF2B5EF4-FFF2-40B4-BE49-F238E27FC236}">
                <a16:creationId xmlns:a16="http://schemas.microsoft.com/office/drawing/2014/main" id="{446460BF-ABF5-2872-CDAE-6286E3AAE123}"/>
              </a:ext>
            </a:extLst>
          </p:cNvPr>
          <p:cNvSpPr/>
          <p:nvPr/>
        </p:nvSpPr>
        <p:spPr>
          <a:xfrm rot="5400000">
            <a:off x="7716657" y="2826628"/>
            <a:ext cx="152667" cy="2244799"/>
          </a:xfrm>
          <a:prstGeom prst="rightBrac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sym typeface="Arial"/>
            </a:endParaRPr>
          </a:p>
        </p:txBody>
      </p:sp>
      <p:sp>
        <p:nvSpPr>
          <p:cNvPr id="20" name="Right Brace 19">
            <a:extLst>
              <a:ext uri="{FF2B5EF4-FFF2-40B4-BE49-F238E27FC236}">
                <a16:creationId xmlns:a16="http://schemas.microsoft.com/office/drawing/2014/main" id="{280EAE20-8F58-FE0C-68CC-E2EC7AEFF33E}"/>
              </a:ext>
            </a:extLst>
          </p:cNvPr>
          <p:cNvSpPr/>
          <p:nvPr/>
        </p:nvSpPr>
        <p:spPr>
          <a:xfrm rot="5400000">
            <a:off x="9796383" y="3223285"/>
            <a:ext cx="115705" cy="1448439"/>
          </a:xfrm>
          <a:prstGeom prst="rightBrac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sym typeface="Arial"/>
            </a:endParaRPr>
          </a:p>
        </p:txBody>
      </p:sp>
      <p:sp>
        <p:nvSpPr>
          <p:cNvPr id="21" name="Google Shape;2558;p193">
            <a:extLst>
              <a:ext uri="{FF2B5EF4-FFF2-40B4-BE49-F238E27FC236}">
                <a16:creationId xmlns:a16="http://schemas.microsoft.com/office/drawing/2014/main" id="{65F6671C-2785-FC0B-098B-4AA1C9214383}"/>
              </a:ext>
            </a:extLst>
          </p:cNvPr>
          <p:cNvSpPr txBox="1"/>
          <p:nvPr/>
        </p:nvSpPr>
        <p:spPr>
          <a:xfrm>
            <a:off x="1577507" y="4023539"/>
            <a:ext cx="1242133" cy="164212"/>
          </a:xfrm>
          <a:prstGeom prst="rect">
            <a:avLst/>
          </a:prstGeom>
          <a:noFill/>
          <a:ln>
            <a:noFill/>
          </a:ln>
        </p:spPr>
        <p:txBody>
          <a:bodyPr spcFirstLastPara="1" wrap="square" lIns="0" tIns="0" rIns="0" bIns="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067" b="0" i="0" u="none" strike="noStrike" kern="0" cap="none" spc="0" normalizeH="0" baseline="0" noProof="0">
                <a:ln>
                  <a:noFill/>
                </a:ln>
                <a:solidFill>
                  <a:srgbClr val="FF5F2D">
                    <a:lumMod val="40000"/>
                    <a:lumOff val="60000"/>
                  </a:srgbClr>
                </a:solidFill>
                <a:effectLst/>
                <a:uLnTx/>
                <a:uFillTx/>
                <a:latin typeface="Yu Gothic" panose="020B0400000000000000" pitchFamily="34" charset="-128"/>
                <a:ea typeface="Yu Gothic" panose="020B0400000000000000" pitchFamily="34" charset="-128"/>
                <a:cs typeface="Manrope SemiBold"/>
                <a:sym typeface="Manrope SemiBold"/>
              </a:rPr>
              <a:t>アドバイザリー業務範囲記述書</a:t>
            </a:r>
            <a:endParaRPr kumimoji="0" sz="1067" b="0" i="0" u="none" strike="noStrike" kern="0" cap="none" spc="0" normalizeH="0" baseline="0" noProof="0">
              <a:ln>
                <a:noFill/>
              </a:ln>
              <a:solidFill>
                <a:srgbClr val="FF5F2D">
                  <a:lumMod val="40000"/>
                  <a:lumOff val="60000"/>
                </a:srgbClr>
              </a:solidFill>
              <a:effectLst/>
              <a:uLnTx/>
              <a:uFillTx/>
              <a:latin typeface="Yu Gothic" panose="020B0400000000000000" pitchFamily="34" charset="-128"/>
              <a:ea typeface="Yu Gothic" panose="020B0400000000000000" pitchFamily="34" charset="-128"/>
              <a:cs typeface="Manrope SemiBold"/>
              <a:sym typeface="Manrope SemiBold"/>
            </a:endParaRPr>
          </a:p>
        </p:txBody>
      </p:sp>
      <p:sp>
        <p:nvSpPr>
          <p:cNvPr id="23" name="Google Shape;2558;p193">
            <a:extLst>
              <a:ext uri="{FF2B5EF4-FFF2-40B4-BE49-F238E27FC236}">
                <a16:creationId xmlns:a16="http://schemas.microsoft.com/office/drawing/2014/main" id="{51C86C2F-689A-C37D-644D-7AD714C30A22}"/>
              </a:ext>
            </a:extLst>
          </p:cNvPr>
          <p:cNvSpPr txBox="1"/>
          <p:nvPr/>
        </p:nvSpPr>
        <p:spPr>
          <a:xfrm>
            <a:off x="7407713" y="4021803"/>
            <a:ext cx="770598" cy="164212"/>
          </a:xfrm>
          <a:prstGeom prst="rect">
            <a:avLst/>
          </a:prstGeom>
          <a:noFill/>
          <a:ln>
            <a:noFill/>
          </a:ln>
        </p:spPr>
        <p:txBody>
          <a:bodyPr spcFirstLastPara="1" wrap="square" lIns="0" tIns="0" rIns="0" bIns="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067" b="0" i="0" u="none" strike="noStrike" kern="0" cap="none" spc="0" normalizeH="0" baseline="0" noProof="0">
                <a:ln>
                  <a:noFill/>
                </a:ln>
                <a:solidFill>
                  <a:srgbClr val="FF5F2D">
                    <a:lumMod val="40000"/>
                    <a:lumOff val="60000"/>
                  </a:srgbClr>
                </a:solidFill>
                <a:effectLst/>
                <a:uLnTx/>
                <a:uFillTx/>
                <a:latin typeface="Yu Gothic" panose="020B0400000000000000" pitchFamily="34" charset="-128"/>
                <a:ea typeface="Yu Gothic" panose="020B0400000000000000" pitchFamily="34" charset="-128"/>
                <a:cs typeface="Manrope SemiBold"/>
                <a:sym typeface="Manrope SemiBold"/>
              </a:rPr>
              <a:t>MVP SOW</a:t>
            </a:r>
            <a:endParaRPr kumimoji="0" sz="1067" b="0" i="0" u="none" strike="noStrike" kern="0" cap="none" spc="0" normalizeH="0" baseline="0" noProof="0">
              <a:ln>
                <a:noFill/>
              </a:ln>
              <a:solidFill>
                <a:srgbClr val="FF5F2D">
                  <a:lumMod val="40000"/>
                  <a:lumOff val="60000"/>
                </a:srgbClr>
              </a:solidFill>
              <a:effectLst/>
              <a:uLnTx/>
              <a:uFillTx/>
              <a:latin typeface="Yu Gothic" panose="020B0400000000000000" pitchFamily="34" charset="-128"/>
              <a:ea typeface="Yu Gothic" panose="020B0400000000000000" pitchFamily="34" charset="-128"/>
              <a:cs typeface="Manrope SemiBold"/>
              <a:sym typeface="Manrope SemiBold"/>
            </a:endParaRPr>
          </a:p>
        </p:txBody>
      </p:sp>
      <p:sp>
        <p:nvSpPr>
          <p:cNvPr id="24" name="Google Shape;2558;p193">
            <a:extLst>
              <a:ext uri="{FF2B5EF4-FFF2-40B4-BE49-F238E27FC236}">
                <a16:creationId xmlns:a16="http://schemas.microsoft.com/office/drawing/2014/main" id="{42AC1B67-E1AF-2FD1-6932-4AD998EBF9D2}"/>
              </a:ext>
            </a:extLst>
          </p:cNvPr>
          <p:cNvSpPr txBox="1"/>
          <p:nvPr/>
        </p:nvSpPr>
        <p:spPr>
          <a:xfrm>
            <a:off x="9409346" y="4018009"/>
            <a:ext cx="856829" cy="164212"/>
          </a:xfrm>
          <a:prstGeom prst="rect">
            <a:avLst/>
          </a:prstGeom>
          <a:noFill/>
          <a:ln>
            <a:noFill/>
          </a:ln>
        </p:spPr>
        <p:txBody>
          <a:bodyPr spcFirstLastPara="1" wrap="square" lIns="0" tIns="0" rIns="0" bIns="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067" b="0" i="0" u="none" strike="noStrike" kern="0" cap="none" spc="0" normalizeH="0" baseline="0" noProof="0">
                <a:ln>
                  <a:noFill/>
                </a:ln>
                <a:solidFill>
                  <a:srgbClr val="FF5F2D">
                    <a:lumMod val="40000"/>
                    <a:lumOff val="60000"/>
                  </a:srgbClr>
                </a:solidFill>
                <a:effectLst/>
                <a:uLnTx/>
                <a:uFillTx/>
                <a:latin typeface="Yu Gothic" panose="020B0400000000000000" pitchFamily="34" charset="-128"/>
                <a:ea typeface="Yu Gothic" panose="020B0400000000000000" pitchFamily="34" charset="-128"/>
                <a:cs typeface="Manrope SemiBold"/>
                <a:sym typeface="Manrope SemiBold"/>
              </a:rPr>
              <a:t>MMP SOW</a:t>
            </a:r>
            <a:endParaRPr kumimoji="0" sz="1067" b="0" i="0" u="none" strike="noStrike" kern="0" cap="none" spc="0" normalizeH="0" baseline="0" noProof="0">
              <a:ln>
                <a:noFill/>
              </a:ln>
              <a:solidFill>
                <a:srgbClr val="FF5F2D">
                  <a:lumMod val="40000"/>
                  <a:lumOff val="60000"/>
                </a:srgbClr>
              </a:solidFill>
              <a:effectLst/>
              <a:uLnTx/>
              <a:uFillTx/>
              <a:latin typeface="Yu Gothic" panose="020B0400000000000000" pitchFamily="34" charset="-128"/>
              <a:ea typeface="Yu Gothic" panose="020B0400000000000000" pitchFamily="34" charset="-128"/>
              <a:cs typeface="Manrope SemiBold"/>
              <a:sym typeface="Manrope SemiBold"/>
            </a:endParaRPr>
          </a:p>
        </p:txBody>
      </p:sp>
      <p:cxnSp>
        <p:nvCxnSpPr>
          <p:cNvPr id="25" name="Google Shape;2552;p193">
            <a:extLst>
              <a:ext uri="{FF2B5EF4-FFF2-40B4-BE49-F238E27FC236}">
                <a16:creationId xmlns:a16="http://schemas.microsoft.com/office/drawing/2014/main" id="{DDEEBC6D-BED7-65A2-EDF4-D0BB42C81464}"/>
              </a:ext>
            </a:extLst>
          </p:cNvPr>
          <p:cNvCxnSpPr/>
          <p:nvPr/>
        </p:nvCxnSpPr>
        <p:spPr>
          <a:xfrm>
            <a:off x="4186250" y="2388767"/>
            <a:ext cx="0" cy="1630800"/>
          </a:xfrm>
          <a:prstGeom prst="straightConnector1">
            <a:avLst/>
          </a:prstGeom>
          <a:noFill/>
          <a:ln w="9525" cap="flat" cmpd="sng">
            <a:solidFill>
              <a:srgbClr val="000000"/>
            </a:solidFill>
            <a:prstDash val="lgDash"/>
            <a:round/>
            <a:headEnd type="none" w="med" len="med"/>
            <a:tailEnd type="none" w="med" len="med"/>
          </a:ln>
        </p:spPr>
      </p:cxnSp>
      <p:sp>
        <p:nvSpPr>
          <p:cNvPr id="26" name="Google Shape;2553;p193">
            <a:extLst>
              <a:ext uri="{FF2B5EF4-FFF2-40B4-BE49-F238E27FC236}">
                <a16:creationId xmlns:a16="http://schemas.microsoft.com/office/drawing/2014/main" id="{E9DD3C48-2308-7B02-2FEF-9967A0C74BC4}"/>
              </a:ext>
            </a:extLst>
          </p:cNvPr>
          <p:cNvSpPr txBox="1"/>
          <p:nvPr/>
        </p:nvSpPr>
        <p:spPr>
          <a:xfrm>
            <a:off x="1021027" y="6365365"/>
            <a:ext cx="2496865" cy="492635"/>
          </a:xfrm>
          <a:prstGeom prst="rect">
            <a:avLst/>
          </a:prstGeom>
          <a:noFill/>
          <a:ln>
            <a:noFill/>
          </a:ln>
        </p:spPr>
        <p:txBody>
          <a:bodyPr spcFirstLastPara="1" wrap="square" lIns="0" tIns="0" rIns="0" bIns="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067" b="1" i="0" u="none" strike="noStrike" kern="0" cap="none" spc="0" normalizeH="0" baseline="0" noProof="0">
                <a:ln>
                  <a:noFill/>
                </a:ln>
                <a:solidFill>
                  <a:srgbClr val="484F6B">
                    <a:lumMod val="60000"/>
                    <a:lumOff val="40000"/>
                  </a:srgbClr>
                </a:solidFill>
                <a:effectLst/>
                <a:uLnTx/>
                <a:uFillTx/>
                <a:latin typeface="Yu Gothic" panose="020B0400000000000000" pitchFamily="34" charset="-128"/>
                <a:ea typeface="Yu Gothic" panose="020B0400000000000000" pitchFamily="34" charset="-128"/>
                <a:cs typeface="Manrope"/>
                <a:sym typeface="Manrope"/>
              </a:rPr>
              <a:t>POC – 概念実証</a:t>
            </a:r>
          </a:p>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067" b="1" i="0" u="none" strike="noStrike" kern="0" cap="none" spc="0" normalizeH="0" baseline="0" noProof="0">
                <a:ln>
                  <a:noFill/>
                </a:ln>
                <a:solidFill>
                  <a:srgbClr val="484F6B">
                    <a:lumMod val="60000"/>
                    <a:lumOff val="40000"/>
                  </a:srgbClr>
                </a:solidFill>
                <a:effectLst/>
                <a:uLnTx/>
                <a:uFillTx/>
                <a:latin typeface="Yu Gothic" panose="020B0400000000000000" pitchFamily="34" charset="-128"/>
                <a:ea typeface="Yu Gothic" panose="020B0400000000000000" pitchFamily="34" charset="-128"/>
                <a:cs typeface="Manrope"/>
                <a:sym typeface="Manrope"/>
              </a:rPr>
              <a:t>MVP – 最小実行可能製品</a:t>
            </a:r>
            <a:endParaRPr kumimoji="0" lang="en" sz="1067" b="1" i="0" u="none" strike="noStrike" kern="0" cap="none" spc="0" normalizeH="0" baseline="0" noProof="0">
              <a:ln>
                <a:noFill/>
              </a:ln>
              <a:solidFill>
                <a:srgbClr val="484F6B">
                  <a:lumMod val="60000"/>
                  <a:lumOff val="40000"/>
                </a:srgbClr>
              </a:solidFill>
              <a:effectLst/>
              <a:uLnTx/>
              <a:uFillTx/>
              <a:latin typeface="Yu Gothic" panose="020B0400000000000000" pitchFamily="34" charset="-128"/>
              <a:ea typeface="Yu Gothic" panose="020B0400000000000000" pitchFamily="34" charset="-128"/>
              <a:cs typeface="Manrope"/>
              <a:sym typeface="Arial"/>
            </a:endParaRPr>
          </a:p>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067" b="1" i="0" u="none" strike="noStrike" kern="0" cap="none" spc="0" normalizeH="0" baseline="0" noProof="0">
                <a:ln>
                  <a:noFill/>
                </a:ln>
                <a:solidFill>
                  <a:srgbClr val="484F6B">
                    <a:lumMod val="60000"/>
                    <a:lumOff val="40000"/>
                  </a:srgbClr>
                </a:solidFill>
                <a:effectLst/>
                <a:uLnTx/>
                <a:uFillTx/>
                <a:latin typeface="Yu Gothic" panose="020B0400000000000000" pitchFamily="34" charset="-128"/>
                <a:ea typeface="Yu Gothic" panose="020B0400000000000000" pitchFamily="34" charset="-128"/>
                <a:cs typeface="Manrope"/>
                <a:sym typeface="Manrope"/>
              </a:rPr>
              <a:t>MMP – 最小市場投入可能製品</a:t>
            </a:r>
            <a:endParaRPr kumimoji="0" sz="1067" b="1" i="0" u="none" strike="noStrike" kern="0" cap="none" spc="0" normalizeH="0" baseline="0" noProof="0">
              <a:ln>
                <a:noFill/>
              </a:ln>
              <a:solidFill>
                <a:srgbClr val="484F6B">
                  <a:lumMod val="60000"/>
                  <a:lumOff val="40000"/>
                </a:srgbClr>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7" name="Google Shape;2553;p193">
            <a:extLst>
              <a:ext uri="{FF2B5EF4-FFF2-40B4-BE49-F238E27FC236}">
                <a16:creationId xmlns:a16="http://schemas.microsoft.com/office/drawing/2014/main" id="{C23ED9F1-E053-637A-44AB-2527F6050E18}"/>
              </a:ext>
            </a:extLst>
          </p:cNvPr>
          <p:cNvSpPr txBox="1"/>
          <p:nvPr/>
        </p:nvSpPr>
        <p:spPr>
          <a:xfrm>
            <a:off x="4535273" y="2379975"/>
            <a:ext cx="1291653" cy="246221"/>
          </a:xfrm>
          <a:prstGeom prst="rect">
            <a:avLst/>
          </a:prstGeom>
          <a:noFill/>
          <a:ln>
            <a:noFill/>
          </a:ln>
        </p:spPr>
        <p:txBody>
          <a:bodyPr spcFirstLastPara="1" wrap="square" lIns="0" tIns="0" rIns="0" bIns="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6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rPr>
              <a:t>パイロット</a:t>
            </a:r>
            <a:endParaRPr kumimoji="0" sz="16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8" name="Right Brace 27">
            <a:extLst>
              <a:ext uri="{FF2B5EF4-FFF2-40B4-BE49-F238E27FC236}">
                <a16:creationId xmlns:a16="http://schemas.microsoft.com/office/drawing/2014/main" id="{3C810AB6-8A1F-61C3-0E7E-94B41EF9A4C4}"/>
              </a:ext>
            </a:extLst>
          </p:cNvPr>
          <p:cNvSpPr/>
          <p:nvPr/>
        </p:nvSpPr>
        <p:spPr>
          <a:xfrm rot="5400000">
            <a:off x="5294347" y="2942269"/>
            <a:ext cx="142313" cy="2033399"/>
          </a:xfrm>
          <a:prstGeom prst="rightBrac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sym typeface="Arial"/>
            </a:endParaRPr>
          </a:p>
        </p:txBody>
      </p:sp>
      <p:sp>
        <p:nvSpPr>
          <p:cNvPr id="31" name="Google Shape;2558;p193">
            <a:extLst>
              <a:ext uri="{FF2B5EF4-FFF2-40B4-BE49-F238E27FC236}">
                <a16:creationId xmlns:a16="http://schemas.microsoft.com/office/drawing/2014/main" id="{B9883A4D-0FB1-442F-C3C5-D86289B062DE}"/>
              </a:ext>
            </a:extLst>
          </p:cNvPr>
          <p:cNvSpPr txBox="1"/>
          <p:nvPr/>
        </p:nvSpPr>
        <p:spPr>
          <a:xfrm>
            <a:off x="5051390" y="4019567"/>
            <a:ext cx="646769" cy="164212"/>
          </a:xfrm>
          <a:prstGeom prst="rect">
            <a:avLst/>
          </a:prstGeom>
          <a:noFill/>
          <a:ln>
            <a:noFill/>
          </a:ln>
        </p:spPr>
        <p:txBody>
          <a:bodyPr spcFirstLastPara="1" wrap="square" lIns="0" tIns="0" rIns="0" bIns="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067" b="0" i="0" u="none" strike="noStrike" kern="0" cap="none" spc="0" normalizeH="0" baseline="0" noProof="0">
                <a:ln>
                  <a:noFill/>
                </a:ln>
                <a:solidFill>
                  <a:srgbClr val="FF5F2D">
                    <a:lumMod val="40000"/>
                    <a:lumOff val="60000"/>
                  </a:srgbClr>
                </a:solidFill>
                <a:effectLst/>
                <a:uLnTx/>
                <a:uFillTx/>
                <a:latin typeface="Yu Gothic" panose="020B0400000000000000" pitchFamily="34" charset="-128"/>
                <a:ea typeface="Yu Gothic" panose="020B0400000000000000" pitchFamily="34" charset="-128"/>
                <a:cs typeface="Manrope SemiBold"/>
                <a:sym typeface="Manrope SemiBold"/>
              </a:rPr>
              <a:t>パイロットSOW</a:t>
            </a:r>
            <a:endParaRPr kumimoji="0" sz="1067" b="0" i="0" u="none" strike="noStrike" kern="0" cap="none" spc="0" normalizeH="0" baseline="0" noProof="0">
              <a:ln>
                <a:noFill/>
              </a:ln>
              <a:solidFill>
                <a:srgbClr val="FF5F2D">
                  <a:lumMod val="40000"/>
                  <a:lumOff val="60000"/>
                </a:srgbClr>
              </a:solidFill>
              <a:effectLst/>
              <a:uLnTx/>
              <a:uFillTx/>
              <a:latin typeface="Yu Gothic" panose="020B0400000000000000" pitchFamily="34" charset="-128"/>
              <a:ea typeface="Yu Gothic" panose="020B0400000000000000" pitchFamily="34" charset="-128"/>
              <a:cs typeface="Manrope SemiBold"/>
              <a:sym typeface="Manrope SemiBold"/>
            </a:endParaRPr>
          </a:p>
        </p:txBody>
      </p:sp>
      <p:sp>
        <p:nvSpPr>
          <p:cNvPr id="35" name="Arrow: Down 34">
            <a:extLst>
              <a:ext uri="{FF2B5EF4-FFF2-40B4-BE49-F238E27FC236}">
                <a16:creationId xmlns:a16="http://schemas.microsoft.com/office/drawing/2014/main" id="{57C7636B-0173-EAE9-42CE-E5C64B7579CC}"/>
              </a:ext>
            </a:extLst>
          </p:cNvPr>
          <p:cNvSpPr/>
          <p:nvPr/>
        </p:nvSpPr>
        <p:spPr>
          <a:xfrm>
            <a:off x="6481055" y="4252717"/>
            <a:ext cx="159564" cy="22927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sym typeface="Arial"/>
            </a:endParaRPr>
          </a:p>
        </p:txBody>
      </p:sp>
      <p:sp>
        <p:nvSpPr>
          <p:cNvPr id="36" name="Arrow: Down 35">
            <a:extLst>
              <a:ext uri="{FF2B5EF4-FFF2-40B4-BE49-F238E27FC236}">
                <a16:creationId xmlns:a16="http://schemas.microsoft.com/office/drawing/2014/main" id="{C19EBD0F-51DA-AFEC-A9F3-341DBCCF1BCD}"/>
              </a:ext>
            </a:extLst>
          </p:cNvPr>
          <p:cNvSpPr/>
          <p:nvPr/>
        </p:nvSpPr>
        <p:spPr>
          <a:xfrm>
            <a:off x="8942943" y="4249887"/>
            <a:ext cx="159564" cy="22927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sym typeface="Arial"/>
            </a:endParaRPr>
          </a:p>
        </p:txBody>
      </p:sp>
      <p:grpSp>
        <p:nvGrpSpPr>
          <p:cNvPr id="8" name="Group 7">
            <a:extLst>
              <a:ext uri="{FF2B5EF4-FFF2-40B4-BE49-F238E27FC236}">
                <a16:creationId xmlns:a16="http://schemas.microsoft.com/office/drawing/2014/main" id="{2BF5F788-BFD5-2180-4027-0199D9ABA4CF}"/>
              </a:ext>
            </a:extLst>
          </p:cNvPr>
          <p:cNvGrpSpPr/>
          <p:nvPr/>
        </p:nvGrpSpPr>
        <p:grpSpPr>
          <a:xfrm>
            <a:off x="3517892" y="4252717"/>
            <a:ext cx="1506381" cy="905759"/>
            <a:chOff x="3631096" y="4044364"/>
            <a:chExt cx="1506381" cy="905759"/>
          </a:xfrm>
        </p:grpSpPr>
        <p:sp>
          <p:nvSpPr>
            <p:cNvPr id="34" name="Arrow: Down 33">
              <a:extLst>
                <a:ext uri="{FF2B5EF4-FFF2-40B4-BE49-F238E27FC236}">
                  <a16:creationId xmlns:a16="http://schemas.microsoft.com/office/drawing/2014/main" id="{89D17513-C99C-C286-48F5-ED71C1952643}"/>
                </a:ext>
              </a:extLst>
            </p:cNvPr>
            <p:cNvSpPr/>
            <p:nvPr/>
          </p:nvSpPr>
          <p:spPr>
            <a:xfrm>
              <a:off x="4227571" y="4044364"/>
              <a:ext cx="159564" cy="22927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sym typeface="Arial"/>
              </a:endParaRPr>
            </a:p>
          </p:txBody>
        </p:sp>
        <p:sp>
          <p:nvSpPr>
            <p:cNvPr id="40" name="Google Shape;2558;p193">
              <a:extLst>
                <a:ext uri="{FF2B5EF4-FFF2-40B4-BE49-F238E27FC236}">
                  <a16:creationId xmlns:a16="http://schemas.microsoft.com/office/drawing/2014/main" id="{22526963-7089-0AC5-4710-06BFB087C44A}"/>
                </a:ext>
              </a:extLst>
            </p:cNvPr>
            <p:cNvSpPr txBox="1"/>
            <p:nvPr/>
          </p:nvSpPr>
          <p:spPr>
            <a:xfrm>
              <a:off x="3631096" y="4293277"/>
              <a:ext cx="1506381" cy="656846"/>
            </a:xfrm>
            <a:prstGeom prst="rect">
              <a:avLst/>
            </a:prstGeom>
            <a:noFill/>
            <a:ln>
              <a:noFill/>
            </a:ln>
          </p:spPr>
          <p:txBody>
            <a:bodyPr spcFirstLastPara="1" wrap="square" lIns="0" tIns="0" rIns="0" bIns="0" anchor="t" anchorCtr="0">
              <a:spAutoFit/>
            </a:bodyPr>
            <a:lstStyle/>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SemiBold"/>
                  <a:sym typeface="Manrope SemiBold"/>
                </a:rPr>
                <a:t>POCデモ</a:t>
              </a:r>
            </a:p>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SemiBold"/>
                  <a:sym typeface="Manrope SemiBold"/>
                </a:rPr>
                <a:t>POCソースコード</a:t>
              </a:r>
            </a:p>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SemiBold"/>
                  <a:sym typeface="Arial"/>
                </a:rPr>
                <a:t>評価報告書</a:t>
              </a:r>
            </a:p>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SemiBold"/>
                  <a:sym typeface="Arial"/>
                </a:rPr>
                <a:t>*MVPのコストを確定する</a:t>
              </a:r>
            </a:p>
          </p:txBody>
        </p:sp>
      </p:grpSp>
      <p:sp>
        <p:nvSpPr>
          <p:cNvPr id="41" name="Google Shape;2558;p193">
            <a:extLst>
              <a:ext uri="{FF2B5EF4-FFF2-40B4-BE49-F238E27FC236}">
                <a16:creationId xmlns:a16="http://schemas.microsoft.com/office/drawing/2014/main" id="{1FE80142-3B90-8830-E50D-A0766CC8BBFB}"/>
              </a:ext>
            </a:extLst>
          </p:cNvPr>
          <p:cNvSpPr txBox="1"/>
          <p:nvPr/>
        </p:nvSpPr>
        <p:spPr>
          <a:xfrm>
            <a:off x="5903380" y="4477376"/>
            <a:ext cx="1314911" cy="656846"/>
          </a:xfrm>
          <a:prstGeom prst="rect">
            <a:avLst/>
          </a:prstGeom>
          <a:noFill/>
          <a:ln>
            <a:noFill/>
          </a:ln>
        </p:spPr>
        <p:txBody>
          <a:bodyPr spcFirstLastPara="1" wrap="square" lIns="0" tIns="0" rIns="0" bIns="0" anchor="t" anchorCtr="0">
            <a:spAutoFit/>
          </a:bodyPr>
          <a:lstStyle/>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a:ln>
                  <a:noFill/>
                </a:ln>
                <a:solidFill>
                  <a:srgbClr val="C8CAD3">
                    <a:lumMod val="90000"/>
                  </a:srgbClr>
                </a:solidFill>
                <a:effectLst/>
                <a:uLnTx/>
                <a:uFillTx/>
                <a:latin typeface="Yu Gothic" panose="020B0400000000000000" pitchFamily="34" charset="-128"/>
                <a:ea typeface="Yu Gothic" panose="020B0400000000000000" pitchFamily="34" charset="-128"/>
                <a:cs typeface="Manrope SemiBold"/>
                <a:sym typeface="Manrope SemiBold"/>
              </a:rPr>
              <a:t>量産試作製品</a:t>
            </a:r>
          </a:p>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a:ln>
                  <a:noFill/>
                </a:ln>
                <a:solidFill>
                  <a:srgbClr val="C8CAD3">
                    <a:lumMod val="90000"/>
                  </a:srgbClr>
                </a:solidFill>
                <a:effectLst/>
                <a:uLnTx/>
                <a:uFillTx/>
                <a:latin typeface="Yu Gothic" panose="020B0400000000000000" pitchFamily="34" charset="-128"/>
                <a:ea typeface="Yu Gothic" panose="020B0400000000000000" pitchFamily="34" charset="-128"/>
                <a:cs typeface="Manrope SemiBold"/>
                <a:sym typeface="Manrope SemiBold"/>
              </a:rPr>
              <a:t>強化されたバックログ</a:t>
            </a:r>
            <a:endParaRPr kumimoji="0" sz="1067" b="0" i="0" u="none" strike="noStrike" kern="0" cap="none" spc="0" normalizeH="0" baseline="0" noProof="0">
              <a:ln>
                <a:noFill/>
              </a:ln>
              <a:solidFill>
                <a:srgbClr val="C8CAD3">
                  <a:lumMod val="90000"/>
                </a:srgbClr>
              </a:solidFill>
              <a:effectLst/>
              <a:uLnTx/>
              <a:uFillTx/>
              <a:latin typeface="Yu Gothic" panose="020B0400000000000000" pitchFamily="34" charset="-128"/>
              <a:ea typeface="Yu Gothic" panose="020B0400000000000000" pitchFamily="34" charset="-128"/>
              <a:cs typeface="Manrope SemiBold"/>
              <a:sym typeface="Manrope SemiBold"/>
            </a:endParaRPr>
          </a:p>
        </p:txBody>
      </p:sp>
      <p:sp>
        <p:nvSpPr>
          <p:cNvPr id="42" name="Google Shape;2558;p193">
            <a:extLst>
              <a:ext uri="{FF2B5EF4-FFF2-40B4-BE49-F238E27FC236}">
                <a16:creationId xmlns:a16="http://schemas.microsoft.com/office/drawing/2014/main" id="{81537E0F-17FA-9AED-742A-DA97B3D97223}"/>
              </a:ext>
            </a:extLst>
          </p:cNvPr>
          <p:cNvSpPr txBox="1"/>
          <p:nvPr/>
        </p:nvSpPr>
        <p:spPr>
          <a:xfrm>
            <a:off x="8534866" y="4532999"/>
            <a:ext cx="1314911" cy="492635"/>
          </a:xfrm>
          <a:prstGeom prst="rect">
            <a:avLst/>
          </a:prstGeom>
          <a:noFill/>
          <a:ln>
            <a:noFill/>
          </a:ln>
        </p:spPr>
        <p:txBody>
          <a:bodyPr spcFirstLastPara="1" wrap="square" lIns="0" tIns="0" rIns="0" bIns="0" anchor="t" anchorCtr="0">
            <a:spAutoFit/>
          </a:bodyPr>
          <a:lstStyle/>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a:ln>
                  <a:noFill/>
                </a:ln>
                <a:solidFill>
                  <a:srgbClr val="C8CAD3">
                    <a:lumMod val="90000"/>
                  </a:srgbClr>
                </a:solidFill>
                <a:effectLst/>
                <a:uLnTx/>
                <a:uFillTx/>
                <a:latin typeface="Yu Gothic" panose="020B0400000000000000" pitchFamily="34" charset="-128"/>
                <a:ea typeface="Yu Gothic" panose="020B0400000000000000" pitchFamily="34" charset="-128"/>
                <a:cs typeface="Manrope SemiBold"/>
                <a:sym typeface="Manrope SemiBold"/>
              </a:rPr>
              <a:t>制作リリース</a:t>
            </a:r>
          </a:p>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a:ln>
                  <a:noFill/>
                </a:ln>
                <a:solidFill>
                  <a:srgbClr val="C8CAD3">
                    <a:lumMod val="90000"/>
                  </a:srgbClr>
                </a:solidFill>
                <a:effectLst/>
                <a:uLnTx/>
                <a:uFillTx/>
                <a:latin typeface="Yu Gothic" panose="020B0400000000000000" pitchFamily="34" charset="-128"/>
                <a:ea typeface="Yu Gothic" panose="020B0400000000000000" pitchFamily="34" charset="-128"/>
                <a:cs typeface="Manrope SemiBold"/>
                <a:sym typeface="Manrope SemiBold"/>
              </a:rPr>
              <a:t>成熟した製品</a:t>
            </a:r>
            <a:endParaRPr kumimoji="0" sz="1067" b="0" i="0" u="none" strike="noStrike" kern="0" cap="none" spc="0" normalizeH="0" baseline="0" noProof="0">
              <a:ln>
                <a:noFill/>
              </a:ln>
              <a:solidFill>
                <a:srgbClr val="C8CAD3">
                  <a:lumMod val="90000"/>
                </a:srgbClr>
              </a:solidFill>
              <a:effectLst/>
              <a:uLnTx/>
              <a:uFillTx/>
              <a:latin typeface="Yu Gothic" panose="020B0400000000000000" pitchFamily="34" charset="-128"/>
              <a:ea typeface="Yu Gothic" panose="020B0400000000000000" pitchFamily="34" charset="-128"/>
              <a:cs typeface="Manrope SemiBold"/>
              <a:sym typeface="Manrope SemiBold"/>
            </a:endParaRPr>
          </a:p>
        </p:txBody>
      </p:sp>
      <p:grpSp>
        <p:nvGrpSpPr>
          <p:cNvPr id="2" name="Group 1">
            <a:extLst>
              <a:ext uri="{FF2B5EF4-FFF2-40B4-BE49-F238E27FC236}">
                <a16:creationId xmlns:a16="http://schemas.microsoft.com/office/drawing/2014/main" id="{346B5DFF-EBE1-B977-3CC2-25B7907C40DE}"/>
              </a:ext>
            </a:extLst>
          </p:cNvPr>
          <p:cNvGrpSpPr/>
          <p:nvPr/>
        </p:nvGrpSpPr>
        <p:grpSpPr>
          <a:xfrm>
            <a:off x="1484078" y="4252717"/>
            <a:ext cx="1614722" cy="1040994"/>
            <a:chOff x="3631096" y="4073342"/>
            <a:chExt cx="1614722" cy="1040994"/>
          </a:xfrm>
        </p:grpSpPr>
        <p:sp>
          <p:nvSpPr>
            <p:cNvPr id="3" name="Arrow: Down 2">
              <a:extLst>
                <a:ext uri="{FF2B5EF4-FFF2-40B4-BE49-F238E27FC236}">
                  <a16:creationId xmlns:a16="http://schemas.microsoft.com/office/drawing/2014/main" id="{3813318A-BA25-96FB-A8EC-9A7B840A0094}"/>
                </a:ext>
              </a:extLst>
            </p:cNvPr>
            <p:cNvSpPr/>
            <p:nvPr/>
          </p:nvSpPr>
          <p:spPr>
            <a:xfrm>
              <a:off x="4234771" y="4073342"/>
              <a:ext cx="159564" cy="22927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sym typeface="Arial"/>
              </a:endParaRPr>
            </a:p>
          </p:txBody>
        </p:sp>
        <p:sp>
          <p:nvSpPr>
            <p:cNvPr id="9" name="Google Shape;2558;p193">
              <a:extLst>
                <a:ext uri="{FF2B5EF4-FFF2-40B4-BE49-F238E27FC236}">
                  <a16:creationId xmlns:a16="http://schemas.microsoft.com/office/drawing/2014/main" id="{4BCEF7FD-0851-BE71-DAE2-3AE8AB238A6B}"/>
                </a:ext>
              </a:extLst>
            </p:cNvPr>
            <p:cNvSpPr txBox="1"/>
            <p:nvPr/>
          </p:nvSpPr>
          <p:spPr>
            <a:xfrm>
              <a:off x="3631096" y="4293277"/>
              <a:ext cx="1614722" cy="821059"/>
            </a:xfrm>
            <a:prstGeom prst="rect">
              <a:avLst/>
            </a:prstGeom>
            <a:noFill/>
            <a:ln>
              <a:noFill/>
            </a:ln>
          </p:spPr>
          <p:txBody>
            <a:bodyPr spcFirstLastPara="1" wrap="square" lIns="0" tIns="0" rIns="0" bIns="0" anchor="t" anchorCtr="0">
              <a:spAutoFit/>
            </a:bodyPr>
            <a:lstStyle/>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SemiBold"/>
                  <a:sym typeface="Manrope SemiBold"/>
                </a:rPr>
                <a:t>建設予定の建築物</a:t>
              </a:r>
            </a:p>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anrope SemiBold"/>
                  <a:sym typeface="Manrope SemiBold"/>
                </a:rPr>
                <a:t>MVPバックログ</a:t>
              </a:r>
            </a:p>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anrope SemiBold"/>
                  <a:sym typeface="Manrope SemiBold"/>
                </a:rPr>
                <a:t>POCアーキテクチャ</a:t>
              </a:r>
            </a:p>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anrope SemiBold"/>
                  <a:sym typeface="Manrope SemiBold"/>
                </a:rPr>
                <a:t>POCバックログ</a:t>
              </a:r>
            </a:p>
            <a:p>
              <a:pPr marL="228594" marR="0" lvl="0" indent="-228594" algn="l"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ja" sz="1067" b="0" i="0" u="none" strike="noStrike" kern="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anrope SemiBold"/>
                  <a:sym typeface="Manrope SemiBold"/>
                </a:rPr>
                <a:t>*MVP概算値</a:t>
              </a:r>
            </a:p>
          </p:txBody>
        </p:sp>
      </p:grpSp>
      <p:sp>
        <p:nvSpPr>
          <p:cNvPr id="10" name="Google Shape;2563;p193">
            <a:extLst>
              <a:ext uri="{FF2B5EF4-FFF2-40B4-BE49-F238E27FC236}">
                <a16:creationId xmlns:a16="http://schemas.microsoft.com/office/drawing/2014/main" id="{891B836E-4F74-5AEE-0A43-CF03B5F27B84}"/>
              </a:ext>
            </a:extLst>
          </p:cNvPr>
          <p:cNvSpPr/>
          <p:nvPr/>
        </p:nvSpPr>
        <p:spPr>
          <a:xfrm>
            <a:off x="2180933" y="3012799"/>
            <a:ext cx="605200" cy="605200"/>
          </a:xfrm>
          <a:prstGeom prst="snip1Rect">
            <a:avLst>
              <a:gd name="adj" fmla="val 16667"/>
            </a:avLst>
          </a:prstGeom>
          <a:solidFill>
            <a:srgbClr val="2E776A"/>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12" name="Google Shape;2566;p193">
            <a:extLst>
              <a:ext uri="{FF2B5EF4-FFF2-40B4-BE49-F238E27FC236}">
                <a16:creationId xmlns:a16="http://schemas.microsoft.com/office/drawing/2014/main" id="{17D13D85-9152-C4CB-2129-20286780F963}"/>
              </a:ext>
            </a:extLst>
          </p:cNvPr>
          <p:cNvSpPr/>
          <p:nvPr/>
        </p:nvSpPr>
        <p:spPr>
          <a:xfrm>
            <a:off x="2839801" y="3015313"/>
            <a:ext cx="605200" cy="605200"/>
          </a:xfrm>
          <a:prstGeom prst="snip1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11" name="TextBox 10">
            <a:extLst>
              <a:ext uri="{FF2B5EF4-FFF2-40B4-BE49-F238E27FC236}">
                <a16:creationId xmlns:a16="http://schemas.microsoft.com/office/drawing/2014/main" id="{C7B17813-BEF5-CA41-A620-3E7D56EE163B}"/>
              </a:ext>
            </a:extLst>
          </p:cNvPr>
          <p:cNvSpPr txBox="1"/>
          <p:nvPr/>
        </p:nvSpPr>
        <p:spPr>
          <a:xfrm>
            <a:off x="4271083" y="5299131"/>
            <a:ext cx="2292216"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rPr>
              <a:t>1～2店舗での試験運用</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rPr>
              <a:t>実環境テスト</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rPr>
              <a:t>限定機能</a:t>
            </a:r>
          </a:p>
        </p:txBody>
      </p:sp>
      <p:sp>
        <p:nvSpPr>
          <p:cNvPr id="29" name="Right Brace 28">
            <a:extLst>
              <a:ext uri="{FF2B5EF4-FFF2-40B4-BE49-F238E27FC236}">
                <a16:creationId xmlns:a16="http://schemas.microsoft.com/office/drawing/2014/main" id="{CA322CDF-1DB4-D7BD-CDE7-75C89DEB766E}"/>
              </a:ext>
            </a:extLst>
          </p:cNvPr>
          <p:cNvSpPr/>
          <p:nvPr/>
        </p:nvSpPr>
        <p:spPr>
          <a:xfrm rot="5400000">
            <a:off x="3384143" y="3352036"/>
            <a:ext cx="129749" cy="1242132"/>
          </a:xfrm>
          <a:prstGeom prst="rightBrac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1867"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sym typeface="Arial"/>
            </a:endParaRPr>
          </a:p>
        </p:txBody>
      </p:sp>
      <p:sp>
        <p:nvSpPr>
          <p:cNvPr id="30" name="Google Shape;2558;p193">
            <a:extLst>
              <a:ext uri="{FF2B5EF4-FFF2-40B4-BE49-F238E27FC236}">
                <a16:creationId xmlns:a16="http://schemas.microsoft.com/office/drawing/2014/main" id="{BC9E84BC-D258-8386-4A2E-DFABD4BCC5C3}"/>
              </a:ext>
            </a:extLst>
          </p:cNvPr>
          <p:cNvSpPr txBox="1"/>
          <p:nvPr/>
        </p:nvSpPr>
        <p:spPr>
          <a:xfrm>
            <a:off x="2863903" y="4037187"/>
            <a:ext cx="1242133" cy="164212"/>
          </a:xfrm>
          <a:prstGeom prst="rect">
            <a:avLst/>
          </a:prstGeom>
          <a:noFill/>
          <a:ln>
            <a:noFill/>
          </a:ln>
        </p:spPr>
        <p:txBody>
          <a:bodyPr spcFirstLastPara="1" wrap="square" lIns="0" tIns="0" rIns="0" bIns="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ja" sz="1067" b="0" i="0" u="none" strike="noStrike" kern="0" cap="none" spc="0" normalizeH="0" baseline="0" noProof="0">
                <a:ln>
                  <a:noFill/>
                </a:ln>
                <a:solidFill>
                  <a:srgbClr val="FF5F2D">
                    <a:lumMod val="40000"/>
                    <a:lumOff val="60000"/>
                  </a:srgbClr>
                </a:solidFill>
                <a:effectLst/>
                <a:uLnTx/>
                <a:uFillTx/>
                <a:latin typeface="Yu Gothic" panose="020B0400000000000000" pitchFamily="34" charset="-128"/>
                <a:ea typeface="Yu Gothic" panose="020B0400000000000000" pitchFamily="34" charset="-128"/>
                <a:cs typeface="Manrope SemiBold"/>
                <a:sym typeface="Manrope SemiBold"/>
              </a:rPr>
              <a:t>POC SOW</a:t>
            </a:r>
            <a:endParaRPr kumimoji="0" sz="1067" b="0" i="0" u="none" strike="noStrike" kern="0" cap="none" spc="0" normalizeH="0" baseline="0" noProof="0">
              <a:ln>
                <a:noFill/>
              </a:ln>
              <a:solidFill>
                <a:srgbClr val="FF5F2D">
                  <a:lumMod val="40000"/>
                  <a:lumOff val="60000"/>
                </a:srgbClr>
              </a:solidFill>
              <a:effectLst/>
              <a:uLnTx/>
              <a:uFillTx/>
              <a:latin typeface="Yu Gothic" panose="020B0400000000000000" pitchFamily="34" charset="-128"/>
              <a:ea typeface="Yu Gothic" panose="020B0400000000000000" pitchFamily="34" charset="-128"/>
              <a:cs typeface="Manrope SemiBold"/>
              <a:sym typeface="Manrope SemiBold"/>
            </a:endParaRPr>
          </a:p>
        </p:txBody>
      </p:sp>
      <p:sp>
        <p:nvSpPr>
          <p:cNvPr id="32" name="TextBox 31">
            <a:extLst>
              <a:ext uri="{FF2B5EF4-FFF2-40B4-BE49-F238E27FC236}">
                <a16:creationId xmlns:a16="http://schemas.microsoft.com/office/drawing/2014/main" id="{9FFC382A-3B8E-2540-6AAD-9C3C6B616704}"/>
              </a:ext>
            </a:extLst>
          </p:cNvPr>
          <p:cNvSpPr txBox="1"/>
          <p:nvPr/>
        </p:nvSpPr>
        <p:spPr>
          <a:xfrm>
            <a:off x="6650727" y="5294993"/>
            <a:ext cx="2292216"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rPr>
              <a:t>早期導入者向け展開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rPr>
              <a:t>プラットフォームの微調整</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rPr>
              <a:t>追加機能</a:t>
            </a:r>
          </a:p>
        </p:txBody>
      </p:sp>
      <p:sp>
        <p:nvSpPr>
          <p:cNvPr id="33" name="TextBox 32">
            <a:extLst>
              <a:ext uri="{FF2B5EF4-FFF2-40B4-BE49-F238E27FC236}">
                <a16:creationId xmlns:a16="http://schemas.microsoft.com/office/drawing/2014/main" id="{3A27C831-F1C4-CF31-40F8-EFCCD0076193}"/>
              </a:ext>
            </a:extLst>
          </p:cNvPr>
          <p:cNvSpPr txBox="1"/>
          <p:nvPr/>
        </p:nvSpPr>
        <p:spPr>
          <a:xfrm>
            <a:off x="9062122" y="5307683"/>
            <a:ext cx="229221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rPr>
              <a:t>全国展開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rPr>
              <a:t>インフラストラクチャのスケーリング</a:t>
            </a:r>
          </a:p>
        </p:txBody>
      </p:sp>
      <p:sp>
        <p:nvSpPr>
          <p:cNvPr id="4" name="TextBox 3">
            <a:extLst>
              <a:ext uri="{FF2B5EF4-FFF2-40B4-BE49-F238E27FC236}">
                <a16:creationId xmlns:a16="http://schemas.microsoft.com/office/drawing/2014/main" id="{B786656A-58BC-037E-BA93-66F4AFFEF00B}"/>
              </a:ext>
            </a:extLst>
          </p:cNvPr>
          <p:cNvSpPr txBox="1"/>
          <p:nvPr/>
        </p:nvSpPr>
        <p:spPr>
          <a:xfrm>
            <a:off x="633279" y="1136261"/>
            <a:ext cx="1064034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ソリューションの本格的な展開に向けた長期的な道のりにおいて、初期の助言および概念実証（POC）フェーズは、基本的かつ必要なステップです。</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GLは野島と緊密に連携し、合意されたアーキテクチャに基づいて開発プロセスを計画し、パイロットテスト実施前に主要な技術手法を検証する予定です。</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134D-DECF-31D1-160F-73C78720A735}"/>
              </a:ext>
            </a:extLst>
          </p:cNvPr>
          <p:cNvSpPr>
            <a:spLocks noGrp="1"/>
          </p:cNvSpPr>
          <p:nvPr>
            <p:ph type="title"/>
          </p:nvPr>
        </p:nvSpPr>
        <p:spPr>
          <a:xfrm>
            <a:off x="543144" y="595344"/>
            <a:ext cx="11061000" cy="745200"/>
          </a:xfrm>
        </p:spPr>
        <p:txBody>
          <a:bodyPr/>
          <a:lstStyle/>
          <a:p>
            <a:r>
              <a:rPr lang="ja" sz="2800" b="1">
                <a:solidFill>
                  <a:schemeClr val="bg2"/>
                </a:solidFill>
                <a:latin typeface="Yu Gothic" panose="020B0400000000000000" pitchFamily="34" charset="-128"/>
                <a:ea typeface="Yu Gothic" panose="020B0400000000000000" pitchFamily="34" charset="-128"/>
              </a:rPr>
              <a:t>プロジェクト範囲1：アドバイザリー業務</a:t>
            </a:r>
          </a:p>
        </p:txBody>
      </p:sp>
      <p:sp>
        <p:nvSpPr>
          <p:cNvPr id="3" name="Text Placeholder 2">
            <a:extLst>
              <a:ext uri="{FF2B5EF4-FFF2-40B4-BE49-F238E27FC236}">
                <a16:creationId xmlns:a16="http://schemas.microsoft.com/office/drawing/2014/main" id="{72351DF2-01B2-5116-A29B-0C2FA496CE2E}"/>
              </a:ext>
            </a:extLst>
          </p:cNvPr>
          <p:cNvSpPr>
            <a:spLocks noGrp="1"/>
          </p:cNvSpPr>
          <p:nvPr>
            <p:ph type="body" idx="1"/>
          </p:nvPr>
        </p:nvSpPr>
        <p:spPr>
          <a:xfrm>
            <a:off x="511615" y="1805537"/>
            <a:ext cx="11413084" cy="2952522"/>
          </a:xfrm>
        </p:spPr>
        <p:txBody>
          <a:bodyPr/>
          <a:lstStyle/>
          <a:p>
            <a:pPr marL="142875" indent="0">
              <a:spcBef>
                <a:spcPts val="0"/>
              </a:spcBef>
              <a:spcAft>
                <a:spcPts val="600"/>
              </a:spcAft>
              <a:buNone/>
            </a:pPr>
            <a:r>
              <a:rPr lang="ja" sz="1400" dirty="0">
                <a:latin typeface="Yu Gothic" panose="020B0400000000000000" pitchFamily="34" charset="-128"/>
                <a:ea typeface="Yu Gothic" panose="020B0400000000000000" pitchFamily="34" charset="-128"/>
              </a:rPr>
              <a:t>アドバイザリーフェーズの範囲 – 10週間（概算）</a:t>
            </a:r>
          </a:p>
          <a:p>
            <a:pPr>
              <a:spcBef>
                <a:spcPts val="0"/>
              </a:spcBef>
              <a:spcAft>
                <a:spcPts val="600"/>
              </a:spcAft>
            </a:pPr>
            <a:r>
              <a:rPr lang="ja" sz="1400" b="1" dirty="0">
                <a:latin typeface="Yu Gothic" panose="020B0400000000000000" pitchFamily="34" charset="-128"/>
                <a:ea typeface="Yu Gothic" panose="020B0400000000000000" pitchFamily="34" charset="-128"/>
              </a:rPr>
              <a:t>データとシステムの準備状況</a:t>
            </a:r>
            <a:r>
              <a:rPr lang="ja" sz="1400" dirty="0">
                <a:latin typeface="Yu Gothic" panose="020B0400000000000000" pitchFamily="34" charset="-128"/>
                <a:ea typeface="Yu Gothic" panose="020B0400000000000000" pitchFamily="34" charset="-128"/>
              </a:rPr>
              <a:t> </a:t>
            </a:r>
          </a:p>
          <a:p>
            <a:pPr lvl="1">
              <a:spcBef>
                <a:spcPts val="0"/>
              </a:spcBef>
              <a:spcAft>
                <a:spcPts val="600"/>
              </a:spcAft>
            </a:pPr>
            <a:r>
              <a:rPr lang="ja" sz="1200" dirty="0">
                <a:latin typeface="Yu Gothic" panose="020B0400000000000000" pitchFamily="34" charset="-128"/>
                <a:ea typeface="Yu Gothic" panose="020B0400000000000000" pitchFamily="34" charset="-128"/>
              </a:rPr>
              <a:t>購入データ、メーカーカタログ、補助金データベース、およびGPUインフラストラクチャを対象とした監査。</a:t>
            </a:r>
          </a:p>
          <a:p>
            <a:pPr lvl="1">
              <a:spcBef>
                <a:spcPts val="0"/>
              </a:spcBef>
              <a:spcAft>
                <a:spcPts val="600"/>
              </a:spcAft>
            </a:pPr>
            <a:r>
              <a:rPr lang="ja" sz="1200" dirty="0">
                <a:latin typeface="Yu Gothic" panose="020B0400000000000000" pitchFamily="34" charset="-128"/>
                <a:ea typeface="Yu Gothic" panose="020B0400000000000000" pitchFamily="34" charset="-128"/>
              </a:rPr>
              <a:t>現在のワークフローを検証するために、5名の医師および同僚へのインタビューを実施した。</a:t>
            </a:r>
          </a:p>
          <a:p>
            <a:pPr lvl="1">
              <a:spcBef>
                <a:spcPts val="0"/>
              </a:spcBef>
              <a:spcAft>
                <a:spcPts val="600"/>
              </a:spcAft>
            </a:pPr>
            <a:r>
              <a:rPr lang="ja" sz="1200" dirty="0">
                <a:latin typeface="Yu Gothic" panose="020B0400000000000000" pitchFamily="34" charset="-128"/>
                <a:ea typeface="Yu Gothic" panose="020B0400000000000000" pitchFamily="34" charset="-128"/>
              </a:rPr>
              <a:t>GLと野島電機の既存のパートナーシップを活用する。一般的な調査は不要。</a:t>
            </a:r>
          </a:p>
          <a:p>
            <a:pPr>
              <a:spcBef>
                <a:spcPts val="0"/>
              </a:spcBef>
              <a:spcAft>
                <a:spcPts val="600"/>
              </a:spcAft>
            </a:pPr>
            <a:r>
              <a:rPr lang="ja" sz="1400" b="1" dirty="0">
                <a:latin typeface="Yu Gothic" panose="020B0400000000000000" pitchFamily="34" charset="-128"/>
                <a:ea typeface="Yu Gothic" panose="020B0400000000000000" pitchFamily="34" charset="-128"/>
              </a:rPr>
              <a:t>ユースケースと精度設計</a:t>
            </a:r>
            <a:r>
              <a:rPr lang="ja" sz="1400" dirty="0">
                <a:latin typeface="Yu Gothic" panose="020B0400000000000000" pitchFamily="34" charset="-128"/>
                <a:ea typeface="Yu Gothic" panose="020B0400000000000000" pitchFamily="34" charset="-128"/>
              </a:rPr>
              <a:t> </a:t>
            </a:r>
          </a:p>
          <a:p>
            <a:pPr lvl="1">
              <a:spcBef>
                <a:spcPts val="0"/>
              </a:spcBef>
              <a:spcAft>
                <a:spcPts val="600"/>
              </a:spcAft>
            </a:pPr>
            <a:r>
              <a:rPr lang="ja" sz="1200" dirty="0">
                <a:latin typeface="Yu Gothic" panose="020B0400000000000000" pitchFamily="34" charset="-128"/>
                <a:ea typeface="Yu Gothic" panose="020B0400000000000000" pitchFamily="34" charset="-128"/>
              </a:rPr>
              <a:t>カタログ取り込みにおけるSKU/機能の信頼度しきい値を定義します。</a:t>
            </a:r>
          </a:p>
          <a:p>
            <a:pPr lvl="1">
              <a:spcBef>
                <a:spcPts val="0"/>
              </a:spcBef>
              <a:spcAft>
                <a:spcPts val="600"/>
              </a:spcAft>
            </a:pPr>
            <a:r>
              <a:rPr lang="ja" sz="1200" dirty="0">
                <a:latin typeface="Yu Gothic" panose="020B0400000000000000" pitchFamily="34" charset="-128"/>
                <a:ea typeface="Yu Gothic" panose="020B0400000000000000" pitchFamily="34" charset="-128"/>
              </a:rPr>
              <a:t>UC2向け3層精度ゲートロジックを完成させる。</a:t>
            </a:r>
          </a:p>
          <a:p>
            <a:pPr lvl="1">
              <a:spcBef>
                <a:spcPts val="0"/>
              </a:spcBef>
              <a:spcAft>
                <a:spcPts val="600"/>
              </a:spcAft>
            </a:pPr>
            <a:r>
              <a:rPr lang="ja" sz="1200" dirty="0">
                <a:latin typeface="Yu Gothic" panose="020B0400000000000000" pitchFamily="34" charset="-128"/>
                <a:ea typeface="Yu Gothic" panose="020B0400000000000000" pitchFamily="34" charset="-128"/>
              </a:rPr>
              <a:t>POSクーポンメカニズム、設定インターフェース要件、および非コンバージョンキャプチャ方式を確認してください。</a:t>
            </a:r>
          </a:p>
          <a:p>
            <a:pPr>
              <a:spcBef>
                <a:spcPts val="0"/>
              </a:spcBef>
              <a:spcAft>
                <a:spcPts val="600"/>
              </a:spcAft>
            </a:pPr>
            <a:r>
              <a:rPr lang="ja" sz="1400" b="1" dirty="0">
                <a:latin typeface="Yu Gothic" panose="020B0400000000000000" pitchFamily="34" charset="-128"/>
                <a:ea typeface="Yu Gothic" panose="020B0400000000000000" pitchFamily="34" charset="-128"/>
              </a:rPr>
              <a:t>将来のアーキテクチャとワイヤーフレーム</a:t>
            </a:r>
            <a:r>
              <a:rPr lang="ja" sz="1400" dirty="0">
                <a:latin typeface="Yu Gothic" panose="020B0400000000000000" pitchFamily="34" charset="-128"/>
                <a:ea typeface="Yu Gothic" panose="020B0400000000000000" pitchFamily="34" charset="-128"/>
              </a:rPr>
              <a:t> </a:t>
            </a:r>
          </a:p>
          <a:p>
            <a:pPr lvl="1">
              <a:spcBef>
                <a:spcPts val="0"/>
              </a:spcBef>
              <a:spcAft>
                <a:spcPts val="600"/>
              </a:spcAft>
            </a:pPr>
            <a:r>
              <a:rPr lang="ja" sz="1200" dirty="0">
                <a:latin typeface="Yu Gothic" panose="020B0400000000000000" pitchFamily="34" charset="-128"/>
                <a:ea typeface="Yu Gothic" panose="020B0400000000000000" pitchFamily="34" charset="-128"/>
              </a:rPr>
              <a:t>リファレンスアーキテクチャ、すべてのペルソナのユーザージャーニーマップ、および関連クエリUI、BYODメモ、設定インターフェース、ROIダッシュボードのワイヤーフレームを作成する。</a:t>
            </a:r>
          </a:p>
          <a:p>
            <a:pPr lvl="1">
              <a:spcBef>
                <a:spcPts val="0"/>
              </a:spcBef>
              <a:spcAft>
                <a:spcPts val="600"/>
              </a:spcAft>
            </a:pPr>
            <a:r>
              <a:rPr lang="ja" sz="1200" dirty="0">
                <a:latin typeface="Yu Gothic" panose="020B0400000000000000" pitchFamily="34" charset="-128"/>
                <a:ea typeface="Yu Gothic" panose="020B0400000000000000" pitchFamily="34" charset="-128"/>
              </a:rPr>
              <a:t>PoC（概念実証）の重点分野とアーキテクチャを定義する。</a:t>
            </a:r>
          </a:p>
          <a:p>
            <a:pPr>
              <a:spcBef>
                <a:spcPts val="0"/>
              </a:spcBef>
              <a:spcAft>
                <a:spcPts val="600"/>
              </a:spcAft>
            </a:pPr>
            <a:r>
              <a:rPr lang="ja" sz="1400" b="1" dirty="0">
                <a:latin typeface="Yu Gothic" panose="020B0400000000000000" pitchFamily="34" charset="-128"/>
                <a:ea typeface="Yu Gothic" panose="020B0400000000000000" pitchFamily="34" charset="-128"/>
              </a:rPr>
              <a:t>バックログとPoCの計画</a:t>
            </a:r>
            <a:r>
              <a:rPr lang="ja" sz="1400" dirty="0">
                <a:latin typeface="Yu Gothic" panose="020B0400000000000000" pitchFamily="34" charset="-128"/>
                <a:ea typeface="Yu Gothic" panose="020B0400000000000000" pitchFamily="34" charset="-128"/>
              </a:rPr>
              <a:t> </a:t>
            </a:r>
          </a:p>
          <a:p>
            <a:pPr lvl="1">
              <a:spcBef>
                <a:spcPts val="0"/>
              </a:spcBef>
              <a:spcAft>
                <a:spcPts val="600"/>
              </a:spcAft>
            </a:pPr>
            <a:r>
              <a:rPr lang="ja" sz="1200" dirty="0">
                <a:latin typeface="Yu Gothic" panose="020B0400000000000000" pitchFamily="34" charset="-128"/>
                <a:ea typeface="Yu Gothic" panose="020B0400000000000000" pitchFamily="34" charset="-128"/>
              </a:rPr>
              <a:t>完全なMVPバックログと、ユースケースごとに具体的な合否基準を設定した、焦点を絞ったPoCバックログ。</a:t>
            </a:r>
          </a:p>
          <a:p>
            <a:pPr lvl="1">
              <a:spcBef>
                <a:spcPts val="0"/>
              </a:spcBef>
              <a:spcAft>
                <a:spcPts val="600"/>
              </a:spcAft>
            </a:pPr>
            <a:r>
              <a:rPr lang="ja" sz="1200" dirty="0">
                <a:latin typeface="Yu Gothic" panose="020B0400000000000000" pitchFamily="34" charset="-128"/>
                <a:ea typeface="Yu Gothic" panose="020B0400000000000000" pitchFamily="34" charset="-128"/>
              </a:rPr>
              <a:t>構築開始前に、PoCの成功基準について両当事者が合意し、承認する。</a:t>
            </a:r>
          </a:p>
        </p:txBody>
      </p:sp>
      <p:sp>
        <p:nvSpPr>
          <p:cNvPr id="5" name="TextBox 4">
            <a:extLst>
              <a:ext uri="{FF2B5EF4-FFF2-40B4-BE49-F238E27FC236}">
                <a16:creationId xmlns:a16="http://schemas.microsoft.com/office/drawing/2014/main" id="{764486BC-F8CD-BDDC-072C-6E7F16C47433}"/>
              </a:ext>
            </a:extLst>
          </p:cNvPr>
          <p:cNvSpPr txBox="1"/>
          <p:nvPr/>
        </p:nvSpPr>
        <p:spPr>
          <a:xfrm>
            <a:off x="606774" y="1144795"/>
            <a:ext cx="11060999"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Lと野島は既にパートナー関係にあるため、関係構築や一般的な情報収集作業は省略します。第1週は集中的かつ具体的な作業に取り組みます。ビジネス上の課題は既に把握しているので、あとはデータの検証と技術的な仮説の確認を行うだけです。</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アドバイザリー業務の成果物は、汎用的なアーキテクチャではなく、すぐに実行可能な概念実証（PoC）計画です。</a:t>
            </a:r>
          </a:p>
        </p:txBody>
      </p:sp>
    </p:spTree>
    <p:extLst>
      <p:ext uri="{BB962C8B-B14F-4D97-AF65-F5344CB8AC3E}">
        <p14:creationId xmlns:p14="http://schemas.microsoft.com/office/powerpoint/2010/main" val="657342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34A5F-AE2C-F29C-DEF5-351BBF70C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F76B0-4FD9-E258-2A09-2E912D954AE3}"/>
              </a:ext>
            </a:extLst>
          </p:cNvPr>
          <p:cNvSpPr>
            <a:spLocks noGrp="1"/>
          </p:cNvSpPr>
          <p:nvPr>
            <p:ph type="title"/>
          </p:nvPr>
        </p:nvSpPr>
        <p:spPr>
          <a:xfrm>
            <a:off x="543715" y="593920"/>
            <a:ext cx="11061000" cy="647682"/>
          </a:xfrm>
        </p:spPr>
        <p:txBody>
          <a:bodyPr/>
          <a:lstStyle/>
          <a:p>
            <a:r>
              <a:rPr lang="ja" sz="2800" b="1">
                <a:solidFill>
                  <a:schemeClr val="bg2"/>
                </a:solidFill>
                <a:latin typeface="Yu Gothic" panose="020B0400000000000000" pitchFamily="34" charset="-128"/>
                <a:ea typeface="Yu Gothic" panose="020B0400000000000000" pitchFamily="34" charset="-128"/>
              </a:rPr>
              <a:t>プロジェクト範囲2：概念実証（POC）</a:t>
            </a:r>
          </a:p>
        </p:txBody>
      </p:sp>
      <p:sp>
        <p:nvSpPr>
          <p:cNvPr id="3" name="Text Placeholder 2">
            <a:extLst>
              <a:ext uri="{FF2B5EF4-FFF2-40B4-BE49-F238E27FC236}">
                <a16:creationId xmlns:a16="http://schemas.microsoft.com/office/drawing/2014/main" id="{D7F06538-A17D-DD24-DA49-906B2C9F4A4B}"/>
              </a:ext>
            </a:extLst>
          </p:cNvPr>
          <p:cNvSpPr>
            <a:spLocks noGrp="1"/>
          </p:cNvSpPr>
          <p:nvPr>
            <p:ph type="body" idx="1"/>
          </p:nvPr>
        </p:nvSpPr>
        <p:spPr>
          <a:xfrm>
            <a:off x="213168" y="1809030"/>
            <a:ext cx="11162463" cy="4535013"/>
          </a:xfrm>
        </p:spPr>
        <p:txBody>
          <a:bodyPr/>
          <a:lstStyle/>
          <a:p>
            <a:pPr marL="142875" indent="0">
              <a:spcBef>
                <a:spcPts val="0"/>
              </a:spcBef>
              <a:spcAft>
                <a:spcPts val="600"/>
              </a:spcAft>
              <a:buNone/>
            </a:pPr>
            <a:r>
              <a:rPr lang="ja" sz="1400" dirty="0">
                <a:latin typeface="Yu Gothic" panose="020B0400000000000000" pitchFamily="34" charset="-128"/>
                <a:ea typeface="Yu Gothic" panose="020B0400000000000000" pitchFamily="34" charset="-128"/>
              </a:rPr>
              <a:t>POCフェーズ2（スプリント0）の範囲＋12週間（推定）</a:t>
            </a:r>
          </a:p>
          <a:p>
            <a:pPr marL="142875" indent="0">
              <a:spcBef>
                <a:spcPts val="0"/>
              </a:spcBef>
              <a:spcAft>
                <a:spcPts val="600"/>
              </a:spcAft>
              <a:buNone/>
            </a:pPr>
            <a:r>
              <a:rPr lang="ja" sz="1400" dirty="0">
                <a:latin typeface="Yu Gothic" panose="020B0400000000000000" pitchFamily="34" charset="-128"/>
                <a:ea typeface="Yu Gothic" panose="020B0400000000000000" pitchFamily="34" charset="-128"/>
              </a:rPr>
              <a:t>1aと2aのユースケースに焦点を当てる</a:t>
            </a:r>
          </a:p>
          <a:p>
            <a:pPr>
              <a:spcBef>
                <a:spcPts val="0"/>
              </a:spcBef>
              <a:spcAft>
                <a:spcPts val="600"/>
              </a:spcAft>
            </a:pPr>
            <a:r>
              <a:rPr lang="ja" sz="1400" b="1" dirty="0">
                <a:latin typeface="Yu Gothic" panose="020B0400000000000000" pitchFamily="34" charset="-128"/>
                <a:ea typeface="Yu Gothic" panose="020B0400000000000000" pitchFamily="34" charset="-128"/>
              </a:rPr>
              <a:t>POC 1：カタログの取り込みと拡充</a:t>
            </a:r>
            <a:r>
              <a:rPr lang="ja" sz="1400" dirty="0">
                <a:latin typeface="Yu Gothic" panose="020B0400000000000000" pitchFamily="34" charset="-128"/>
                <a:ea typeface="Yu Gothic" panose="020B0400000000000000" pitchFamily="34" charset="-128"/>
              </a:rPr>
              <a:t> </a:t>
            </a:r>
          </a:p>
          <a:p>
            <a:pPr lvl="1">
              <a:spcBef>
                <a:spcPts val="0"/>
              </a:spcBef>
              <a:spcAft>
                <a:spcPts val="600"/>
              </a:spcAft>
            </a:pPr>
            <a:r>
              <a:rPr lang="ja" sz="1200" dirty="0">
                <a:latin typeface="Yu Gothic" panose="020B0400000000000000" pitchFamily="34" charset="-128"/>
                <a:ea typeface="Yu Gothic" panose="020B0400000000000000" pitchFamily="34" charset="-128"/>
              </a:rPr>
              <a:t>実際のメーカーカタログのサンプルと、野島製作所の現在のカタログ（GL/日立製作所が作成）を取り込む。</a:t>
            </a:r>
          </a:p>
          <a:p>
            <a:pPr lvl="1">
              <a:spcBef>
                <a:spcPts val="0"/>
              </a:spcBef>
              <a:spcAft>
                <a:spcPts val="600"/>
              </a:spcAft>
            </a:pPr>
            <a:r>
              <a:rPr lang="ja" sz="1200" dirty="0">
                <a:latin typeface="Yu Gothic" panose="020B0400000000000000" pitchFamily="34" charset="-128"/>
                <a:ea typeface="Yu Gothic" panose="020B0400000000000000" pitchFamily="34" charset="-128"/>
              </a:rPr>
              <a:t>AIがSKU、機能、および製品寿命データを正しく抽出していることを検証します。</a:t>
            </a:r>
          </a:p>
          <a:p>
            <a:pPr lvl="1">
              <a:spcBef>
                <a:spcPts val="0"/>
              </a:spcBef>
              <a:spcAft>
                <a:spcPts val="600"/>
              </a:spcAft>
            </a:pPr>
            <a:r>
              <a:rPr lang="ja" sz="1200" dirty="0">
                <a:latin typeface="Yu Gothic" panose="020B0400000000000000" pitchFamily="34" charset="-128"/>
                <a:ea typeface="Yu Gothic" panose="020B0400000000000000" pitchFamily="34" charset="-128"/>
              </a:rPr>
              <a:t>人間によるレビューが必要なフィールドタイプを特定します。</a:t>
            </a:r>
          </a:p>
          <a:p>
            <a:pPr>
              <a:spcBef>
                <a:spcPts val="0"/>
              </a:spcBef>
              <a:spcAft>
                <a:spcPts val="600"/>
              </a:spcAft>
            </a:pPr>
            <a:r>
              <a:rPr lang="ja" sz="1400" b="1" dirty="0">
                <a:latin typeface="Yu Gothic" panose="020B0400000000000000" pitchFamily="34" charset="-128"/>
                <a:ea typeface="Yu Gothic" panose="020B0400000000000000" pitchFamily="34" charset="-128"/>
              </a:rPr>
              <a:t>POC2：設定インターフェース</a:t>
            </a:r>
            <a:r>
              <a:rPr lang="ja" sz="1400" dirty="0">
                <a:latin typeface="Yu Gothic" panose="020B0400000000000000" pitchFamily="34" charset="-128"/>
                <a:ea typeface="Yu Gothic" panose="020B0400000000000000" pitchFamily="34" charset="-128"/>
              </a:rPr>
              <a:t> </a:t>
            </a:r>
            <a:r>
              <a:rPr lang="ja" sz="1400" b="1" dirty="0">
                <a:latin typeface="Yu Gothic" panose="020B0400000000000000" pitchFamily="34" charset="-128"/>
                <a:ea typeface="Yu Gothic" panose="020B0400000000000000" pitchFamily="34" charset="-128"/>
              </a:rPr>
              <a:t>-&gt; メール通知</a:t>
            </a:r>
          </a:p>
          <a:p>
            <a:pPr lvl="1">
              <a:spcBef>
                <a:spcPts val="0"/>
              </a:spcBef>
              <a:spcAft>
                <a:spcPts val="600"/>
              </a:spcAft>
            </a:pPr>
            <a:r>
              <a:rPr lang="ja" sz="1200" dirty="0">
                <a:latin typeface="Yu Gothic" panose="020B0400000000000000" pitchFamily="34" charset="-128"/>
                <a:ea typeface="Yu Gothic" panose="020B0400000000000000" pitchFamily="34" charset="-128"/>
              </a:rPr>
              <a:t>少なくとも1名の非技術系野島MDメンバーと共に、ノーコード設定インターフェースを構築し、テストする。</a:t>
            </a:r>
          </a:p>
          <a:p>
            <a:pPr lvl="1">
              <a:spcBef>
                <a:spcPts val="0"/>
              </a:spcBef>
              <a:spcAft>
                <a:spcPts val="600"/>
              </a:spcAft>
            </a:pPr>
            <a:r>
              <a:rPr lang="ja" sz="1200" dirty="0">
                <a:latin typeface="Yu Gothic" panose="020B0400000000000000" pitchFamily="34" charset="-128"/>
                <a:ea typeface="Yu Gothic" panose="020B0400000000000000" pitchFamily="34" charset="-128"/>
              </a:rPr>
              <a:t>GLサポートなしで、通常の日本語で置換属性を調整できることを検証します。</a:t>
            </a:r>
          </a:p>
          <a:p>
            <a:pPr lvl="1">
              <a:spcBef>
                <a:spcPts val="0"/>
              </a:spcBef>
              <a:spcAft>
                <a:spcPts val="600"/>
              </a:spcAft>
            </a:pPr>
            <a:r>
              <a:rPr lang="ja" sz="1200" dirty="0">
                <a:latin typeface="Yu Gothic" panose="020B0400000000000000" pitchFamily="34" charset="-128"/>
                <a:ea typeface="Yu Gothic" panose="020B0400000000000000" pitchFamily="34" charset="-128"/>
              </a:rPr>
              <a:t>通知リストの正確性</a:t>
            </a:r>
          </a:p>
          <a:p>
            <a:pPr lvl="2">
              <a:spcBef>
                <a:spcPts val="0"/>
              </a:spcBef>
              <a:spcAft>
                <a:spcPts val="600"/>
              </a:spcAft>
            </a:pPr>
            <a:r>
              <a:rPr lang="ja" sz="1000" dirty="0">
                <a:latin typeface="Yu Gothic" panose="020B0400000000000000" pitchFamily="34" charset="-128"/>
                <a:ea typeface="Yu Gothic" panose="020B0400000000000000" pitchFamily="34" charset="-128"/>
              </a:rPr>
              <a:t>既知の有効な顧客レコードと無効な顧客レコードを含む管理されたデータセットに対して、多層検証ロジックをテストします。</a:t>
            </a:r>
          </a:p>
          <a:p>
            <a:pPr lvl="2">
              <a:spcBef>
                <a:spcPts val="0"/>
              </a:spcBef>
              <a:spcAft>
                <a:spcPts val="600"/>
              </a:spcAft>
            </a:pPr>
            <a:r>
              <a:rPr lang="ja" sz="1000" dirty="0">
                <a:latin typeface="Yu Gothic" panose="020B0400000000000000" pitchFamily="34" charset="-128"/>
                <a:ea typeface="Yu Gothic" panose="020B0400000000000000" pitchFamily="34" charset="-128"/>
              </a:rPr>
              <a:t>通知が発動される前に、誤検知がゼロであることを確認してください。</a:t>
            </a:r>
          </a:p>
          <a:p>
            <a:pPr lvl="2">
              <a:spcBef>
                <a:spcPts val="0"/>
              </a:spcBef>
              <a:spcAft>
                <a:spcPts val="600"/>
              </a:spcAft>
            </a:pPr>
            <a:r>
              <a:rPr lang="ja" sz="1000" dirty="0">
                <a:latin typeface="Yu Gothic" panose="020B0400000000000000" pitchFamily="34" charset="-128"/>
                <a:ea typeface="Yu Gothic" panose="020B0400000000000000" pitchFamily="34" charset="-128"/>
              </a:rPr>
              <a:t>メールによる通知の内容と形式（交換の詳細、クーポン、予約リンクなど）が正しいことを確認してください。</a:t>
            </a:r>
            <a:endParaRPr lang="en-US" sz="1200" dirty="0">
              <a:latin typeface="Yu Gothic" panose="020B0400000000000000" pitchFamily="34" charset="-128"/>
              <a:ea typeface="Yu Gothic" panose="020B0400000000000000" pitchFamily="34" charset="-128"/>
            </a:endParaRPr>
          </a:p>
          <a:p>
            <a:pPr marL="142875" indent="0">
              <a:spcBef>
                <a:spcPts val="0"/>
              </a:spcBef>
              <a:spcAft>
                <a:spcPts val="600"/>
              </a:spcAft>
              <a:buNone/>
            </a:pPr>
            <a:r>
              <a:rPr lang="ja" sz="1400" b="1" dirty="0">
                <a:latin typeface="Yu Gothic" panose="020B0400000000000000" pitchFamily="34" charset="-128"/>
                <a:ea typeface="Yu Gothic" panose="020B0400000000000000" pitchFamily="34" charset="-128"/>
              </a:rPr>
              <a:t>合否判定ゲート：</a:t>
            </a:r>
          </a:p>
          <a:p>
            <a:pPr lvl="1">
              <a:spcBef>
                <a:spcPts val="0"/>
              </a:spcBef>
              <a:spcAft>
                <a:spcPts val="600"/>
              </a:spcAft>
            </a:pPr>
            <a:r>
              <a:rPr lang="ja" sz="1200" dirty="0">
                <a:latin typeface="Yu Gothic" panose="020B0400000000000000" pitchFamily="34" charset="-128"/>
                <a:ea typeface="Yu Gothic" panose="020B0400000000000000" pitchFamily="34" charset="-128"/>
              </a:rPr>
              <a:t>すべての検証項目は実際のサンプルデータを用いて検証済みです。設定インターフェースは野島氏によってテストおよび承認されています。</a:t>
            </a:r>
          </a:p>
          <a:p>
            <a:pPr lvl="1">
              <a:spcBef>
                <a:spcPts val="0"/>
              </a:spcBef>
              <a:spcAft>
                <a:spcPts val="600"/>
              </a:spcAft>
            </a:pPr>
            <a:r>
              <a:rPr lang="ja" sz="1200" dirty="0">
                <a:latin typeface="Yu Gothic" panose="020B0400000000000000" pitchFamily="34" charset="-128"/>
                <a:ea typeface="Yu Gothic" panose="020B0400000000000000" pitchFamily="34" charset="-128"/>
              </a:rPr>
              <a:t>成功基準は、PoC開始前にアドバイザリで合意され、承認されている。</a:t>
            </a:r>
          </a:p>
        </p:txBody>
      </p:sp>
      <p:sp>
        <p:nvSpPr>
          <p:cNvPr id="5" name="TextBox 4">
            <a:extLst>
              <a:ext uri="{FF2B5EF4-FFF2-40B4-BE49-F238E27FC236}">
                <a16:creationId xmlns:a16="http://schemas.microsoft.com/office/drawing/2014/main" id="{2717C4BD-B818-37F9-8153-39110340FE17}"/>
              </a:ext>
            </a:extLst>
          </p:cNvPr>
          <p:cNvSpPr txBox="1"/>
          <p:nvPr/>
        </p:nvSpPr>
        <p:spPr>
          <a:xfrm>
            <a:off x="606774" y="1167655"/>
            <a:ext cx="1064034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目的：MVP構築に着手する前に、プラットフォームの中核となる技術的前提条件を検証する。PoC（概念実証）では、AIパイプラインが合成データではなく、実際の野島データを用いてエンドツーエンドで動作することを証明する。</a:t>
            </a:r>
          </a:p>
        </p:txBody>
      </p:sp>
      <p:pic>
        <p:nvPicPr>
          <p:cNvPr id="4" name="Picture 3">
            <a:extLst>
              <a:ext uri="{FF2B5EF4-FFF2-40B4-BE49-F238E27FC236}">
                <a16:creationId xmlns:a16="http://schemas.microsoft.com/office/drawing/2014/main" id="{210297E3-799E-5360-E106-16C7FAD7A8CA}"/>
              </a:ext>
            </a:extLst>
          </p:cNvPr>
          <p:cNvPicPr>
            <a:picLocks noChangeAspect="1"/>
          </p:cNvPicPr>
          <p:nvPr/>
        </p:nvPicPr>
        <p:blipFill>
          <a:blip r:embed="rId2"/>
          <a:srcRect l="235" t="16436"/>
          <a:stretch>
            <a:fillRect/>
          </a:stretch>
        </p:blipFill>
        <p:spPr>
          <a:xfrm>
            <a:off x="8902700" y="2094849"/>
            <a:ext cx="3234882" cy="1524135"/>
          </a:xfrm>
          <a:prstGeom prst="rect">
            <a:avLst/>
          </a:prstGeom>
        </p:spPr>
      </p:pic>
      <p:pic>
        <p:nvPicPr>
          <p:cNvPr id="12" name="Picture 11">
            <a:extLst>
              <a:ext uri="{FF2B5EF4-FFF2-40B4-BE49-F238E27FC236}">
                <a16:creationId xmlns:a16="http://schemas.microsoft.com/office/drawing/2014/main" id="{DA54B7A6-B359-804A-ECE5-FEFB10B2E86D}"/>
              </a:ext>
            </a:extLst>
          </p:cNvPr>
          <p:cNvPicPr>
            <a:picLocks noChangeAspect="1"/>
          </p:cNvPicPr>
          <p:nvPr/>
        </p:nvPicPr>
        <p:blipFill>
          <a:blip r:embed="rId3"/>
          <a:stretch>
            <a:fillRect/>
          </a:stretch>
        </p:blipFill>
        <p:spPr>
          <a:xfrm>
            <a:off x="8902700" y="3764679"/>
            <a:ext cx="3076132" cy="1731396"/>
          </a:xfrm>
          <a:prstGeom prst="rect">
            <a:avLst/>
          </a:prstGeom>
        </p:spPr>
      </p:pic>
    </p:spTree>
    <p:extLst>
      <p:ext uri="{BB962C8B-B14F-4D97-AF65-F5344CB8AC3E}">
        <p14:creationId xmlns:p14="http://schemas.microsoft.com/office/powerpoint/2010/main" val="1860690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9"/>
        <p:cNvGrpSpPr/>
        <p:nvPr/>
      </p:nvGrpSpPr>
      <p:grpSpPr>
        <a:xfrm>
          <a:off x="0" y="0"/>
          <a:ext cx="0" cy="0"/>
          <a:chOff x="0" y="0"/>
          <a:chExt cx="0" cy="0"/>
        </a:xfrm>
      </p:grpSpPr>
      <p:graphicFrame>
        <p:nvGraphicFramePr>
          <p:cNvPr id="3" name="Table 2066">
            <a:extLst>
              <a:ext uri="{FF2B5EF4-FFF2-40B4-BE49-F238E27FC236}">
                <a16:creationId xmlns:a16="http://schemas.microsoft.com/office/drawing/2014/main" id="{5DE5D4E5-1DFB-C08A-1E2D-FFA2E8C4EB48}"/>
              </a:ext>
            </a:extLst>
          </p:cNvPr>
          <p:cNvGraphicFramePr>
            <a:graphicFrameLocks noGrp="1"/>
          </p:cNvGraphicFramePr>
          <p:nvPr/>
        </p:nvGraphicFramePr>
        <p:xfrm>
          <a:off x="1108517" y="1823121"/>
          <a:ext cx="9595690" cy="4012403"/>
        </p:xfrm>
        <a:graphic>
          <a:graphicData uri="http://schemas.openxmlformats.org/drawingml/2006/table">
            <a:tbl>
              <a:tblPr firstRow="1" firstCol="1" bandRow="1">
                <a:tableStyleId>{00A15C55-8517-42AA-B614-E9B94910E393}</a:tableStyleId>
              </a:tblPr>
              <a:tblGrid>
                <a:gridCol w="833795">
                  <a:extLst>
                    <a:ext uri="{9D8B030D-6E8A-4147-A177-3AD203B41FA5}">
                      <a16:colId xmlns:a16="http://schemas.microsoft.com/office/drawing/2014/main" val="3320329219"/>
                    </a:ext>
                  </a:extLst>
                </a:gridCol>
                <a:gridCol w="1345331">
                  <a:extLst>
                    <a:ext uri="{9D8B030D-6E8A-4147-A177-3AD203B41FA5}">
                      <a16:colId xmlns:a16="http://schemas.microsoft.com/office/drawing/2014/main" val="1405715380"/>
                    </a:ext>
                  </a:extLst>
                </a:gridCol>
                <a:gridCol w="7416564">
                  <a:extLst>
                    <a:ext uri="{9D8B030D-6E8A-4147-A177-3AD203B41FA5}">
                      <a16:colId xmlns:a16="http://schemas.microsoft.com/office/drawing/2014/main" val="2645515955"/>
                    </a:ext>
                  </a:extLst>
                </a:gridCol>
              </a:tblGrid>
              <a:tr h="497563">
                <a:tc>
                  <a:txBody>
                    <a:bodyPr/>
                    <a:lstStyle/>
                    <a:p>
                      <a:pPr algn="ctr" fontAlgn="b"/>
                      <a:r>
                        <a:rPr lang="ja" sz="1000" u="none" strike="noStrike">
                          <a:solidFill>
                            <a:schemeClr val="bg1"/>
                          </a:solidFill>
                          <a:effectLst/>
                          <a:latin typeface="Yu Gothic" panose="020B0400000000000000" pitchFamily="34" charset="-128"/>
                          <a:ea typeface="Yu Gothic" panose="020B0400000000000000" pitchFamily="34" charset="-128"/>
                        </a:rPr>
                        <a:t>成果物</a:t>
                      </a:r>
                    </a:p>
                    <a:p>
                      <a:pPr algn="ctr" fontAlgn="b"/>
                      <a:r>
                        <a:rPr lang="ja" sz="1000" u="none" strike="noStrike">
                          <a:solidFill>
                            <a:schemeClr val="bg1"/>
                          </a:solidFill>
                          <a:effectLst/>
                          <a:latin typeface="Yu Gothic" panose="020B0400000000000000" pitchFamily="34" charset="-128"/>
                          <a:ea typeface="Yu Gothic" panose="020B0400000000000000" pitchFamily="34" charset="-128"/>
                        </a:rPr>
                        <a:t>#</a:t>
                      </a:r>
                      <a:endParaRPr lang="en-US" sz="1000" b="0" i="0" u="none" strike="noStrike">
                        <a:solidFill>
                          <a:schemeClr val="bg1"/>
                        </a:solidFill>
                        <a:effectLst/>
                        <a:latin typeface="Yu Gothic" panose="020B0400000000000000" pitchFamily="34" charset="-128"/>
                        <a:ea typeface="Yu Gothic" panose="020B0400000000000000" pitchFamily="34" charset="-128"/>
                      </a:endParaRPr>
                    </a:p>
                  </a:txBody>
                  <a:tcPr marL="3644" marR="3644" marT="3644" marB="0" anchor="ctr"/>
                </a:tc>
                <a:tc>
                  <a:txBody>
                    <a:bodyPr/>
                    <a:lstStyle/>
                    <a:p>
                      <a:pPr lvl="0" algn="ctr">
                        <a:buNone/>
                      </a:pPr>
                      <a:r>
                        <a:rPr lang="ja" sz="1000" u="none" strike="noStrike">
                          <a:solidFill>
                            <a:schemeClr val="bg1"/>
                          </a:solidFill>
                          <a:effectLst/>
                          <a:latin typeface="Yu Gothic" panose="020B0400000000000000" pitchFamily="34" charset="-128"/>
                          <a:ea typeface="Yu Gothic" panose="020B0400000000000000" pitchFamily="34" charset="-128"/>
                        </a:rPr>
                        <a:t>成果物</a:t>
                      </a:r>
                    </a:p>
                  </a:txBody>
                  <a:tcPr marL="3643" marR="3643" marT="3643" marB="0" anchor="ctr"/>
                </a:tc>
                <a:tc>
                  <a:txBody>
                    <a:bodyPr/>
                    <a:lstStyle/>
                    <a:p>
                      <a:pPr algn="ctr" fontAlgn="b"/>
                      <a:r>
                        <a:rPr lang="ja" sz="1000" u="none" strike="noStrike">
                          <a:solidFill>
                            <a:schemeClr val="bg1"/>
                          </a:solidFill>
                          <a:effectLst/>
                          <a:latin typeface="Yu Gothic" panose="020B0400000000000000" pitchFamily="34" charset="-128"/>
                          <a:ea typeface="Yu Gothic" panose="020B0400000000000000" pitchFamily="34" charset="-128"/>
                        </a:rPr>
                        <a:t>詳細</a:t>
                      </a:r>
                      <a:endParaRPr lang="en-US" sz="1000" b="0" i="0" u="none" strike="noStrike">
                        <a:solidFill>
                          <a:schemeClr val="bg1"/>
                        </a:solidFill>
                        <a:effectLst/>
                        <a:latin typeface="Yu Gothic" panose="020B0400000000000000" pitchFamily="34" charset="-128"/>
                        <a:ea typeface="Yu Gothic" panose="020B0400000000000000" pitchFamily="34" charset="-128"/>
                      </a:endParaRPr>
                    </a:p>
                  </a:txBody>
                  <a:tcPr marL="3644" marR="3644" marT="3644" marB="0" anchor="ctr"/>
                </a:tc>
                <a:extLst>
                  <a:ext uri="{0D108BD9-81ED-4DB2-BD59-A6C34878D82A}">
                    <a16:rowId xmlns:a16="http://schemas.microsoft.com/office/drawing/2014/main" val="171024137"/>
                  </a:ext>
                </a:extLst>
              </a:tr>
              <a:tr h="684335">
                <a:tc>
                  <a:txBody>
                    <a:bodyPr/>
                    <a:lstStyle/>
                    <a:p>
                      <a:pPr algn="ctr">
                        <a:spcAft>
                          <a:spcPts val="600"/>
                        </a:spcAft>
                        <a:buNone/>
                      </a:pPr>
                      <a:r>
                        <a:rPr lang="ja" sz="900" b="1">
                          <a:solidFill>
                            <a:schemeClr val="bg1"/>
                          </a:solidFill>
                          <a:latin typeface="Yu Gothic" panose="020B0400000000000000" pitchFamily="34" charset="-128"/>
                          <a:ea typeface="Yu Gothic" panose="020B0400000000000000" pitchFamily="34" charset="-128"/>
                        </a:rPr>
                        <a:t>D1</a:t>
                      </a:r>
                    </a:p>
                  </a:txBody>
                  <a:tcPr anchor="ctr"/>
                </a:tc>
                <a:tc>
                  <a:txBody>
                    <a:bodyPr/>
                    <a:lstStyle/>
                    <a:p>
                      <a:pPr marL="0" indent="0" algn="l">
                        <a:buNone/>
                      </a:pPr>
                      <a:r>
                        <a:rPr lang="ja" sz="900" b="1" dirty="0">
                          <a:solidFill>
                            <a:schemeClr val="tx1"/>
                          </a:solidFill>
                          <a:latin typeface="Yu Gothic" panose="020B0400000000000000" pitchFamily="34" charset="-128"/>
                          <a:ea typeface="Yu Gothic" panose="020B0400000000000000" pitchFamily="34" charset="-128"/>
                          <a:cs typeface="Calibri" pitchFamily="34" charset="-120"/>
                        </a:rPr>
                        <a:t>データとシステム</a:t>
                      </a:r>
                      <a:endParaRPr lang="en-US" sz="900" dirty="0">
                        <a:solidFill>
                          <a:schemeClr val="tx1"/>
                        </a:solidFill>
                        <a:latin typeface="Yu Gothic" panose="020B0400000000000000" pitchFamily="34" charset="-128"/>
                        <a:ea typeface="Yu Gothic" panose="020B0400000000000000" pitchFamily="34" charset="-128"/>
                        <a:cs typeface="Calibri" charset="0"/>
                      </a:endParaRPr>
                    </a:p>
                    <a:p>
                      <a:pPr marL="0" indent="0" algn="l">
                        <a:buNone/>
                      </a:pPr>
                      <a:r>
                        <a:rPr lang="ja" sz="900" b="1" dirty="0">
                          <a:solidFill>
                            <a:schemeClr val="tx1"/>
                          </a:solidFill>
                          <a:latin typeface="Yu Gothic" panose="020B0400000000000000" pitchFamily="34" charset="-128"/>
                          <a:ea typeface="Yu Gothic" panose="020B0400000000000000" pitchFamily="34" charset="-128"/>
                          <a:cs typeface="Calibri" pitchFamily="34" charset="-120"/>
                        </a:rPr>
                        <a:t>準備状況報告</a:t>
                      </a:r>
                      <a:endParaRPr lang="en-US" sz="900" dirty="0">
                        <a:solidFill>
                          <a:schemeClr val="tx1"/>
                        </a:solidFill>
                        <a:latin typeface="Yu Gothic" panose="020B0400000000000000" pitchFamily="34" charset="-128"/>
                        <a:ea typeface="Yu Gothic" panose="020B0400000000000000" pitchFamily="34" charset="-128"/>
                        <a:cs typeface="Calibri" charset="0"/>
                      </a:endParaRPr>
                    </a:p>
                  </a:txBody>
                  <a:tcPr marL="101600" marR="101600" marT="63500" marB="63500" anchor="ctr"/>
                </a:tc>
                <a:tc>
                  <a:txBody>
                    <a:bodyPr/>
                    <a:lstStyle/>
                    <a:p>
                      <a:pPr marL="0" indent="0" algn="l">
                        <a:buNone/>
                      </a:pPr>
                      <a:r>
                        <a:rPr lang="ja" sz="900">
                          <a:solidFill>
                            <a:schemeClr val="tx1"/>
                          </a:solidFill>
                          <a:latin typeface="Yu Gothic" panose="020B0400000000000000" pitchFamily="34" charset="-128"/>
                          <a:ea typeface="Yu Gothic" panose="020B0400000000000000" pitchFamily="34" charset="-128"/>
                          <a:cs typeface="Calibri" pitchFamily="34" charset="-120"/>
                        </a:rPr>
                        <a:t>野島製作所の購買データ品質、カタログフォーマットの多様性、補助金データベースの可用性、およびGPUインフラストラクチャの準備状況に関する的を絞った評価。5件のインタビューから得られた従業員ワークフローに関する調査結果の概要を含む。PoC構築前に、データのギャップと変換要件を特定する。</a:t>
                      </a:r>
                      <a:endParaRPr lang="en-US" sz="900">
                        <a:solidFill>
                          <a:schemeClr val="tx1"/>
                        </a:solidFill>
                        <a:latin typeface="Yu Gothic" panose="020B0400000000000000" pitchFamily="34" charset="-128"/>
                        <a:ea typeface="Yu Gothic" panose="020B0400000000000000" pitchFamily="34" charset="-128"/>
                        <a:cs typeface="Calibri" charset="0"/>
                      </a:endParaRPr>
                    </a:p>
                  </a:txBody>
                  <a:tcPr marL="101600" marR="101600" marT="63500" marB="63500" anchor="ctr"/>
                </a:tc>
                <a:extLst>
                  <a:ext uri="{0D108BD9-81ED-4DB2-BD59-A6C34878D82A}">
                    <a16:rowId xmlns:a16="http://schemas.microsoft.com/office/drawing/2014/main" val="2312758943"/>
                  </a:ext>
                </a:extLst>
              </a:tr>
              <a:tr h="463481">
                <a:tc>
                  <a:txBody>
                    <a:bodyPr/>
                    <a:lstStyle/>
                    <a:p>
                      <a:pPr algn="ctr">
                        <a:spcAft>
                          <a:spcPts val="600"/>
                        </a:spcAft>
                        <a:buNone/>
                      </a:pPr>
                      <a:r>
                        <a:rPr lang="ja" sz="900" b="1">
                          <a:solidFill>
                            <a:schemeClr val="bg1"/>
                          </a:solidFill>
                          <a:latin typeface="Yu Gothic" panose="020B0400000000000000" pitchFamily="34" charset="-128"/>
                          <a:ea typeface="Yu Gothic" panose="020B0400000000000000" pitchFamily="34" charset="-128"/>
                        </a:rPr>
                        <a:t>D2</a:t>
                      </a:r>
                    </a:p>
                  </a:txBody>
                  <a:tcPr anchor="ctr"/>
                </a:tc>
                <a:tc>
                  <a:txBody>
                    <a:bodyPr/>
                    <a:lstStyle/>
                    <a:p>
                      <a:pPr marL="0" indent="0" algn="l">
                        <a:buNone/>
                      </a:pPr>
                      <a:r>
                        <a:rPr lang="ja" sz="900" b="1">
                          <a:solidFill>
                            <a:schemeClr val="tx1"/>
                          </a:solidFill>
                          <a:latin typeface="Yu Gothic" panose="020B0400000000000000" pitchFamily="34" charset="-128"/>
                          <a:ea typeface="Yu Gothic" panose="020B0400000000000000" pitchFamily="34" charset="-128"/>
                          <a:cs typeface="Calibri" pitchFamily="34" charset="-120"/>
                        </a:rPr>
                        <a:t>使用事例 ＆</a:t>
                      </a:r>
                      <a:endParaRPr lang="en-US" sz="900">
                        <a:solidFill>
                          <a:schemeClr val="tx1"/>
                        </a:solidFill>
                        <a:latin typeface="Yu Gothic" panose="020B0400000000000000" pitchFamily="34" charset="-128"/>
                        <a:ea typeface="Yu Gothic" panose="020B0400000000000000" pitchFamily="34" charset="-128"/>
                        <a:cs typeface="Calibri" charset="0"/>
                      </a:endParaRPr>
                    </a:p>
                    <a:p>
                      <a:pPr marL="0" indent="0" algn="l">
                        <a:buNone/>
                      </a:pPr>
                      <a:r>
                        <a:rPr lang="ja" sz="900" b="1">
                          <a:solidFill>
                            <a:schemeClr val="tx1"/>
                          </a:solidFill>
                          <a:latin typeface="Yu Gothic" panose="020B0400000000000000" pitchFamily="34" charset="-128"/>
                          <a:ea typeface="Yu Gothic" panose="020B0400000000000000" pitchFamily="34" charset="-128"/>
                          <a:cs typeface="Calibri" pitchFamily="34" charset="-120"/>
                        </a:rPr>
                        <a:t>精度設計</a:t>
                      </a:r>
                      <a:endParaRPr lang="en-US" sz="900">
                        <a:solidFill>
                          <a:schemeClr val="tx1"/>
                        </a:solidFill>
                        <a:latin typeface="Yu Gothic" panose="020B0400000000000000" pitchFamily="34" charset="-128"/>
                        <a:ea typeface="Yu Gothic" panose="020B0400000000000000" pitchFamily="34" charset="-128"/>
                        <a:cs typeface="Calibri" charset="0"/>
                      </a:endParaRPr>
                    </a:p>
                  </a:txBody>
                  <a:tcPr marL="101600" marR="101600" marT="63500" marB="63500" anchor="ctr"/>
                </a:tc>
                <a:tc>
                  <a:txBody>
                    <a:bodyPr/>
                    <a:lstStyle/>
                    <a:p>
                      <a:pPr marL="171450" indent="-171450" algn="l">
                        <a:buFont typeface="Arial" panose="020B0604020202020204" pitchFamily="34" charset="0"/>
                        <a:buChar char="•"/>
                      </a:pPr>
                      <a:r>
                        <a:rPr lang="ja" sz="900">
                          <a:solidFill>
                            <a:schemeClr val="tx1"/>
                          </a:solidFill>
                          <a:latin typeface="Yu Gothic" panose="020B0400000000000000" pitchFamily="34" charset="-128"/>
                          <a:ea typeface="Yu Gothic" panose="020B0400000000000000" pitchFamily="34" charset="-128"/>
                          <a:cs typeface="Calibri" pitchFamily="34" charset="-120"/>
                        </a:rPr>
                        <a:t>SKU/機能の信頼度しきい値に関する詳細な設計決定（UC1）、</a:t>
                      </a:r>
                    </a:p>
                    <a:p>
                      <a:pPr marL="171450" indent="-171450" algn="l">
                        <a:buFont typeface="Arial" panose="020B0604020202020204" pitchFamily="34" charset="0"/>
                        <a:buChar char="•"/>
                      </a:pPr>
                      <a:r>
                        <a:rPr lang="ja" sz="900">
                          <a:solidFill>
                            <a:schemeClr val="tx1"/>
                          </a:solidFill>
                          <a:latin typeface="Yu Gothic" panose="020B0400000000000000" pitchFamily="34" charset="-128"/>
                          <a:ea typeface="Yu Gothic" panose="020B0400000000000000" pitchFamily="34" charset="-128"/>
                          <a:cs typeface="Calibri" pitchFamily="34" charset="-120"/>
                        </a:rPr>
                        <a:t>3層精度ゲートロジックとエッジケース（UC2）、</a:t>
                      </a:r>
                    </a:p>
                    <a:p>
                      <a:pPr marL="171450" indent="-171450" algn="l">
                        <a:buFont typeface="Arial" panose="020B0604020202020204" pitchFamily="34" charset="0"/>
                        <a:buChar char="•"/>
                      </a:pPr>
                      <a:r>
                        <a:rPr lang="ja" sz="900">
                          <a:solidFill>
                            <a:schemeClr val="tx1"/>
                          </a:solidFill>
                          <a:latin typeface="Yu Gothic" panose="020B0400000000000000" pitchFamily="34" charset="-128"/>
                          <a:ea typeface="Yu Gothic" panose="020B0400000000000000" pitchFamily="34" charset="-128"/>
                          <a:cs typeface="Calibri" pitchFamily="34" charset="-120"/>
                        </a:rPr>
                        <a:t>POSクーポン利用＋非コンバージョンキャプチャ方式（UC3）。</a:t>
                      </a:r>
                      <a:br>
                        <a:rPr lang="en-US" sz="900">
                          <a:solidFill>
                            <a:schemeClr val="tx1"/>
                          </a:solidFill>
                          <a:latin typeface="Yu Gothic" panose="020B0400000000000000" pitchFamily="34" charset="-128"/>
                          <a:ea typeface="Yu Gothic" panose="020B0400000000000000" pitchFamily="34" charset="-128"/>
                          <a:cs typeface="Calibri" pitchFamily="34" charset="-120"/>
                        </a:rPr>
                      </a:br>
                      <a:r>
                        <a:rPr lang="ja" sz="900">
                          <a:solidFill>
                            <a:schemeClr val="tx1"/>
                          </a:solidFill>
                          <a:latin typeface="Yu Gothic" panose="020B0400000000000000" pitchFamily="34" charset="-128"/>
                          <a:ea typeface="Yu Gothic" panose="020B0400000000000000" pitchFamily="34" charset="-128"/>
                          <a:cs typeface="Calibri" pitchFamily="34" charset="-120"/>
                        </a:rPr>
                        <a:t>野島MDスタッフと合意した設定インターフェース仕様を含む。</a:t>
                      </a:r>
                      <a:endParaRPr lang="en-US" sz="900">
                        <a:solidFill>
                          <a:schemeClr val="tx1"/>
                        </a:solidFill>
                        <a:latin typeface="Yu Gothic" panose="020B0400000000000000" pitchFamily="34" charset="-128"/>
                        <a:ea typeface="Yu Gothic" panose="020B0400000000000000" pitchFamily="34" charset="-128"/>
                        <a:cs typeface="Calibri" charset="0"/>
                      </a:endParaRPr>
                    </a:p>
                  </a:txBody>
                  <a:tcPr marL="101600" marR="101600" marT="63500" marB="63500" anchor="ctr"/>
                </a:tc>
                <a:extLst>
                  <a:ext uri="{0D108BD9-81ED-4DB2-BD59-A6C34878D82A}">
                    <a16:rowId xmlns:a16="http://schemas.microsoft.com/office/drawing/2014/main" val="3475476770"/>
                  </a:ext>
                </a:extLst>
              </a:tr>
              <a:tr h="577781">
                <a:tc>
                  <a:txBody>
                    <a:bodyPr/>
                    <a:lstStyle/>
                    <a:p>
                      <a:pPr algn="ctr">
                        <a:spcAft>
                          <a:spcPts val="600"/>
                        </a:spcAft>
                        <a:buNone/>
                      </a:pPr>
                      <a:r>
                        <a:rPr lang="ja" sz="900" b="1">
                          <a:solidFill>
                            <a:schemeClr val="bg1"/>
                          </a:solidFill>
                          <a:latin typeface="Yu Gothic" panose="020B0400000000000000" pitchFamily="34" charset="-128"/>
                          <a:ea typeface="Yu Gothic" panose="020B0400000000000000" pitchFamily="34" charset="-128"/>
                        </a:rPr>
                        <a:t>D3</a:t>
                      </a:r>
                    </a:p>
                  </a:txBody>
                  <a:tcPr anchor="ctr"/>
                </a:tc>
                <a:tc>
                  <a:txBody>
                    <a:bodyPr/>
                    <a:lstStyle/>
                    <a:p>
                      <a:pPr marL="0" indent="0" algn="l">
                        <a:buNone/>
                      </a:pPr>
                      <a:r>
                        <a:rPr lang="ja" sz="900" b="1">
                          <a:solidFill>
                            <a:schemeClr val="tx1"/>
                          </a:solidFill>
                          <a:latin typeface="Yu Gothic" panose="020B0400000000000000" pitchFamily="34" charset="-128"/>
                          <a:ea typeface="Yu Gothic" panose="020B0400000000000000" pitchFamily="34" charset="-128"/>
                          <a:cs typeface="Calibri" pitchFamily="34" charset="-120"/>
                        </a:rPr>
                        <a:t>将来のソリューション</a:t>
                      </a:r>
                      <a:endParaRPr lang="en-US" sz="900">
                        <a:solidFill>
                          <a:schemeClr val="tx1"/>
                        </a:solidFill>
                        <a:latin typeface="Yu Gothic" panose="020B0400000000000000" pitchFamily="34" charset="-128"/>
                        <a:ea typeface="Yu Gothic" panose="020B0400000000000000" pitchFamily="34" charset="-128"/>
                        <a:cs typeface="Calibri" charset="0"/>
                      </a:endParaRPr>
                    </a:p>
                    <a:p>
                      <a:pPr marL="0" indent="0" algn="l">
                        <a:buNone/>
                      </a:pPr>
                      <a:r>
                        <a:rPr lang="ja" sz="900" b="1">
                          <a:solidFill>
                            <a:schemeClr val="tx1"/>
                          </a:solidFill>
                          <a:latin typeface="Yu Gothic" panose="020B0400000000000000" pitchFamily="34" charset="-128"/>
                          <a:ea typeface="Yu Gothic" panose="020B0400000000000000" pitchFamily="34" charset="-128"/>
                          <a:cs typeface="Calibri" pitchFamily="34" charset="-120"/>
                        </a:rPr>
                        <a:t>建築</a:t>
                      </a:r>
                      <a:endParaRPr lang="en-US" sz="900">
                        <a:solidFill>
                          <a:schemeClr val="tx1"/>
                        </a:solidFill>
                        <a:latin typeface="Yu Gothic" panose="020B0400000000000000" pitchFamily="34" charset="-128"/>
                        <a:ea typeface="Yu Gothic" panose="020B0400000000000000" pitchFamily="34" charset="-128"/>
                        <a:cs typeface="Calibri" charset="0"/>
                      </a:endParaRPr>
                    </a:p>
                  </a:txBody>
                  <a:tcPr marL="101600" marR="101600" marT="63500" marB="63500" anchor="ctr"/>
                </a:tc>
                <a:tc>
                  <a:txBody>
                    <a:bodyPr/>
                    <a:lstStyle/>
                    <a:p>
                      <a:pPr marL="0" indent="0" algn="l">
                        <a:buNone/>
                      </a:pPr>
                      <a:r>
                        <a:rPr lang="ja" sz="900">
                          <a:solidFill>
                            <a:schemeClr val="tx1"/>
                          </a:solidFill>
                          <a:latin typeface="Yu Gothic" panose="020B0400000000000000" pitchFamily="34" charset="-128"/>
                          <a:ea typeface="Yu Gothic" panose="020B0400000000000000" pitchFamily="34" charset="-128"/>
                          <a:cs typeface="Calibri" pitchFamily="34" charset="-120"/>
                        </a:rPr>
                        <a:t>3つのユースケースすべてに対応する、決定版のエンドツーエンドアーキテクチャ。AI取り込みパイプライン、ベクターストアスキーマ、置換スコアリングロジック、LLMオーケストレーション、精度ゲート、通知フロー、インフラストラクチャパス（GLクラウド → Nojimaオンプレミス）を網羅しています。4つのペルソナすべてに対応したユーザージャーニーマップと、アソシエイトクエリUI、BYOD相談メモ、設定インターフェース、ROIダッシュボードのワイヤーフレームが含まれています。</a:t>
                      </a:r>
                      <a:endParaRPr lang="en-US" sz="900">
                        <a:solidFill>
                          <a:schemeClr val="tx1"/>
                        </a:solidFill>
                        <a:latin typeface="Yu Gothic" panose="020B0400000000000000" pitchFamily="34" charset="-128"/>
                        <a:ea typeface="Yu Gothic" panose="020B0400000000000000" pitchFamily="34" charset="-128"/>
                        <a:cs typeface="Calibri" charset="0"/>
                      </a:endParaRPr>
                    </a:p>
                  </a:txBody>
                  <a:tcPr marL="101600" marR="101600" marT="63500" marB="63500" anchor="ctr"/>
                </a:tc>
                <a:extLst>
                  <a:ext uri="{0D108BD9-81ED-4DB2-BD59-A6C34878D82A}">
                    <a16:rowId xmlns:a16="http://schemas.microsoft.com/office/drawing/2014/main" val="3575900476"/>
                  </a:ext>
                </a:extLst>
              </a:tr>
              <a:tr h="619069">
                <a:tc>
                  <a:txBody>
                    <a:bodyPr/>
                    <a:lstStyle/>
                    <a:p>
                      <a:pPr algn="ctr">
                        <a:spcAft>
                          <a:spcPts val="600"/>
                        </a:spcAft>
                        <a:buNone/>
                      </a:pPr>
                      <a:r>
                        <a:rPr lang="ja" sz="900" b="1">
                          <a:solidFill>
                            <a:schemeClr val="bg1"/>
                          </a:solidFill>
                          <a:latin typeface="Yu Gothic" panose="020B0400000000000000" pitchFamily="34" charset="-128"/>
                          <a:ea typeface="Yu Gothic" panose="020B0400000000000000" pitchFamily="34" charset="-128"/>
                        </a:rPr>
                        <a:t>D4</a:t>
                      </a:r>
                    </a:p>
                  </a:txBody>
                  <a:tcPr anchor="ctr"/>
                </a:tc>
                <a:tc>
                  <a:txBody>
                    <a:bodyPr/>
                    <a:lstStyle/>
                    <a:p>
                      <a:pPr marL="0" indent="0" algn="l">
                        <a:buNone/>
                      </a:pPr>
                      <a:r>
                        <a:rPr lang="ja" sz="900" b="1">
                          <a:solidFill>
                            <a:schemeClr val="tx1"/>
                          </a:solidFill>
                          <a:latin typeface="Yu Gothic" panose="020B0400000000000000" pitchFamily="34" charset="-128"/>
                          <a:ea typeface="Yu Gothic" panose="020B0400000000000000" pitchFamily="34" charset="-128"/>
                          <a:cs typeface="Calibri" pitchFamily="34" charset="-120"/>
                        </a:rPr>
                        <a:t>MVPバックログ</a:t>
                      </a:r>
                      <a:endParaRPr lang="en-US" sz="900">
                        <a:solidFill>
                          <a:schemeClr val="tx1"/>
                        </a:solidFill>
                        <a:latin typeface="Yu Gothic" panose="020B0400000000000000" pitchFamily="34" charset="-128"/>
                        <a:ea typeface="Yu Gothic" panose="020B0400000000000000" pitchFamily="34" charset="-128"/>
                        <a:cs typeface="Calibri" charset="0"/>
                      </a:endParaRPr>
                    </a:p>
                  </a:txBody>
                  <a:tcPr marL="101600" marR="101600" marT="63500" marB="63500" anchor="ctr"/>
                </a:tc>
                <a:tc>
                  <a:txBody>
                    <a:bodyPr/>
                    <a:lstStyle/>
                    <a:p>
                      <a:pPr marL="0" indent="0" algn="l">
                        <a:buNone/>
                      </a:pPr>
                      <a:r>
                        <a:rPr lang="ja" sz="900">
                          <a:solidFill>
                            <a:schemeClr val="tx1"/>
                          </a:solidFill>
                          <a:latin typeface="Yu Gothic" panose="020B0400000000000000" pitchFamily="34" charset="-128"/>
                          <a:ea typeface="Yu Gothic" panose="020B0400000000000000" pitchFamily="34" charset="-128"/>
                          <a:cs typeface="Calibri" pitchFamily="34" charset="-120"/>
                        </a:rPr>
                        <a:t>最初の本番環境向けリリースに向けた、包括的かつ優先順位付けされたユーザーストーリーと技術要件のセット。3つのユースケースすべて、ノーコード設定インターフェース、Nojimaオンプレミス移行パス、および監視/ダッシュボード要件を網羅しています。PoC完了時にスプリント計画にすぐに使用できる規模となっています。</a:t>
                      </a:r>
                      <a:endParaRPr lang="en-US" sz="900">
                        <a:solidFill>
                          <a:schemeClr val="tx1"/>
                        </a:solidFill>
                        <a:latin typeface="Yu Gothic" panose="020B0400000000000000" pitchFamily="34" charset="-128"/>
                        <a:ea typeface="Yu Gothic" panose="020B0400000000000000" pitchFamily="34" charset="-128"/>
                        <a:cs typeface="Calibri" charset="0"/>
                      </a:endParaRPr>
                    </a:p>
                  </a:txBody>
                  <a:tcPr marL="101600" marR="101600" marT="63500" marB="63500" anchor="ctr"/>
                </a:tc>
                <a:extLst>
                  <a:ext uri="{0D108BD9-81ED-4DB2-BD59-A6C34878D82A}">
                    <a16:rowId xmlns:a16="http://schemas.microsoft.com/office/drawing/2014/main" val="1423343800"/>
                  </a:ext>
                </a:extLst>
              </a:tr>
              <a:tr h="860156">
                <a:tc>
                  <a:txBody>
                    <a:bodyPr/>
                    <a:lstStyle/>
                    <a:p>
                      <a:pPr algn="ctr">
                        <a:spcAft>
                          <a:spcPts val="600"/>
                        </a:spcAft>
                        <a:buNone/>
                      </a:pPr>
                      <a:r>
                        <a:rPr lang="ja" sz="900" b="1">
                          <a:solidFill>
                            <a:schemeClr val="bg1"/>
                          </a:solidFill>
                          <a:latin typeface="Yu Gothic" panose="020B0400000000000000" pitchFamily="34" charset="-128"/>
                          <a:ea typeface="Yu Gothic" panose="020B0400000000000000" pitchFamily="34" charset="-128"/>
                        </a:rPr>
                        <a:t>D5</a:t>
                      </a:r>
                    </a:p>
                  </a:txBody>
                  <a:tcPr anchor="ctr"/>
                </a:tc>
                <a:tc>
                  <a:txBody>
                    <a:bodyPr/>
                    <a:lstStyle/>
                    <a:p>
                      <a:pPr marL="0" indent="0" algn="l">
                        <a:buNone/>
                      </a:pPr>
                      <a:r>
                        <a:rPr lang="ja" sz="900" b="1">
                          <a:solidFill>
                            <a:schemeClr val="tx1"/>
                          </a:solidFill>
                          <a:latin typeface="Yu Gothic" panose="020B0400000000000000" pitchFamily="34" charset="-128"/>
                          <a:ea typeface="Yu Gothic" panose="020B0400000000000000" pitchFamily="34" charset="-128"/>
                          <a:cs typeface="Calibri" pitchFamily="34" charset="-120"/>
                        </a:rPr>
                        <a:t>PoCアーキテクチャ</a:t>
                      </a:r>
                      <a:endParaRPr lang="en-US" sz="900">
                        <a:solidFill>
                          <a:schemeClr val="tx1"/>
                        </a:solidFill>
                        <a:latin typeface="Yu Gothic" panose="020B0400000000000000" pitchFamily="34" charset="-128"/>
                        <a:ea typeface="Yu Gothic" panose="020B0400000000000000" pitchFamily="34" charset="-128"/>
                        <a:cs typeface="Calibri" charset="0"/>
                      </a:endParaRPr>
                    </a:p>
                    <a:p>
                      <a:pPr marL="0" indent="0" algn="l">
                        <a:buNone/>
                      </a:pPr>
                      <a:r>
                        <a:rPr lang="ja" sz="900" b="1">
                          <a:solidFill>
                            <a:schemeClr val="tx1"/>
                          </a:solidFill>
                          <a:latin typeface="Yu Gothic" panose="020B0400000000000000" pitchFamily="34" charset="-128"/>
                          <a:ea typeface="Yu Gothic" panose="020B0400000000000000" pitchFamily="34" charset="-128"/>
                          <a:cs typeface="Calibri" pitchFamily="34" charset="-120"/>
                        </a:rPr>
                        <a:t>＆ やり残し</a:t>
                      </a:r>
                      <a:endParaRPr lang="en-US" sz="900">
                        <a:solidFill>
                          <a:schemeClr val="tx1"/>
                        </a:solidFill>
                        <a:latin typeface="Yu Gothic" panose="020B0400000000000000" pitchFamily="34" charset="-128"/>
                        <a:ea typeface="Yu Gothic" panose="020B0400000000000000" pitchFamily="34" charset="-128"/>
                        <a:cs typeface="Calibri" charset="0"/>
                      </a:endParaRPr>
                    </a:p>
                  </a:txBody>
                  <a:tcPr marL="101600" marR="101600" marT="63500" marB="63500" anchor="ctr"/>
                </a:tc>
                <a:tc>
                  <a:txBody>
                    <a:bodyPr/>
                    <a:lstStyle/>
                    <a:p>
                      <a:pPr marL="0" indent="0" algn="l">
                        <a:buNone/>
                      </a:pPr>
                      <a:r>
                        <a:rPr lang="ja" sz="900" dirty="0">
                          <a:solidFill>
                            <a:schemeClr val="tx1"/>
                          </a:solidFill>
                          <a:latin typeface="Yu Gothic" panose="020B0400000000000000" pitchFamily="34" charset="-128"/>
                          <a:ea typeface="Yu Gothic" panose="020B0400000000000000" pitchFamily="34" charset="-128"/>
                          <a:cs typeface="Calibri" pitchFamily="34" charset="-120"/>
                        </a:rPr>
                        <a:t>2つの文書：</a:t>
                      </a:r>
                      <a:endParaRPr lang="en-US" sz="900" dirty="0">
                        <a:solidFill>
                          <a:schemeClr val="tx1"/>
                        </a:solidFill>
                        <a:latin typeface="Yu Gothic" panose="020B0400000000000000" pitchFamily="34" charset="-128"/>
                        <a:ea typeface="Yu Gothic" panose="020B0400000000000000" pitchFamily="34" charset="-128"/>
                        <a:cs typeface="Calibri" charset="0"/>
                      </a:endParaRPr>
                    </a:p>
                    <a:p>
                      <a:pPr marL="0" indent="0" algn="l">
                        <a:buNone/>
                      </a:pPr>
                      <a:r>
                        <a:rPr lang="ja" sz="900" dirty="0">
                          <a:solidFill>
                            <a:schemeClr val="tx1"/>
                          </a:solidFill>
                          <a:latin typeface="Yu Gothic" panose="020B0400000000000000" pitchFamily="34" charset="-128"/>
                          <a:ea typeface="Yu Gothic" panose="020B0400000000000000" pitchFamily="34" charset="-128"/>
                          <a:cs typeface="Calibri" pitchFamily="34" charset="-120"/>
                        </a:rPr>
                        <a:t>1. PoCアーキテクチャ — MVPの前に実証する必要のある事項のみを対象とした、範囲を絞った技術設計。ユースケースごとの実証ポイント、GLクラウド環境のセットアップ、およびLLM選定基準が含まれます。</a:t>
                      </a:r>
                      <a:endParaRPr lang="en-US" sz="900" dirty="0">
                        <a:solidFill>
                          <a:schemeClr val="tx1"/>
                        </a:solidFill>
                        <a:latin typeface="Yu Gothic" panose="020B0400000000000000" pitchFamily="34" charset="-128"/>
                        <a:ea typeface="Yu Gothic" panose="020B0400000000000000" pitchFamily="34" charset="-128"/>
                        <a:cs typeface="Calibri" charset="0"/>
                      </a:endParaRPr>
                    </a:p>
                    <a:p>
                      <a:pPr marL="0" indent="0" algn="l">
                        <a:buNone/>
                      </a:pPr>
                      <a:r>
                        <a:rPr lang="ja" sz="900" dirty="0">
                          <a:solidFill>
                            <a:schemeClr val="tx1"/>
                          </a:solidFill>
                          <a:latin typeface="Yu Gothic" panose="020B0400000000000000" pitchFamily="34" charset="-128"/>
                          <a:ea typeface="Yu Gothic" panose="020B0400000000000000" pitchFamily="34" charset="-128"/>
                          <a:cs typeface="Calibri" pitchFamily="34" charset="-120"/>
                        </a:rPr>
                        <a:t>2. PoCバックログ — ユースケースごとに合意された合否判定基準を持つ、焦点を絞ったテスト可能なストーリー。PoC構築開始前にGLと野島が共同で署名する。</a:t>
                      </a:r>
                      <a:endParaRPr lang="en-US" sz="900" dirty="0">
                        <a:solidFill>
                          <a:schemeClr val="tx1"/>
                        </a:solidFill>
                        <a:latin typeface="Yu Gothic" panose="020B0400000000000000" pitchFamily="34" charset="-128"/>
                        <a:ea typeface="Yu Gothic" panose="020B0400000000000000" pitchFamily="34" charset="-128"/>
                        <a:cs typeface="Calibri" charset="0"/>
                      </a:endParaRPr>
                    </a:p>
                  </a:txBody>
                  <a:tcPr marL="101600" marR="101600" marT="63500" marB="63500" anchor="ctr"/>
                </a:tc>
                <a:extLst>
                  <a:ext uri="{0D108BD9-81ED-4DB2-BD59-A6C34878D82A}">
                    <a16:rowId xmlns:a16="http://schemas.microsoft.com/office/drawing/2014/main" val="3312661110"/>
                  </a:ext>
                </a:extLst>
              </a:tr>
            </a:tbl>
          </a:graphicData>
        </a:graphic>
      </p:graphicFrame>
      <p:sp>
        <p:nvSpPr>
          <p:cNvPr id="4" name="Google Shape;20607;p1891">
            <a:extLst>
              <a:ext uri="{FF2B5EF4-FFF2-40B4-BE49-F238E27FC236}">
                <a16:creationId xmlns:a16="http://schemas.microsoft.com/office/drawing/2014/main" id="{E41C9B60-DCE8-3362-B072-47F4C347E03B}"/>
              </a:ext>
            </a:extLst>
          </p:cNvPr>
          <p:cNvSpPr txBox="1">
            <a:spLocks/>
          </p:cNvSpPr>
          <p:nvPr/>
        </p:nvSpPr>
        <p:spPr>
          <a:xfrm>
            <a:off x="661728" y="1306719"/>
            <a:ext cx="5103200" cy="15628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300"/>
              </a:spcBef>
              <a:spcAft>
                <a:spcPts val="0"/>
              </a:spcAft>
              <a:buClr>
                <a:schemeClr val="dk1"/>
              </a:buClr>
              <a:buSzPts val="3200"/>
              <a:buFont typeface="Helvetica Neue Light"/>
              <a:buNone/>
              <a:defRPr sz="3200" b="0" i="0" u="none" strike="noStrike" cap="none">
                <a:solidFill>
                  <a:schemeClr val="dk1"/>
                </a:solidFill>
                <a:latin typeface="Helvetica Neue Light"/>
                <a:ea typeface="Helvetica Neue Light"/>
                <a:cs typeface="Helvetica Neue Light"/>
                <a:sym typeface="Helvetica Neue Light"/>
              </a:defRPr>
            </a:lvl1pPr>
            <a:lvl2pPr marR="0" lvl="1" algn="l" rtl="0">
              <a:lnSpc>
                <a:spcPct val="100000"/>
              </a:lnSpc>
              <a:spcBef>
                <a:spcPts val="80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R="0" lvl="2"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R="0" lvl="3"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R="0" lvl="4"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R="0" lvl="5"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R="0" lvl="6"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R="0" lvl="7"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R="0" lvl="8"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marR="0" lvl="0" indent="0" algn="l" defTabSz="1219170" rtl="0" eaLnBrk="1" fontAlgn="auto" latinLnBrk="0" hangingPunct="1">
              <a:lnSpc>
                <a:spcPct val="115000"/>
              </a:lnSpc>
              <a:spcBef>
                <a:spcPts val="400"/>
              </a:spcBef>
              <a:spcAft>
                <a:spcPts val="0"/>
              </a:spcAft>
              <a:buClr>
                <a:srgbClr val="000000"/>
              </a:buClr>
              <a:buSzPts val="3200"/>
              <a:buFont typeface="Helvetica Neue Light"/>
              <a:buNone/>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Helvetica Neue"/>
                <a:sym typeface="Helvetica Neue"/>
              </a:rPr>
              <a:t>以下は、野島氏に共有される予定の暫定的な成果物です。</a:t>
            </a:r>
          </a:p>
        </p:txBody>
      </p:sp>
      <p:sp>
        <p:nvSpPr>
          <p:cNvPr id="5" name="Google Shape;1059;p158">
            <a:extLst>
              <a:ext uri="{FF2B5EF4-FFF2-40B4-BE49-F238E27FC236}">
                <a16:creationId xmlns:a16="http://schemas.microsoft.com/office/drawing/2014/main" id="{51977E9D-140F-378D-5DCD-A0C3A7C9AEDE}"/>
              </a:ext>
            </a:extLst>
          </p:cNvPr>
          <p:cNvSpPr txBox="1">
            <a:spLocks/>
          </p:cNvSpPr>
          <p:nvPr/>
        </p:nvSpPr>
        <p:spPr>
          <a:xfrm>
            <a:off x="301975" y="662753"/>
            <a:ext cx="11061000" cy="745200"/>
          </a:xfrm>
          <a:prstGeom prst="rect">
            <a:avLst/>
          </a:prstGeom>
          <a:noFill/>
          <a:ln>
            <a:noFill/>
          </a:ln>
        </p:spPr>
        <p:txBody>
          <a:bodyPr spcFirstLastPara="1" wrap="square" lIns="121900" tIns="27425" rIns="121900" bIns="27425" anchor="t" anchorCtr="0">
            <a:noAutofit/>
          </a:bodyPr>
          <a:lstStyle>
            <a:defPPr marR="0" lvl="0" algn="l" rtl="0">
              <a:lnSpc>
                <a:spcPct val="100000"/>
              </a:lnSpc>
              <a:spcBef>
                <a:spcPts val="0"/>
              </a:spcBef>
              <a:spcAft>
                <a:spcPts val="0"/>
              </a:spcAft>
            </a:defPPr>
            <a:lvl1pPr marR="0" lvl="0" algn="l" rtl="0">
              <a:lnSpc>
                <a:spcPct val="100000"/>
              </a:lnSpc>
              <a:spcBef>
                <a:spcPts val="267"/>
              </a:spcBef>
              <a:spcAft>
                <a:spcPts val="0"/>
              </a:spcAft>
              <a:buClr>
                <a:srgbClr val="000000"/>
              </a:buClr>
              <a:buSzPts val="2200"/>
              <a:buFont typeface="Helvetica Neue"/>
              <a:buNone/>
              <a:defRPr sz="2933"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80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9pPr>
          </a:lstStyle>
          <a:p>
            <a:pPr marL="0" marR="0" lvl="0" indent="0" algn="l" defTabSz="914400" rtl="0" eaLnBrk="1" fontAlgn="auto" latinLnBrk="0" hangingPunct="1">
              <a:lnSpc>
                <a:spcPct val="100000"/>
              </a:lnSpc>
              <a:spcBef>
                <a:spcPts val="267"/>
              </a:spcBef>
              <a:spcAft>
                <a:spcPts val="0"/>
              </a:spcAft>
              <a:buClr>
                <a:srgbClr val="000000"/>
              </a:buClr>
              <a:buSzPts val="2200"/>
              <a:buFont typeface="Helvetica Neue"/>
              <a:buNone/>
              <a:tabLst/>
              <a:defRPr/>
            </a:pPr>
            <a:r>
              <a:rPr kumimoji="0" lang="ja" altLang="ja-JP" sz="2800" b="1" i="0" u="none" strike="noStrike" kern="0" cap="none" spc="0" normalizeH="0" baseline="0" noProof="0" dirty="0">
                <a:ln>
                  <a:noFill/>
                </a:ln>
                <a:solidFill>
                  <a:srgbClr val="F37037"/>
                </a:solidFill>
                <a:effectLst/>
                <a:uLnTx/>
                <a:uFillTx/>
                <a:latin typeface="Yu Gothic" panose="020B0400000000000000" pitchFamily="34" charset="-128"/>
                <a:ea typeface="Yu Gothic" panose="020B0400000000000000" pitchFamily="34" charset="-128"/>
                <a:cs typeface="Helvetica Neue"/>
                <a:sym typeface="Helvetica Neue"/>
              </a:rPr>
              <a:t>アドバイザリー業務の成果物</a:t>
            </a:r>
          </a:p>
        </p:txBody>
      </p:sp>
    </p:spTree>
    <p:extLst>
      <p:ext uri="{BB962C8B-B14F-4D97-AF65-F5344CB8AC3E}">
        <p14:creationId xmlns:p14="http://schemas.microsoft.com/office/powerpoint/2010/main" val="3925865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9">
          <a:extLst>
            <a:ext uri="{FF2B5EF4-FFF2-40B4-BE49-F238E27FC236}">
              <a16:creationId xmlns:a16="http://schemas.microsoft.com/office/drawing/2014/main" id="{AD8CF1C4-8D1D-94DA-680E-3EA5E8B9639C}"/>
            </a:ext>
          </a:extLst>
        </p:cNvPr>
        <p:cNvGrpSpPr/>
        <p:nvPr/>
      </p:nvGrpSpPr>
      <p:grpSpPr>
        <a:xfrm>
          <a:off x="0" y="0"/>
          <a:ext cx="0" cy="0"/>
          <a:chOff x="0" y="0"/>
          <a:chExt cx="0" cy="0"/>
        </a:xfrm>
      </p:grpSpPr>
      <p:graphicFrame>
        <p:nvGraphicFramePr>
          <p:cNvPr id="3" name="Table 2066">
            <a:extLst>
              <a:ext uri="{FF2B5EF4-FFF2-40B4-BE49-F238E27FC236}">
                <a16:creationId xmlns:a16="http://schemas.microsoft.com/office/drawing/2014/main" id="{0AA746AB-D5CD-C700-428F-31D63E533F28}"/>
              </a:ext>
            </a:extLst>
          </p:cNvPr>
          <p:cNvGraphicFramePr>
            <a:graphicFrameLocks noGrp="1"/>
          </p:cNvGraphicFramePr>
          <p:nvPr/>
        </p:nvGraphicFramePr>
        <p:xfrm>
          <a:off x="1045648" y="1876231"/>
          <a:ext cx="10100704" cy="3725911"/>
        </p:xfrm>
        <a:graphic>
          <a:graphicData uri="http://schemas.openxmlformats.org/drawingml/2006/table">
            <a:tbl>
              <a:tblPr firstRow="1" firstCol="1" bandRow="1">
                <a:tableStyleId>{00A15C55-8517-42AA-B614-E9B94910E393}</a:tableStyleId>
              </a:tblPr>
              <a:tblGrid>
                <a:gridCol w="1029094">
                  <a:extLst>
                    <a:ext uri="{9D8B030D-6E8A-4147-A177-3AD203B41FA5}">
                      <a16:colId xmlns:a16="http://schemas.microsoft.com/office/drawing/2014/main" val="3320329219"/>
                    </a:ext>
                  </a:extLst>
                </a:gridCol>
                <a:gridCol w="1399978">
                  <a:extLst>
                    <a:ext uri="{9D8B030D-6E8A-4147-A177-3AD203B41FA5}">
                      <a16:colId xmlns:a16="http://schemas.microsoft.com/office/drawing/2014/main" val="1405715380"/>
                    </a:ext>
                  </a:extLst>
                </a:gridCol>
                <a:gridCol w="851338">
                  <a:extLst>
                    <a:ext uri="{9D8B030D-6E8A-4147-A177-3AD203B41FA5}">
                      <a16:colId xmlns:a16="http://schemas.microsoft.com/office/drawing/2014/main" val="827298911"/>
                    </a:ext>
                  </a:extLst>
                </a:gridCol>
                <a:gridCol w="6820294">
                  <a:extLst>
                    <a:ext uri="{9D8B030D-6E8A-4147-A177-3AD203B41FA5}">
                      <a16:colId xmlns:a16="http://schemas.microsoft.com/office/drawing/2014/main" val="2645515955"/>
                    </a:ext>
                  </a:extLst>
                </a:gridCol>
              </a:tblGrid>
              <a:tr h="212766">
                <a:tc>
                  <a:txBody>
                    <a:bodyPr/>
                    <a:lstStyle/>
                    <a:p>
                      <a:pPr algn="ctr">
                        <a:buNone/>
                      </a:pPr>
                      <a:r>
                        <a:rPr lang="ja" sz="1050">
                          <a:latin typeface="Yu Gothic" panose="020B0400000000000000" pitchFamily="34" charset="-128"/>
                          <a:ea typeface="Yu Gothic" panose="020B0400000000000000" pitchFamily="34" charset="-128"/>
                        </a:rPr>
                        <a:t>成果物番号</a:t>
                      </a:r>
                    </a:p>
                  </a:txBody>
                  <a:tcPr anchor="ctr"/>
                </a:tc>
                <a:tc>
                  <a:txBody>
                    <a:bodyPr/>
                    <a:lstStyle/>
                    <a:p>
                      <a:pPr>
                        <a:buNone/>
                      </a:pPr>
                      <a:r>
                        <a:rPr lang="ja" sz="1050" dirty="0">
                          <a:latin typeface="Yu Gothic" panose="020B0400000000000000" pitchFamily="34" charset="-128"/>
                          <a:ea typeface="Yu Gothic" panose="020B0400000000000000" pitchFamily="34" charset="-128"/>
                        </a:rPr>
                        <a:t>成果物</a:t>
                      </a:r>
                    </a:p>
                  </a:txBody>
                  <a:tcPr anchor="ctr"/>
                </a:tc>
                <a:tc>
                  <a:txBody>
                    <a:bodyPr/>
                    <a:lstStyle/>
                    <a:p>
                      <a:pPr>
                        <a:buNone/>
                      </a:pPr>
                      <a:r>
                        <a:rPr lang="ja" sz="1050">
                          <a:latin typeface="Yu Gothic" panose="020B0400000000000000" pitchFamily="34" charset="-128"/>
                          <a:ea typeface="Yu Gothic" panose="020B0400000000000000" pitchFamily="34" charset="-128"/>
                        </a:rPr>
                        <a:t>タイプ</a:t>
                      </a:r>
                    </a:p>
                  </a:txBody>
                  <a:tcPr anchor="ctr"/>
                </a:tc>
                <a:tc>
                  <a:txBody>
                    <a:bodyPr/>
                    <a:lstStyle/>
                    <a:p>
                      <a:pPr>
                        <a:buNone/>
                      </a:pPr>
                      <a:r>
                        <a:rPr lang="ja" sz="1050">
                          <a:latin typeface="Yu Gothic" panose="020B0400000000000000" pitchFamily="34" charset="-128"/>
                          <a:ea typeface="Yu Gothic" panose="020B0400000000000000" pitchFamily="34" charset="-128"/>
                        </a:rPr>
                        <a:t>詳細</a:t>
                      </a:r>
                    </a:p>
                  </a:txBody>
                  <a:tcPr anchor="ctr"/>
                </a:tc>
                <a:extLst>
                  <a:ext uri="{0D108BD9-81ED-4DB2-BD59-A6C34878D82A}">
                    <a16:rowId xmlns:a16="http://schemas.microsoft.com/office/drawing/2014/main" val="171024137"/>
                  </a:ext>
                </a:extLst>
              </a:tr>
              <a:tr h="681591">
                <a:tc>
                  <a:txBody>
                    <a:bodyPr/>
                    <a:lstStyle/>
                    <a:p>
                      <a:pPr algn="ctr">
                        <a:buNone/>
                      </a:pPr>
                      <a:r>
                        <a:rPr lang="ja" sz="1050">
                          <a:latin typeface="Yu Gothic" panose="020B0400000000000000" pitchFamily="34" charset="-128"/>
                          <a:ea typeface="Yu Gothic" panose="020B0400000000000000" pitchFamily="34" charset="-128"/>
                        </a:rPr>
                        <a:t>D1</a:t>
                      </a:r>
                    </a:p>
                  </a:txBody>
                  <a:tcPr anchor="ctr"/>
                </a:tc>
                <a:tc>
                  <a:txBody>
                    <a:bodyPr/>
                    <a:lstStyle/>
                    <a:p>
                      <a:pPr>
                        <a:buNone/>
                      </a:pPr>
                      <a:r>
                        <a:rPr lang="ja" sz="1050" b="1">
                          <a:latin typeface="Yu Gothic" panose="020B0400000000000000" pitchFamily="34" charset="-128"/>
                          <a:ea typeface="Yu Gothic" panose="020B0400000000000000" pitchFamily="34" charset="-128"/>
                        </a:rPr>
                        <a:t>動作するAIパイプライン</a:t>
                      </a:r>
                    </a:p>
                  </a:txBody>
                  <a:tcPr anchor="ctr"/>
                </a:tc>
                <a:tc>
                  <a:txBody>
                    <a:bodyPr/>
                    <a:lstStyle/>
                    <a:p>
                      <a:pPr>
                        <a:buNone/>
                      </a:pPr>
                      <a:r>
                        <a:rPr lang="ja" sz="1050">
                          <a:latin typeface="Yu Gothic" panose="020B0400000000000000" pitchFamily="34" charset="-128"/>
                          <a:ea typeface="Yu Gothic" panose="020B0400000000000000" pitchFamily="34" charset="-128"/>
                        </a:rPr>
                        <a:t>建てる</a:t>
                      </a:r>
                    </a:p>
                  </a:txBody>
                  <a:tcPr anchor="ctr"/>
                </a:tc>
                <a:tc>
                  <a:txBody>
                    <a:bodyPr/>
                    <a:lstStyle/>
                    <a:p>
                      <a:pPr>
                        <a:buNone/>
                      </a:pPr>
                      <a:r>
                        <a:rPr lang="ja" sz="1050">
                          <a:latin typeface="Yu Gothic" panose="020B0400000000000000" pitchFamily="34" charset="-128"/>
                          <a:ea typeface="Yu Gothic" panose="020B0400000000000000" pitchFamily="34" charset="-128"/>
                        </a:rPr>
                        <a:t>GLクラウド上で実行されるエンドツーエンドのパイプライン（カタログの取り込み、特徴抽出、置換スコアリング、精度ゲート）を、実際の野島サンプルデータを使用して実行します。</a:t>
                      </a:r>
                    </a:p>
                    <a:p>
                      <a:pPr>
                        <a:buNone/>
                      </a:pPr>
                      <a:r>
                        <a:rPr lang="ja" sz="1050">
                          <a:latin typeface="Yu Gothic" panose="020B0400000000000000" pitchFamily="34" charset="-128"/>
                          <a:ea typeface="Yu Gothic" panose="020B0400000000000000" pitchFamily="34" charset="-128"/>
                        </a:rPr>
                        <a:t>UIを構築する前に、コアとなるAIフローが機能することを示します。</a:t>
                      </a:r>
                    </a:p>
                  </a:txBody>
                  <a:tcPr anchor="ctr"/>
                </a:tc>
                <a:extLst>
                  <a:ext uri="{0D108BD9-81ED-4DB2-BD59-A6C34878D82A}">
                    <a16:rowId xmlns:a16="http://schemas.microsoft.com/office/drawing/2014/main" val="3475476770"/>
                  </a:ext>
                </a:extLst>
              </a:tr>
              <a:tr h="598470">
                <a:tc>
                  <a:txBody>
                    <a:bodyPr/>
                    <a:lstStyle/>
                    <a:p>
                      <a:pPr algn="ctr">
                        <a:buNone/>
                      </a:pPr>
                      <a:r>
                        <a:rPr lang="ja" sz="1050">
                          <a:latin typeface="Yu Gothic" panose="020B0400000000000000" pitchFamily="34" charset="-128"/>
                          <a:ea typeface="Yu Gothic" panose="020B0400000000000000" pitchFamily="34" charset="-128"/>
                        </a:rPr>
                        <a:t>D2</a:t>
                      </a:r>
                    </a:p>
                  </a:txBody>
                  <a:tcPr anchor="ctr"/>
                </a:tc>
                <a:tc>
                  <a:txBody>
                    <a:bodyPr/>
                    <a:lstStyle/>
                    <a:p>
                      <a:pPr>
                        <a:buNone/>
                      </a:pPr>
                      <a:r>
                        <a:rPr lang="ja" sz="1050" b="1">
                          <a:latin typeface="Yu Gothic" panose="020B0400000000000000" pitchFamily="34" charset="-128"/>
                          <a:ea typeface="Yu Gothic" panose="020B0400000000000000" pitchFamily="34" charset="-128"/>
                        </a:rPr>
                        <a:t>精度検証レポート</a:t>
                      </a:r>
                    </a:p>
                  </a:txBody>
                  <a:tcPr anchor="ctr"/>
                </a:tc>
                <a:tc>
                  <a:txBody>
                    <a:bodyPr/>
                    <a:lstStyle/>
                    <a:p>
                      <a:pPr>
                        <a:buNone/>
                      </a:pPr>
                      <a:r>
                        <a:rPr lang="ja" sz="1050">
                          <a:latin typeface="Yu Gothic" panose="020B0400000000000000" pitchFamily="34" charset="-128"/>
                          <a:ea typeface="Yu Gothic" panose="020B0400000000000000" pitchFamily="34" charset="-128"/>
                        </a:rPr>
                        <a:t>検証</a:t>
                      </a:r>
                    </a:p>
                  </a:txBody>
                  <a:tcPr anchor="ctr"/>
                </a:tc>
                <a:tc>
                  <a:txBody>
                    <a:bodyPr/>
                    <a:lstStyle/>
                    <a:p>
                      <a:pPr>
                        <a:buNone/>
                      </a:pPr>
                      <a:r>
                        <a:rPr lang="ja" sz="1050">
                          <a:latin typeface="Yu Gothic" panose="020B0400000000000000" pitchFamily="34" charset="-128"/>
                          <a:ea typeface="Yu Gothic" panose="020B0400000000000000" pitchFamily="34" charset="-128"/>
                        </a:rPr>
                        <a:t>既知の有効な顧客記録と無効な顧客記録を含む管理データセットに対する精度ゲートテストの結果。文書抽出の信頼度スコア、偽陽性率、および人間によるレビューが必要と判断されたフィールド。</a:t>
                      </a:r>
                    </a:p>
                  </a:txBody>
                  <a:tcPr anchor="ctr"/>
                </a:tc>
                <a:extLst>
                  <a:ext uri="{0D108BD9-81ED-4DB2-BD59-A6C34878D82A}">
                    <a16:rowId xmlns:a16="http://schemas.microsoft.com/office/drawing/2014/main" val="3575900476"/>
                  </a:ext>
                </a:extLst>
              </a:tr>
              <a:tr h="1097195">
                <a:tc>
                  <a:txBody>
                    <a:bodyPr/>
                    <a:lstStyle/>
                    <a:p>
                      <a:pPr algn="ctr">
                        <a:buNone/>
                      </a:pPr>
                      <a:r>
                        <a:rPr lang="ja" sz="1050">
                          <a:latin typeface="Yu Gothic" panose="020B0400000000000000" pitchFamily="34" charset="-128"/>
                          <a:ea typeface="Yu Gothic" panose="020B0400000000000000" pitchFamily="34" charset="-128"/>
                        </a:rPr>
                        <a:t>D3</a:t>
                      </a:r>
                    </a:p>
                  </a:txBody>
                  <a:tcPr anchor="ctr"/>
                </a:tc>
                <a:tc>
                  <a:txBody>
                    <a:bodyPr/>
                    <a:lstStyle/>
                    <a:p>
                      <a:pPr>
                        <a:buNone/>
                      </a:pPr>
                      <a:r>
                        <a:rPr lang="ja" sz="1050" b="1">
                          <a:latin typeface="Yu Gothic" panose="020B0400000000000000" pitchFamily="34" charset="-128"/>
                          <a:ea typeface="Yu Gothic" panose="020B0400000000000000" pitchFamily="34" charset="-128"/>
                        </a:rPr>
                        <a:t>設定インターフェースのプロトタイプ</a:t>
                      </a:r>
                    </a:p>
                  </a:txBody>
                  <a:tcPr anchor="ctr"/>
                </a:tc>
                <a:tc>
                  <a:txBody>
                    <a:bodyPr/>
                    <a:lstStyle/>
                    <a:p>
                      <a:pPr>
                        <a:buNone/>
                      </a:pPr>
                      <a:r>
                        <a:rPr lang="ja" sz="1050">
                          <a:latin typeface="Yu Gothic" panose="020B0400000000000000" pitchFamily="34" charset="-128"/>
                          <a:ea typeface="Yu Gothic" panose="020B0400000000000000" pitchFamily="34" charset="-128"/>
                        </a:rPr>
                        <a:t>建てる</a:t>
                      </a:r>
                    </a:p>
                  </a:txBody>
                  <a:tcPr anchor="ctr"/>
                </a:tc>
                <a:tc>
                  <a:txBody>
                    <a:bodyPr/>
                    <a:lstStyle/>
                    <a:p>
                      <a:pPr>
                        <a:buNone/>
                      </a:pPr>
                      <a:r>
                        <a:rPr lang="ja" sz="1050">
                          <a:latin typeface="Yu Gothic" panose="020B0400000000000000" pitchFamily="34" charset="-128"/>
                          <a:ea typeface="Yu Gothic" panose="020B0400000000000000" pitchFamily="34" charset="-128"/>
                        </a:rPr>
                        <a:t>ノーコード設定インターフェースの動作プロトタイプ。少なくとも1名の非技術系野島社員によるテストを実施済み。GLサポートなしで、平易な日本語で置換しきい値とルールを調整できることを確認済み。</a:t>
                      </a:r>
                    </a:p>
                  </a:txBody>
                  <a:tcPr anchor="ctr"/>
                </a:tc>
                <a:extLst>
                  <a:ext uri="{0D108BD9-81ED-4DB2-BD59-A6C34878D82A}">
                    <a16:rowId xmlns:a16="http://schemas.microsoft.com/office/drawing/2014/main" val="1423343800"/>
                  </a:ext>
                </a:extLst>
              </a:tr>
              <a:tr h="1097195">
                <a:tc>
                  <a:txBody>
                    <a:bodyPr/>
                    <a:lstStyle/>
                    <a:p>
                      <a:pPr algn="ctr">
                        <a:buNone/>
                      </a:pPr>
                      <a:r>
                        <a:rPr lang="ja" sz="1050">
                          <a:latin typeface="Yu Gothic" panose="020B0400000000000000" pitchFamily="34" charset="-128"/>
                          <a:ea typeface="Yu Gothic" panose="020B0400000000000000" pitchFamily="34" charset="-128"/>
                        </a:rPr>
                        <a:t>D4</a:t>
                      </a:r>
                    </a:p>
                  </a:txBody>
                  <a:tcPr anchor="ctr"/>
                </a:tc>
                <a:tc>
                  <a:txBody>
                    <a:bodyPr/>
                    <a:lstStyle/>
                    <a:p>
                      <a:pPr>
                        <a:buNone/>
                      </a:pPr>
                      <a:r>
                        <a:rPr lang="ja" sz="1050" b="1">
                          <a:latin typeface="Yu Gothic" panose="020B0400000000000000" pitchFamily="34" charset="-128"/>
                          <a:ea typeface="Yu Gothic" panose="020B0400000000000000" pitchFamily="34" charset="-128"/>
                        </a:rPr>
                        <a:t>概念実証の結果と実施可否の推奨事項</a:t>
                      </a:r>
                    </a:p>
                  </a:txBody>
                  <a:tcPr anchor="ctr"/>
                </a:tc>
                <a:tc>
                  <a:txBody>
                    <a:bodyPr/>
                    <a:lstStyle/>
                    <a:p>
                      <a:pPr>
                        <a:buNone/>
                      </a:pPr>
                      <a:r>
                        <a:rPr lang="ja" sz="1050">
                          <a:latin typeface="Yu Gothic" panose="020B0400000000000000" pitchFamily="34" charset="-128"/>
                          <a:ea typeface="Yu Gothic" panose="020B0400000000000000" pitchFamily="34" charset="-128"/>
                        </a:rPr>
                        <a:t>報告</a:t>
                      </a:r>
                    </a:p>
                  </a:txBody>
                  <a:tcPr anchor="ctr"/>
                </a:tc>
                <a:tc>
                  <a:txBody>
                    <a:bodyPr/>
                    <a:lstStyle/>
                    <a:p>
                      <a:pPr>
                        <a:buNone/>
                      </a:pPr>
                      <a:r>
                        <a:rPr lang="ja" sz="1050" dirty="0">
                          <a:latin typeface="Yu Gothic" panose="020B0400000000000000" pitchFamily="34" charset="-128"/>
                          <a:ea typeface="Yu Gothic" panose="020B0400000000000000" pitchFamily="34" charset="-128"/>
                        </a:rPr>
                        <a:t>合意された合否基準に基づいたPoC（概念実証）の結果を簡潔にまとめたものです。得られた教訓、特定されたリスク、MVP（最小実行可能製品）構築の可否に関する明確な推奨事項、および必要に応じて提案されるスコープ調整が含まれます。</a:t>
                      </a:r>
                    </a:p>
                  </a:txBody>
                  <a:tcPr anchor="ctr"/>
                </a:tc>
                <a:extLst>
                  <a:ext uri="{0D108BD9-81ED-4DB2-BD59-A6C34878D82A}">
                    <a16:rowId xmlns:a16="http://schemas.microsoft.com/office/drawing/2014/main" val="1179518070"/>
                  </a:ext>
                </a:extLst>
              </a:tr>
            </a:tbl>
          </a:graphicData>
        </a:graphic>
      </p:graphicFrame>
      <p:sp>
        <p:nvSpPr>
          <p:cNvPr id="4" name="Google Shape;20607;p1891">
            <a:extLst>
              <a:ext uri="{FF2B5EF4-FFF2-40B4-BE49-F238E27FC236}">
                <a16:creationId xmlns:a16="http://schemas.microsoft.com/office/drawing/2014/main" id="{152A434D-6F01-0FC8-98F2-D7F2EF562C93}"/>
              </a:ext>
            </a:extLst>
          </p:cNvPr>
          <p:cNvSpPr txBox="1">
            <a:spLocks/>
          </p:cNvSpPr>
          <p:nvPr/>
        </p:nvSpPr>
        <p:spPr>
          <a:xfrm>
            <a:off x="661728" y="1306719"/>
            <a:ext cx="5103200" cy="15628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300"/>
              </a:spcBef>
              <a:spcAft>
                <a:spcPts val="0"/>
              </a:spcAft>
              <a:buClr>
                <a:schemeClr val="dk1"/>
              </a:buClr>
              <a:buSzPts val="3200"/>
              <a:buFont typeface="Helvetica Neue Light"/>
              <a:buNone/>
              <a:defRPr sz="3200" b="0" i="0" u="none" strike="noStrike" cap="none">
                <a:solidFill>
                  <a:schemeClr val="dk1"/>
                </a:solidFill>
                <a:latin typeface="Helvetica Neue Light"/>
                <a:ea typeface="Helvetica Neue Light"/>
                <a:cs typeface="Helvetica Neue Light"/>
                <a:sym typeface="Helvetica Neue Light"/>
              </a:defRPr>
            </a:lvl1pPr>
            <a:lvl2pPr marR="0" lvl="1" algn="l" rtl="0">
              <a:lnSpc>
                <a:spcPct val="100000"/>
              </a:lnSpc>
              <a:spcBef>
                <a:spcPts val="80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R="0" lvl="2"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R="0" lvl="3"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R="0" lvl="4"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R="0" lvl="5"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R="0" lvl="6"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R="0" lvl="7"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R="0" lvl="8" algn="l" rtl="0">
              <a:lnSpc>
                <a:spcPct val="100000"/>
              </a:lnSpc>
              <a:spcBef>
                <a:spcPts val="0"/>
              </a:spcBef>
              <a:spcAft>
                <a:spcPts val="0"/>
              </a:spcAft>
              <a:buClr>
                <a:srgbClr val="000000"/>
              </a:buClr>
              <a:buSzPts val="19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marR="0" lvl="0" indent="0" algn="l" defTabSz="1219170" rtl="0" eaLnBrk="1" fontAlgn="auto" latinLnBrk="0" hangingPunct="1">
              <a:lnSpc>
                <a:spcPct val="115000"/>
              </a:lnSpc>
              <a:spcBef>
                <a:spcPts val="400"/>
              </a:spcBef>
              <a:spcAft>
                <a:spcPts val="0"/>
              </a:spcAft>
              <a:buClr>
                <a:srgbClr val="000000"/>
              </a:buClr>
              <a:buSzPts val="3200"/>
              <a:buFont typeface="Helvetica Neue Light"/>
              <a:buNone/>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Helvetica Neue"/>
                <a:sym typeface="Helvetica Neue"/>
              </a:rPr>
              <a:t>以下は、野島氏に共有される予定の暫定的な成果物です。</a:t>
            </a:r>
          </a:p>
        </p:txBody>
      </p:sp>
      <p:sp>
        <p:nvSpPr>
          <p:cNvPr id="5" name="Google Shape;1059;p158">
            <a:extLst>
              <a:ext uri="{FF2B5EF4-FFF2-40B4-BE49-F238E27FC236}">
                <a16:creationId xmlns:a16="http://schemas.microsoft.com/office/drawing/2014/main" id="{3B6B0EFB-C0AC-671A-BF71-0F8A7DA5D2F8}"/>
              </a:ext>
            </a:extLst>
          </p:cNvPr>
          <p:cNvSpPr txBox="1">
            <a:spLocks/>
          </p:cNvSpPr>
          <p:nvPr/>
        </p:nvSpPr>
        <p:spPr>
          <a:xfrm>
            <a:off x="301975" y="662753"/>
            <a:ext cx="11061000" cy="745200"/>
          </a:xfrm>
          <a:prstGeom prst="rect">
            <a:avLst/>
          </a:prstGeom>
          <a:noFill/>
          <a:ln>
            <a:noFill/>
          </a:ln>
        </p:spPr>
        <p:txBody>
          <a:bodyPr spcFirstLastPara="1" wrap="square" lIns="121900" tIns="27425" rIns="121900" bIns="27425" anchor="t" anchorCtr="0">
            <a:noAutofit/>
          </a:bodyPr>
          <a:lstStyle>
            <a:defPPr marR="0" lvl="0" algn="l" rtl="0">
              <a:lnSpc>
                <a:spcPct val="100000"/>
              </a:lnSpc>
              <a:spcBef>
                <a:spcPts val="0"/>
              </a:spcBef>
              <a:spcAft>
                <a:spcPts val="0"/>
              </a:spcAft>
            </a:defPPr>
            <a:lvl1pPr marR="0" lvl="0" algn="l" rtl="0">
              <a:lnSpc>
                <a:spcPct val="100000"/>
              </a:lnSpc>
              <a:spcBef>
                <a:spcPts val="267"/>
              </a:spcBef>
              <a:spcAft>
                <a:spcPts val="0"/>
              </a:spcAft>
              <a:buClr>
                <a:srgbClr val="000000"/>
              </a:buClr>
              <a:buSzPts val="2200"/>
              <a:buFont typeface="Helvetica Neue"/>
              <a:buNone/>
              <a:defRPr sz="2933"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80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9pPr>
          </a:lstStyle>
          <a:p>
            <a:pPr marL="0" marR="0" lvl="0" indent="0" algn="l" defTabSz="914400" rtl="0" eaLnBrk="1" fontAlgn="auto" latinLnBrk="0" hangingPunct="1">
              <a:lnSpc>
                <a:spcPct val="100000"/>
              </a:lnSpc>
              <a:spcBef>
                <a:spcPts val="267"/>
              </a:spcBef>
              <a:spcAft>
                <a:spcPts val="0"/>
              </a:spcAft>
              <a:buClr>
                <a:srgbClr val="000000"/>
              </a:buClr>
              <a:buSzPts val="2200"/>
              <a:buFont typeface="Helvetica Neue"/>
              <a:buNone/>
              <a:tabLst/>
              <a:defRPr/>
            </a:pPr>
            <a:r>
              <a:rPr kumimoji="0" lang="ja" altLang="ja-JP" sz="2800" b="1" i="0" u="none" strike="noStrike" kern="0" cap="none" spc="0" normalizeH="0" baseline="0" noProof="0" dirty="0">
                <a:ln>
                  <a:noFill/>
                </a:ln>
                <a:solidFill>
                  <a:srgbClr val="F37037"/>
                </a:solidFill>
                <a:effectLst/>
                <a:uLnTx/>
                <a:uFillTx/>
                <a:latin typeface="Yu Gothic" panose="020B0400000000000000" pitchFamily="34" charset="-128"/>
                <a:ea typeface="Yu Gothic" panose="020B0400000000000000" pitchFamily="34" charset="-128"/>
                <a:cs typeface="Helvetica Neue"/>
                <a:sym typeface="Helvetica Neue"/>
              </a:rPr>
              <a:t>POCの成果物</a:t>
            </a:r>
          </a:p>
        </p:txBody>
      </p:sp>
    </p:spTree>
    <p:extLst>
      <p:ext uri="{BB962C8B-B14F-4D97-AF65-F5344CB8AC3E}">
        <p14:creationId xmlns:p14="http://schemas.microsoft.com/office/powerpoint/2010/main" val="340228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2"/>
        <p:cNvGrpSpPr/>
        <p:nvPr/>
      </p:nvGrpSpPr>
      <p:grpSpPr>
        <a:xfrm>
          <a:off x="0" y="0"/>
          <a:ext cx="0" cy="0"/>
          <a:chOff x="0" y="0"/>
          <a:chExt cx="0" cy="0"/>
        </a:xfrm>
      </p:grpSpPr>
      <p:graphicFrame>
        <p:nvGraphicFramePr>
          <p:cNvPr id="363" name="Google Shape;363;g3b348a4ae2d_6_1569"/>
          <p:cNvGraphicFramePr>
            <a:graphicFrameLocks noGrp="1" noDrilldown="1" noMove="1" noResize="1"/>
          </p:cNvGraphicFramePr>
          <p:nvPr/>
        </p:nvGraphicFramePr>
        <p:xfrm>
          <a:off x="1838185" y="1350415"/>
          <a:ext cx="8862975" cy="5222267"/>
        </p:xfrm>
        <a:graphic>
          <a:graphicData uri="http://schemas.openxmlformats.org/drawingml/2006/table">
            <a:tbl>
              <a:tblPr>
                <a:noFill/>
              </a:tblPr>
              <a:tblGrid>
                <a:gridCol w="805725">
                  <a:extLst>
                    <a:ext uri="{9D8B030D-6E8A-4147-A177-3AD203B41FA5}">
                      <a16:colId xmlns:a16="http://schemas.microsoft.com/office/drawing/2014/main" val="20000"/>
                    </a:ext>
                  </a:extLst>
                </a:gridCol>
                <a:gridCol w="805725">
                  <a:extLst>
                    <a:ext uri="{9D8B030D-6E8A-4147-A177-3AD203B41FA5}">
                      <a16:colId xmlns:a16="http://schemas.microsoft.com/office/drawing/2014/main" val="20001"/>
                    </a:ext>
                  </a:extLst>
                </a:gridCol>
                <a:gridCol w="805725">
                  <a:extLst>
                    <a:ext uri="{9D8B030D-6E8A-4147-A177-3AD203B41FA5}">
                      <a16:colId xmlns:a16="http://schemas.microsoft.com/office/drawing/2014/main" val="20002"/>
                    </a:ext>
                  </a:extLst>
                </a:gridCol>
                <a:gridCol w="805725">
                  <a:extLst>
                    <a:ext uri="{9D8B030D-6E8A-4147-A177-3AD203B41FA5}">
                      <a16:colId xmlns:a16="http://schemas.microsoft.com/office/drawing/2014/main" val="20003"/>
                    </a:ext>
                  </a:extLst>
                </a:gridCol>
                <a:gridCol w="805725">
                  <a:extLst>
                    <a:ext uri="{9D8B030D-6E8A-4147-A177-3AD203B41FA5}">
                      <a16:colId xmlns:a16="http://schemas.microsoft.com/office/drawing/2014/main" val="20004"/>
                    </a:ext>
                  </a:extLst>
                </a:gridCol>
                <a:gridCol w="805725">
                  <a:extLst>
                    <a:ext uri="{9D8B030D-6E8A-4147-A177-3AD203B41FA5}">
                      <a16:colId xmlns:a16="http://schemas.microsoft.com/office/drawing/2014/main" val="20005"/>
                    </a:ext>
                  </a:extLst>
                </a:gridCol>
                <a:gridCol w="805725">
                  <a:extLst>
                    <a:ext uri="{9D8B030D-6E8A-4147-A177-3AD203B41FA5}">
                      <a16:colId xmlns:a16="http://schemas.microsoft.com/office/drawing/2014/main" val="20006"/>
                    </a:ext>
                  </a:extLst>
                </a:gridCol>
                <a:gridCol w="805725">
                  <a:extLst>
                    <a:ext uri="{9D8B030D-6E8A-4147-A177-3AD203B41FA5}">
                      <a16:colId xmlns:a16="http://schemas.microsoft.com/office/drawing/2014/main" val="20007"/>
                    </a:ext>
                  </a:extLst>
                </a:gridCol>
                <a:gridCol w="805725">
                  <a:extLst>
                    <a:ext uri="{9D8B030D-6E8A-4147-A177-3AD203B41FA5}">
                      <a16:colId xmlns:a16="http://schemas.microsoft.com/office/drawing/2014/main" val="20008"/>
                    </a:ext>
                  </a:extLst>
                </a:gridCol>
                <a:gridCol w="805725">
                  <a:extLst>
                    <a:ext uri="{9D8B030D-6E8A-4147-A177-3AD203B41FA5}">
                      <a16:colId xmlns:a16="http://schemas.microsoft.com/office/drawing/2014/main" val="20009"/>
                    </a:ext>
                  </a:extLst>
                </a:gridCol>
                <a:gridCol w="805725">
                  <a:extLst>
                    <a:ext uri="{9D8B030D-6E8A-4147-A177-3AD203B41FA5}">
                      <a16:colId xmlns:a16="http://schemas.microsoft.com/office/drawing/2014/main" val="20010"/>
                    </a:ext>
                  </a:extLst>
                </a:gridCol>
              </a:tblGrid>
              <a:tr h="384025">
                <a:tc>
                  <a:txBody>
                    <a:bodyPr/>
                    <a:lstStyle/>
                    <a:p>
                      <a:pPr marL="0" marR="0" lvl="0" indent="0" algn="ctr" rtl="0">
                        <a:lnSpc>
                          <a:spcPct val="50000"/>
                        </a:lnSpc>
                        <a:spcBef>
                          <a:spcPts val="0"/>
                        </a:spcBef>
                        <a:spcAft>
                          <a:spcPts val="0"/>
                        </a:spcAft>
                        <a:buClr>
                          <a:srgbClr val="000000"/>
                        </a:buClr>
                        <a:buSzPts val="800"/>
                        <a:buFont typeface="Arial"/>
                        <a:buNone/>
                      </a:pPr>
                      <a:r>
                        <a:rPr lang="ja" sz="800" b="1" u="none" strike="noStrike" cap="none">
                          <a:solidFill>
                            <a:schemeClr val="accent5"/>
                          </a:solidFill>
                          <a:latin typeface="Manrope"/>
                          <a:ea typeface="Manrope"/>
                          <a:cs typeface="Manrope"/>
                          <a:sym typeface="Manrope"/>
                        </a:rPr>
                        <a:t>第0週</a:t>
                      </a:r>
                      <a:endParaRPr sz="800" b="1" u="none" strike="noStrike" cap="none">
                        <a:solidFill>
                          <a:schemeClr val="accent5"/>
                        </a:solidFill>
                        <a:latin typeface="Manrope"/>
                        <a:ea typeface="Manrope"/>
                        <a:cs typeface="Manrope"/>
                        <a:sym typeface="Manrope"/>
                      </a:endParaRPr>
                    </a:p>
                  </a:txBody>
                  <a:tcPr marL="162525" marR="162525" marT="162525" marB="162525" anchor="ctr">
                    <a:lnL w="12700" cap="flat" cmpd="sng">
                      <a:solidFill>
                        <a:srgbClr val="EDEDED">
                          <a:alpha val="0"/>
                        </a:srgbClr>
                      </a:solidFill>
                      <a:prstDash val="solid"/>
                      <a:round/>
                      <a:headEnd type="none" w="sm" len="sm"/>
                      <a:tailEnd type="none" w="sm" len="sm"/>
                    </a:lnL>
                    <a:lnR w="12700" cap="flat" cmpd="sng">
                      <a:solidFill>
                        <a:srgbClr val="EDEDED">
                          <a:alpha val="0"/>
                        </a:srgbClr>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800"/>
                        <a:buFont typeface="Arial"/>
                        <a:buNone/>
                      </a:pPr>
                      <a:r>
                        <a:rPr lang="ja" sz="800" b="1" u="none" strike="noStrike" cap="none">
                          <a:solidFill>
                            <a:schemeClr val="accent5"/>
                          </a:solidFill>
                          <a:latin typeface="Manrope"/>
                          <a:ea typeface="Manrope"/>
                          <a:cs typeface="Manrope"/>
                          <a:sym typeface="Manrope"/>
                        </a:rPr>
                        <a:t>第1週</a:t>
                      </a:r>
                      <a:endParaRPr sz="800" b="1" u="none" strike="noStrike" cap="none">
                        <a:solidFill>
                          <a:schemeClr val="accent5"/>
                        </a:solidFill>
                        <a:latin typeface="Manrope"/>
                        <a:ea typeface="Manrope"/>
                        <a:cs typeface="Manrope"/>
                        <a:sym typeface="Manrope"/>
                      </a:endParaRPr>
                    </a:p>
                  </a:txBody>
                  <a:tcPr marL="162525" marR="162525" marT="162525" marB="162525" anchor="ctr">
                    <a:lnL w="12700" cap="flat" cmpd="sng">
                      <a:solidFill>
                        <a:srgbClr val="EDEDED">
                          <a:alpha val="0"/>
                        </a:srgbClr>
                      </a:solidFill>
                      <a:prstDash val="solid"/>
                      <a:round/>
                      <a:headEnd type="none" w="sm" len="sm"/>
                      <a:tailEnd type="none" w="sm" len="sm"/>
                    </a:lnL>
                    <a:lnR w="12700" cap="flat" cmpd="sng">
                      <a:solidFill>
                        <a:srgbClr val="EDEDED">
                          <a:alpha val="0"/>
                        </a:srgbClr>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800"/>
                        <a:buFont typeface="Arial"/>
                        <a:buNone/>
                      </a:pPr>
                      <a:r>
                        <a:rPr lang="ja" sz="800" b="1" u="none" strike="noStrike" cap="none">
                          <a:solidFill>
                            <a:schemeClr val="accent5"/>
                          </a:solidFill>
                          <a:latin typeface="Manrope"/>
                          <a:ea typeface="Manrope"/>
                          <a:cs typeface="Manrope"/>
                          <a:sym typeface="Manrope"/>
                        </a:rPr>
                        <a:t>第2週</a:t>
                      </a:r>
                      <a:endParaRPr sz="800" b="1" u="none" strike="noStrike" cap="none">
                        <a:solidFill>
                          <a:schemeClr val="accent5"/>
                        </a:solidFill>
                        <a:latin typeface="Manrope"/>
                        <a:ea typeface="Manrope"/>
                        <a:cs typeface="Manrope"/>
                        <a:sym typeface="Manrope"/>
                      </a:endParaRPr>
                    </a:p>
                  </a:txBody>
                  <a:tcPr marL="162525" marR="162525" marT="162525" marB="162525" anchor="ctr">
                    <a:lnL w="12700" cap="flat" cmpd="sng">
                      <a:solidFill>
                        <a:srgbClr val="EDEDED">
                          <a:alpha val="0"/>
                        </a:srgbClr>
                      </a:solidFill>
                      <a:prstDash val="solid"/>
                      <a:round/>
                      <a:headEnd type="none" w="sm" len="sm"/>
                      <a:tailEnd type="none" w="sm" len="sm"/>
                    </a:lnL>
                    <a:lnR w="12700" cap="flat" cmpd="sng">
                      <a:solidFill>
                        <a:srgbClr val="EDEDED">
                          <a:alpha val="0"/>
                        </a:srgbClr>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800"/>
                        <a:buFont typeface="Arial"/>
                        <a:buNone/>
                      </a:pPr>
                      <a:r>
                        <a:rPr lang="ja" sz="800" b="1" u="none" strike="noStrike" cap="none">
                          <a:solidFill>
                            <a:schemeClr val="accent5"/>
                          </a:solidFill>
                          <a:latin typeface="Manrope"/>
                          <a:ea typeface="Manrope"/>
                          <a:cs typeface="Manrope"/>
                          <a:sym typeface="Manrope"/>
                        </a:rPr>
                        <a:t>第3週</a:t>
                      </a:r>
                      <a:endParaRPr sz="800" b="1" u="none" strike="noStrike" cap="none">
                        <a:solidFill>
                          <a:schemeClr val="accent5"/>
                        </a:solidFill>
                        <a:latin typeface="Manrope"/>
                        <a:ea typeface="Manrope"/>
                        <a:cs typeface="Manrope"/>
                        <a:sym typeface="Manrope"/>
                      </a:endParaRPr>
                    </a:p>
                  </a:txBody>
                  <a:tcPr marL="162525" marR="162525" marT="162525" marB="162525" anchor="ctr">
                    <a:lnL w="12700" cap="flat" cmpd="sng">
                      <a:solidFill>
                        <a:srgbClr val="EDEDED">
                          <a:alpha val="0"/>
                        </a:srgbClr>
                      </a:solidFill>
                      <a:prstDash val="solid"/>
                      <a:round/>
                      <a:headEnd type="none" w="sm" len="sm"/>
                      <a:tailEnd type="none" w="sm" len="sm"/>
                    </a:lnL>
                    <a:lnR w="12700" cap="flat" cmpd="sng">
                      <a:solidFill>
                        <a:srgbClr val="EDEDED">
                          <a:alpha val="0"/>
                        </a:srgbClr>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800"/>
                        <a:buFont typeface="Arial"/>
                        <a:buNone/>
                      </a:pPr>
                      <a:r>
                        <a:rPr lang="ja" sz="800" b="1" u="none" strike="noStrike" cap="none">
                          <a:solidFill>
                            <a:schemeClr val="accent5"/>
                          </a:solidFill>
                          <a:latin typeface="Manrope"/>
                          <a:ea typeface="Manrope"/>
                          <a:cs typeface="Manrope"/>
                          <a:sym typeface="Manrope"/>
                        </a:rPr>
                        <a:t>第4週</a:t>
                      </a:r>
                      <a:endParaRPr sz="800" b="1" u="none" strike="noStrike" cap="none">
                        <a:solidFill>
                          <a:schemeClr val="accent5"/>
                        </a:solidFill>
                        <a:latin typeface="Manrope"/>
                        <a:ea typeface="Manrope"/>
                        <a:cs typeface="Manrope"/>
                        <a:sym typeface="Manrope"/>
                      </a:endParaRPr>
                    </a:p>
                  </a:txBody>
                  <a:tcPr marL="162525" marR="162525" marT="162525" marB="162525" anchor="ctr">
                    <a:lnL w="12700" cap="flat" cmpd="sng">
                      <a:solidFill>
                        <a:srgbClr val="EDEDED">
                          <a:alpha val="0"/>
                        </a:srgbClr>
                      </a:solidFill>
                      <a:prstDash val="solid"/>
                      <a:round/>
                      <a:headEnd type="none" w="sm" len="sm"/>
                      <a:tailEnd type="none" w="sm" len="sm"/>
                    </a:lnL>
                    <a:lnR w="12700" cap="flat" cmpd="sng">
                      <a:solidFill>
                        <a:srgbClr val="EDEDED">
                          <a:alpha val="0"/>
                        </a:srgbClr>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800"/>
                        <a:buFont typeface="Arial"/>
                        <a:buNone/>
                      </a:pPr>
                      <a:r>
                        <a:rPr lang="ja" sz="800" b="1" u="none" strike="noStrike" cap="none">
                          <a:solidFill>
                            <a:schemeClr val="accent5"/>
                          </a:solidFill>
                          <a:latin typeface="Manrope"/>
                          <a:ea typeface="Manrope"/>
                          <a:cs typeface="Manrope"/>
                          <a:sym typeface="Manrope"/>
                        </a:rPr>
                        <a:t>第5週</a:t>
                      </a:r>
                      <a:endParaRPr sz="800" b="1" u="none" strike="noStrike" cap="none">
                        <a:solidFill>
                          <a:schemeClr val="accent5"/>
                        </a:solidFill>
                        <a:latin typeface="Manrope"/>
                        <a:ea typeface="Manrope"/>
                        <a:cs typeface="Manrope"/>
                        <a:sym typeface="Manrope"/>
                      </a:endParaRPr>
                    </a:p>
                  </a:txBody>
                  <a:tcPr marL="162525" marR="162525" marT="162525" marB="162525" anchor="ctr">
                    <a:lnL w="12700" cap="flat" cmpd="sng">
                      <a:solidFill>
                        <a:srgbClr val="EDEDED">
                          <a:alpha val="0"/>
                        </a:srgbClr>
                      </a:solidFill>
                      <a:prstDash val="solid"/>
                      <a:round/>
                      <a:headEnd type="none" w="sm" len="sm"/>
                      <a:tailEnd type="none" w="sm" len="sm"/>
                    </a:lnL>
                    <a:lnR w="12700" cap="flat" cmpd="sng">
                      <a:solidFill>
                        <a:srgbClr val="EDEDED">
                          <a:alpha val="0"/>
                        </a:srgbClr>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800"/>
                        <a:buFont typeface="Arial"/>
                        <a:buNone/>
                      </a:pPr>
                      <a:r>
                        <a:rPr lang="ja" sz="800" b="1" u="none" strike="noStrike" cap="none">
                          <a:solidFill>
                            <a:schemeClr val="accent5"/>
                          </a:solidFill>
                          <a:latin typeface="Manrope"/>
                          <a:ea typeface="Manrope"/>
                          <a:cs typeface="Manrope"/>
                          <a:sym typeface="Manrope"/>
                        </a:rPr>
                        <a:t>第6週</a:t>
                      </a:r>
                      <a:endParaRPr sz="800" b="1" u="none" strike="noStrike" cap="none">
                        <a:solidFill>
                          <a:schemeClr val="accent5"/>
                        </a:solidFill>
                        <a:latin typeface="Manrope"/>
                        <a:ea typeface="Manrope"/>
                        <a:cs typeface="Manrope"/>
                        <a:sym typeface="Manrope"/>
                      </a:endParaRPr>
                    </a:p>
                  </a:txBody>
                  <a:tcPr marL="162525" marR="162525" marT="162525" marB="162525" anchor="ctr">
                    <a:lnL w="12700" cap="flat" cmpd="sng">
                      <a:solidFill>
                        <a:srgbClr val="EDEDED">
                          <a:alpha val="0"/>
                        </a:srgbClr>
                      </a:solidFill>
                      <a:prstDash val="solid"/>
                      <a:round/>
                      <a:headEnd type="none" w="sm" len="sm"/>
                      <a:tailEnd type="none" w="sm" len="sm"/>
                    </a:lnL>
                    <a:lnR w="12700" cap="flat" cmpd="sng">
                      <a:solidFill>
                        <a:srgbClr val="EDEDED">
                          <a:alpha val="0"/>
                        </a:srgbClr>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50000"/>
                        </a:lnSpc>
                        <a:spcBef>
                          <a:spcPts val="0"/>
                        </a:spcBef>
                        <a:spcAft>
                          <a:spcPts val="0"/>
                        </a:spcAft>
                        <a:buClr>
                          <a:schemeClr val="dk1"/>
                        </a:buClr>
                        <a:buSzPts val="2000"/>
                        <a:buFont typeface="Arial"/>
                        <a:buNone/>
                      </a:pPr>
                      <a:r>
                        <a:rPr lang="ja" sz="800" b="1" u="none" strike="noStrike" cap="none">
                          <a:solidFill>
                            <a:schemeClr val="accent5"/>
                          </a:solidFill>
                          <a:latin typeface="Manrope"/>
                          <a:ea typeface="Manrope"/>
                          <a:cs typeface="Manrope"/>
                          <a:sym typeface="Manrope"/>
                        </a:rPr>
                        <a:t>第7週</a:t>
                      </a:r>
                      <a:endParaRPr sz="800" b="1" u="none" strike="noStrike" cap="none">
                        <a:solidFill>
                          <a:schemeClr val="accent5"/>
                        </a:solidFill>
                        <a:latin typeface="Manrope"/>
                        <a:ea typeface="Manrope"/>
                        <a:cs typeface="Manrope"/>
                        <a:sym typeface="Manrope"/>
                      </a:endParaRPr>
                    </a:p>
                  </a:txBody>
                  <a:tcPr marL="162525" marR="162525" marT="162525" marB="162525" anchor="ctr">
                    <a:lnL w="12700" cap="flat" cmpd="sng">
                      <a:solidFill>
                        <a:srgbClr val="EDEDED">
                          <a:alpha val="0"/>
                        </a:srgbClr>
                      </a:solidFill>
                      <a:prstDash val="solid"/>
                      <a:round/>
                      <a:headEnd type="none" w="sm" len="sm"/>
                      <a:tailEnd type="none" w="sm" len="sm"/>
                    </a:lnL>
                    <a:lnR w="12700" cap="flat" cmpd="sng">
                      <a:solidFill>
                        <a:srgbClr val="EDEDED">
                          <a:alpha val="0"/>
                        </a:srgbClr>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50000"/>
                        </a:lnSpc>
                        <a:spcBef>
                          <a:spcPts val="0"/>
                        </a:spcBef>
                        <a:spcAft>
                          <a:spcPts val="0"/>
                        </a:spcAft>
                        <a:buClr>
                          <a:schemeClr val="dk1"/>
                        </a:buClr>
                        <a:buSzPts val="2000"/>
                        <a:buFont typeface="Arial"/>
                        <a:buNone/>
                      </a:pPr>
                      <a:r>
                        <a:rPr lang="ja" sz="800" b="1" u="none" strike="noStrike" cap="none">
                          <a:solidFill>
                            <a:schemeClr val="accent5"/>
                          </a:solidFill>
                          <a:latin typeface="Manrope"/>
                          <a:ea typeface="Manrope"/>
                          <a:cs typeface="Manrope"/>
                          <a:sym typeface="Manrope"/>
                        </a:rPr>
                        <a:t>第8週</a:t>
                      </a:r>
                      <a:endParaRPr sz="800" b="1" u="none" strike="noStrike" cap="none">
                        <a:solidFill>
                          <a:schemeClr val="accent5"/>
                        </a:solidFill>
                        <a:latin typeface="Manrope"/>
                        <a:ea typeface="Manrope"/>
                        <a:cs typeface="Manrope"/>
                        <a:sym typeface="Manrope"/>
                      </a:endParaRPr>
                    </a:p>
                  </a:txBody>
                  <a:tcPr marL="162525" marR="162525" marT="162525" marB="162525" anchor="ctr">
                    <a:lnL w="12700" cap="flat" cmpd="sng">
                      <a:solidFill>
                        <a:srgbClr val="EDEDED">
                          <a:alpha val="0"/>
                        </a:srgbClr>
                      </a:solidFill>
                      <a:prstDash val="solid"/>
                      <a:round/>
                      <a:headEnd type="none" w="sm" len="sm"/>
                      <a:tailEnd type="none" w="sm" len="sm"/>
                    </a:lnL>
                    <a:lnR w="12700" cap="flat" cmpd="sng">
                      <a:solidFill>
                        <a:srgbClr val="EDEDED">
                          <a:alpha val="0"/>
                        </a:srgbClr>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50000"/>
                        </a:lnSpc>
                        <a:spcBef>
                          <a:spcPts val="0"/>
                        </a:spcBef>
                        <a:spcAft>
                          <a:spcPts val="0"/>
                        </a:spcAft>
                        <a:buClr>
                          <a:schemeClr val="dk1"/>
                        </a:buClr>
                        <a:buSzPts val="2000"/>
                        <a:buFont typeface="Arial"/>
                        <a:buNone/>
                      </a:pPr>
                      <a:endParaRPr sz="800" b="1" u="none" strike="noStrike" cap="none">
                        <a:solidFill>
                          <a:schemeClr val="accent5"/>
                        </a:solidFill>
                        <a:latin typeface="Manrope"/>
                        <a:ea typeface="Manrope"/>
                        <a:cs typeface="Manrope"/>
                        <a:sym typeface="Manrope"/>
                      </a:endParaRPr>
                    </a:p>
                  </a:txBody>
                  <a:tcPr marL="162525" marR="162525" marT="162525" marB="162525" anchor="ctr">
                    <a:lnL w="12700" cap="flat" cmpd="sng">
                      <a:solidFill>
                        <a:srgbClr val="EDEDED">
                          <a:alpha val="0"/>
                        </a:srgbClr>
                      </a:solidFill>
                      <a:prstDash val="solid"/>
                      <a:round/>
                      <a:headEnd type="none" w="sm" len="sm"/>
                      <a:tailEnd type="none" w="sm" len="sm"/>
                    </a:lnL>
                    <a:lnR w="12700" cap="flat" cmpd="sng">
                      <a:solidFill>
                        <a:srgbClr val="EDEDED">
                          <a:alpha val="0"/>
                        </a:srgbClr>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chemeClr val="dk1"/>
                        </a:buClr>
                        <a:buSzPts val="2000"/>
                        <a:buFont typeface="Arial"/>
                        <a:buNone/>
                      </a:pPr>
                      <a:endParaRPr sz="800" b="1" u="none" strike="noStrike" cap="none">
                        <a:solidFill>
                          <a:schemeClr val="accent5"/>
                        </a:solidFill>
                        <a:latin typeface="Manrope"/>
                        <a:ea typeface="Manrope"/>
                        <a:cs typeface="Manrope"/>
                        <a:sym typeface="Manrope"/>
                      </a:endParaRPr>
                    </a:p>
                  </a:txBody>
                  <a:tcPr marL="162525" marR="162525" marT="162525" marB="162525" anchor="ctr">
                    <a:lnL w="12700" cap="flat" cmpd="sng">
                      <a:solidFill>
                        <a:srgbClr val="EDEDED">
                          <a:alpha val="0"/>
                        </a:srgbClr>
                      </a:solidFill>
                      <a:prstDash val="solid"/>
                      <a:round/>
                      <a:headEnd type="none" w="sm" len="sm"/>
                      <a:tailEnd type="none" w="sm" len="sm"/>
                    </a:lnL>
                    <a:lnR w="12700" cap="flat" cmpd="sng">
                      <a:solidFill>
                        <a:srgbClr val="EDEDED">
                          <a:alpha val="0"/>
                        </a:srgbClr>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extLst>
                  <a:ext uri="{0D108BD9-81ED-4DB2-BD59-A6C34878D82A}">
                    <a16:rowId xmlns:a16="http://schemas.microsoft.com/office/drawing/2014/main" val="10000"/>
                  </a:ext>
                </a:extLst>
              </a:tr>
              <a:tr h="4824700">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rgbClr val="000000"/>
                        </a:solidFill>
                        <a:latin typeface="Manrope"/>
                        <a:ea typeface="Manrope"/>
                        <a:cs typeface="Manrope"/>
                        <a:sym typeface="Manrope"/>
                      </a:endParaRPr>
                    </a:p>
                  </a:txBody>
                  <a:tcPr marL="121900" marR="121900" marT="121900" marB="121900">
                    <a:lnL w="12700" cap="flat" cmpd="sng">
                      <a:solidFill>
                        <a:srgbClr val="EDEDED"/>
                      </a:solidFill>
                      <a:prstDash val="solid"/>
                      <a:round/>
                      <a:headEnd type="none" w="sm" len="sm"/>
                      <a:tailEnd type="none" w="sm" len="sm"/>
                    </a:lnL>
                    <a:lnR w="12700" cap="flat" cmpd="sng">
                      <a:solidFill>
                        <a:srgbClr val="EDEDED"/>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rgbClr val="000000"/>
                        </a:solidFill>
                        <a:latin typeface="Manrope"/>
                        <a:ea typeface="Manrope"/>
                        <a:cs typeface="Manrope"/>
                        <a:sym typeface="Manrope"/>
                      </a:endParaRPr>
                    </a:p>
                  </a:txBody>
                  <a:tcPr marL="121900" marR="121900" marT="121900" marB="121900">
                    <a:lnL w="12700" cap="flat" cmpd="sng">
                      <a:solidFill>
                        <a:srgbClr val="EDEDED"/>
                      </a:solidFill>
                      <a:prstDash val="solid"/>
                      <a:round/>
                      <a:headEnd type="none" w="sm" len="sm"/>
                      <a:tailEnd type="none" w="sm" len="sm"/>
                    </a:lnL>
                    <a:lnR w="12700" cap="flat" cmpd="sng">
                      <a:solidFill>
                        <a:srgbClr val="EDEDED"/>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latin typeface="Manrope"/>
                          <a:ea typeface="Manrope"/>
                          <a:cs typeface="Manrope"/>
                          <a:sym typeface="Manrope"/>
                        </a:rPr>
                        <a:t> </a:t>
                      </a:r>
                      <a:endParaRPr sz="800" u="none" strike="noStrike" cap="none">
                        <a:solidFill>
                          <a:srgbClr val="000000"/>
                        </a:solidFill>
                        <a:latin typeface="Manrope"/>
                        <a:ea typeface="Manrope"/>
                        <a:cs typeface="Manrope"/>
                        <a:sym typeface="Manrope"/>
                      </a:endParaRPr>
                    </a:p>
                  </a:txBody>
                  <a:tcPr marL="121900" marR="121900" marT="121900" marB="121900">
                    <a:lnL w="12700" cap="flat" cmpd="sng">
                      <a:solidFill>
                        <a:srgbClr val="EDEDED"/>
                      </a:solidFill>
                      <a:prstDash val="solid"/>
                      <a:round/>
                      <a:headEnd type="none" w="sm" len="sm"/>
                      <a:tailEnd type="none" w="sm" len="sm"/>
                    </a:lnL>
                    <a:lnR w="12700" cap="flat" cmpd="sng">
                      <a:solidFill>
                        <a:srgbClr val="EDEDED"/>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rgbClr val="000000"/>
                        </a:solidFill>
                        <a:latin typeface="Manrope"/>
                        <a:ea typeface="Manrope"/>
                        <a:cs typeface="Manrope"/>
                        <a:sym typeface="Manrope"/>
                      </a:endParaRPr>
                    </a:p>
                  </a:txBody>
                  <a:tcPr marL="121900" marR="121900" marT="121900" marB="121900">
                    <a:lnL w="12700" cap="flat" cmpd="sng">
                      <a:solidFill>
                        <a:srgbClr val="EDEDED"/>
                      </a:solidFill>
                      <a:prstDash val="solid"/>
                      <a:round/>
                      <a:headEnd type="none" w="sm" len="sm"/>
                      <a:tailEnd type="none" w="sm" len="sm"/>
                    </a:lnL>
                    <a:lnR w="12700" cap="flat" cmpd="sng">
                      <a:solidFill>
                        <a:srgbClr val="EDEDED"/>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rgbClr val="000000"/>
                        </a:solidFill>
                        <a:latin typeface="Manrope"/>
                        <a:ea typeface="Manrope"/>
                        <a:cs typeface="Manrope"/>
                        <a:sym typeface="Manrope"/>
                      </a:endParaRPr>
                    </a:p>
                  </a:txBody>
                  <a:tcPr marL="121900" marR="121900" marT="121900" marB="121900">
                    <a:lnL w="12700" cap="flat" cmpd="sng">
                      <a:solidFill>
                        <a:srgbClr val="EDEDED"/>
                      </a:solidFill>
                      <a:prstDash val="solid"/>
                      <a:round/>
                      <a:headEnd type="none" w="sm" len="sm"/>
                      <a:tailEnd type="none" w="sm" len="sm"/>
                    </a:lnL>
                    <a:lnR w="12700" cap="flat" cmpd="sng">
                      <a:solidFill>
                        <a:srgbClr val="EDEDED"/>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rgbClr val="000000"/>
                        </a:solidFill>
                        <a:latin typeface="Manrope"/>
                        <a:ea typeface="Manrope"/>
                        <a:cs typeface="Manrope"/>
                        <a:sym typeface="Manrope"/>
                      </a:endParaRPr>
                    </a:p>
                  </a:txBody>
                  <a:tcPr marL="121900" marR="121900" marT="121900" marB="121900">
                    <a:lnL w="12700" cap="flat" cmpd="sng">
                      <a:solidFill>
                        <a:srgbClr val="EDEDED"/>
                      </a:solidFill>
                      <a:prstDash val="solid"/>
                      <a:round/>
                      <a:headEnd type="none" w="sm" len="sm"/>
                      <a:tailEnd type="none" w="sm" len="sm"/>
                    </a:lnL>
                    <a:lnR w="12700" cap="flat" cmpd="sng">
                      <a:solidFill>
                        <a:srgbClr val="EDEDED"/>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rgbClr val="000000"/>
                        </a:solidFill>
                        <a:latin typeface="Manrope"/>
                        <a:ea typeface="Manrope"/>
                        <a:cs typeface="Manrope"/>
                        <a:sym typeface="Manrope"/>
                      </a:endParaRPr>
                    </a:p>
                  </a:txBody>
                  <a:tcPr marL="121900" marR="121900" marT="121900" marB="121900">
                    <a:lnL w="12700" cap="flat" cmpd="sng">
                      <a:solidFill>
                        <a:srgbClr val="EDEDED"/>
                      </a:solidFill>
                      <a:prstDash val="solid"/>
                      <a:round/>
                      <a:headEnd type="none" w="sm" len="sm"/>
                      <a:tailEnd type="none" w="sm" len="sm"/>
                    </a:lnL>
                    <a:lnR w="12700" cap="flat" cmpd="sng">
                      <a:solidFill>
                        <a:srgbClr val="EDEDED"/>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rgbClr val="000000"/>
                        </a:solidFill>
                        <a:latin typeface="Manrope"/>
                        <a:ea typeface="Manrope"/>
                        <a:cs typeface="Manrope"/>
                        <a:sym typeface="Manrope"/>
                      </a:endParaRPr>
                    </a:p>
                  </a:txBody>
                  <a:tcPr marL="121900" marR="121900" marT="121900" marB="121900">
                    <a:lnL w="12700" cap="flat" cmpd="sng">
                      <a:solidFill>
                        <a:srgbClr val="EDEDED"/>
                      </a:solidFill>
                      <a:prstDash val="solid"/>
                      <a:round/>
                      <a:headEnd type="none" w="sm" len="sm"/>
                      <a:tailEnd type="none" w="sm" len="sm"/>
                    </a:lnL>
                    <a:lnR w="12700" cap="flat" cmpd="sng">
                      <a:solidFill>
                        <a:srgbClr val="EDEDED"/>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rgbClr val="000000"/>
                        </a:solidFill>
                        <a:latin typeface="Manrope"/>
                        <a:ea typeface="Manrope"/>
                        <a:cs typeface="Manrope"/>
                        <a:sym typeface="Manrope"/>
                      </a:endParaRPr>
                    </a:p>
                  </a:txBody>
                  <a:tcPr marL="121900" marR="121900" marT="121900" marB="121900">
                    <a:lnL w="12700" cap="flat" cmpd="sng">
                      <a:solidFill>
                        <a:srgbClr val="EDEDED"/>
                      </a:solidFill>
                      <a:prstDash val="solid"/>
                      <a:round/>
                      <a:headEnd type="none" w="sm" len="sm"/>
                      <a:tailEnd type="none" w="sm" len="sm"/>
                    </a:lnL>
                    <a:lnR w="12700" cap="flat" cmpd="sng">
                      <a:solidFill>
                        <a:srgbClr val="EDEDED"/>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rgbClr val="000000"/>
                        </a:solidFill>
                        <a:latin typeface="Manrope"/>
                        <a:ea typeface="Manrope"/>
                        <a:cs typeface="Manrope"/>
                        <a:sym typeface="Manrope"/>
                      </a:endParaRPr>
                    </a:p>
                  </a:txBody>
                  <a:tcPr marL="121900" marR="121900" marT="121900" marB="121900">
                    <a:lnL w="12700" cap="flat" cmpd="sng">
                      <a:solidFill>
                        <a:srgbClr val="EDEDED"/>
                      </a:solidFill>
                      <a:prstDash val="solid"/>
                      <a:round/>
                      <a:headEnd type="none" w="sm" len="sm"/>
                      <a:tailEnd type="none" w="sm" len="sm"/>
                    </a:lnL>
                    <a:lnR w="12700" cap="flat" cmpd="sng">
                      <a:solidFill>
                        <a:srgbClr val="EDEDED"/>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endParaRPr sz="1100" b="1" u="none" strike="noStrike" cap="none">
                        <a:solidFill>
                          <a:schemeClr val="dk1"/>
                        </a:solidFill>
                        <a:latin typeface="Manrope"/>
                        <a:ea typeface="Manrope"/>
                        <a:cs typeface="Manrope"/>
                        <a:sym typeface="Manrope"/>
                      </a:endParaRPr>
                    </a:p>
                  </a:txBody>
                  <a:tcPr marL="121900" marR="121900" marT="121900" marB="121900">
                    <a:lnL w="12700" cap="flat" cmpd="sng">
                      <a:solidFill>
                        <a:srgbClr val="EDEDED"/>
                      </a:solidFill>
                      <a:prstDash val="solid"/>
                      <a:round/>
                      <a:headEnd type="none" w="sm" len="sm"/>
                      <a:tailEnd type="none" w="sm" len="sm"/>
                    </a:lnL>
                    <a:lnR w="12700" cap="flat" cmpd="sng">
                      <a:solidFill>
                        <a:srgbClr val="EDEDED"/>
                      </a:solidFill>
                      <a:prstDash val="solid"/>
                      <a:round/>
                      <a:headEnd type="none" w="sm" len="sm"/>
                      <a:tailEnd type="none" w="sm" len="sm"/>
                    </a:lnR>
                    <a:lnT w="12700" cap="flat" cmpd="sng">
                      <a:solidFill>
                        <a:srgbClr val="EDEDED">
                          <a:alpha val="0"/>
                        </a:srgbClr>
                      </a:solidFill>
                      <a:prstDash val="solid"/>
                      <a:round/>
                      <a:headEnd type="none" w="sm" len="sm"/>
                      <a:tailEnd type="none" w="sm" len="sm"/>
                    </a:lnT>
                    <a:lnB w="12700" cap="flat" cmpd="sng">
                      <a:solidFill>
                        <a:srgbClr val="EDEDED">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64" name="Google Shape;364;g3b348a4ae2d_6_1569"/>
          <p:cNvSpPr>
            <a:spLocks/>
          </p:cNvSpPr>
          <p:nvPr/>
        </p:nvSpPr>
        <p:spPr>
          <a:xfrm>
            <a:off x="1861040" y="2636647"/>
            <a:ext cx="742500" cy="446803"/>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事前チェックリストを完了してください</a:t>
            </a:r>
            <a:endParaRPr kumimoji="0" sz="7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365" name="Google Shape;365;g3b348a4ae2d_6_1569"/>
          <p:cNvSpPr>
            <a:spLocks/>
          </p:cNvSpPr>
          <p:nvPr/>
        </p:nvSpPr>
        <p:spPr>
          <a:xfrm>
            <a:off x="5877783" y="2648141"/>
            <a:ext cx="1583994" cy="441724"/>
          </a:xfrm>
          <a:prstGeom prst="roundRect">
            <a:avLst>
              <a:gd name="adj" fmla="val 16667"/>
            </a:avLst>
          </a:prstGeom>
          <a:solidFill>
            <a:schemeClr val="accent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参照アーキテクチャ案 — 3つのユースケース、データフロー、インフラパスすべて</a:t>
            </a:r>
            <a:endParaRPr kumimoji="0"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sp>
        <p:nvSpPr>
          <p:cNvPr id="366" name="Google Shape;366;g3b348a4ae2d_6_1569"/>
          <p:cNvSpPr>
            <a:spLocks/>
          </p:cNvSpPr>
          <p:nvPr/>
        </p:nvSpPr>
        <p:spPr>
          <a:xfrm>
            <a:off x="2661025" y="2657413"/>
            <a:ext cx="1562440" cy="441724"/>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購入データ監査 - SQL構造、品質、および10年間の適用範囲を確認する</a:t>
            </a:r>
            <a:endParaRPr kumimoji="0" sz="7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grpSp>
        <p:nvGrpSpPr>
          <p:cNvPr id="367" name="Google Shape;367;g3b348a4ae2d_6_1569"/>
          <p:cNvGrpSpPr>
            <a:grpSpLocks/>
          </p:cNvGrpSpPr>
          <p:nvPr/>
        </p:nvGrpSpPr>
        <p:grpSpPr>
          <a:xfrm>
            <a:off x="1490840" y="1914031"/>
            <a:ext cx="1139241" cy="266911"/>
            <a:chOff x="312250" y="2269463"/>
            <a:chExt cx="745187" cy="174600"/>
          </a:xfrm>
        </p:grpSpPr>
        <p:sp>
          <p:nvSpPr>
            <p:cNvPr id="368" name="Google Shape;368;g3b348a4ae2d_6_1569"/>
            <p:cNvSpPr>
              <a:spLocks/>
            </p:cNvSpPr>
            <p:nvPr/>
          </p:nvSpPr>
          <p:spPr>
            <a:xfrm>
              <a:off x="312250" y="2269463"/>
              <a:ext cx="174600" cy="174600"/>
            </a:xfrm>
            <a:prstGeom prst="ellipse">
              <a:avLst/>
            </a:prstGeom>
            <a:solidFill>
              <a:srgbClr val="81CAFF"/>
            </a:solidFill>
            <a:ln>
              <a:noFill/>
            </a:ln>
          </p:spPr>
          <p:txBody>
            <a:bodyPr spcFirstLastPara="1" wrap="square" lIns="139775" tIns="139775" rIns="139775" bIns="1397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179"/>
                <a:buFont typeface="Arial"/>
                <a:buNone/>
                <a:tabLst/>
                <a:defRPr/>
              </a:pPr>
              <a:endParaRPr kumimoji="0" sz="2178"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369" name="Google Shape;369;g3b348a4ae2d_6_1569"/>
            <p:cNvSpPr>
              <a:spLocks/>
            </p:cNvSpPr>
            <p:nvPr/>
          </p:nvSpPr>
          <p:spPr>
            <a:xfrm>
              <a:off x="453660" y="2287652"/>
              <a:ext cx="603777" cy="138000"/>
            </a:xfrm>
            <a:prstGeom prst="roundRect">
              <a:avLst>
                <a:gd name="adj" fmla="val 16667"/>
              </a:avLst>
            </a:prstGeom>
            <a:noFill/>
            <a:ln>
              <a:noFill/>
            </a:ln>
          </p:spPr>
          <p:txBody>
            <a:bodyPr spcFirstLastPara="1" wrap="square" lIns="41925" tIns="139775" rIns="139775" bIns="1397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17"/>
                <a:buFont typeface="Arial"/>
                <a:buNone/>
                <a:tabLst/>
                <a:defRPr/>
              </a:pPr>
              <a:r>
                <a:rPr kumimoji="0" lang="ja" sz="917"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rPr>
                <a:t>キックオフ前</a:t>
              </a:r>
              <a:endParaRPr kumimoji="0" sz="2178"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grpSp>
      <p:sp>
        <p:nvSpPr>
          <p:cNvPr id="370" name="Google Shape;370;g3b348a4ae2d_6_1569"/>
          <p:cNvSpPr txBox="1">
            <a:spLocks noGrp="1"/>
          </p:cNvSpPr>
          <p:nvPr>
            <p:ph type="title" idx="4294967295"/>
          </p:nvPr>
        </p:nvSpPr>
        <p:spPr>
          <a:xfrm>
            <a:off x="210350" y="285318"/>
            <a:ext cx="5706300" cy="302400"/>
          </a:xfrm>
          <a:prstGeom prst="rect">
            <a:avLst/>
          </a:prstGeom>
          <a:noFill/>
          <a:ln>
            <a:noFill/>
          </a:ln>
        </p:spPr>
        <p:txBody>
          <a:bodyPr spcFirstLastPara="1" wrap="square" lIns="0" tIns="121900" rIns="121900" bIns="121900" anchor="b" anchorCtr="0">
            <a:noAutofit/>
          </a:bodyPr>
          <a:lstStyle/>
          <a:p>
            <a:pPr marL="0" lvl="0" indent="0" algn="l" rtl="0">
              <a:lnSpc>
                <a:spcPct val="100000"/>
              </a:lnSpc>
              <a:spcBef>
                <a:spcPts val="0"/>
              </a:spcBef>
              <a:spcAft>
                <a:spcPts val="0"/>
              </a:spcAft>
              <a:buSzPts val="1300"/>
              <a:buNone/>
            </a:pPr>
            <a:r>
              <a:rPr lang="ja" sz="1300" b="1">
                <a:solidFill>
                  <a:srgbClr val="F37037"/>
                </a:solidFill>
                <a:latin typeface="Yu Gothic" panose="020B0400000000000000" pitchFamily="34" charset="-128"/>
                <a:ea typeface="Yu Gothic" panose="020B0400000000000000" pitchFamily="34" charset="-128"/>
              </a:rPr>
              <a:t>業務スケジュール：アドバイザリーフェーズ（暫定）</a:t>
            </a:r>
            <a:endParaRPr sz="1300" b="1">
              <a:solidFill>
                <a:srgbClr val="F37037"/>
              </a:solidFill>
              <a:latin typeface="Yu Gothic" panose="020B0400000000000000" pitchFamily="34" charset="-128"/>
              <a:ea typeface="Yu Gothic" panose="020B0400000000000000" pitchFamily="34" charset="-128"/>
            </a:endParaRPr>
          </a:p>
        </p:txBody>
      </p:sp>
      <p:grpSp>
        <p:nvGrpSpPr>
          <p:cNvPr id="8" name="Group 7">
            <a:extLst>
              <a:ext uri="{FF2B5EF4-FFF2-40B4-BE49-F238E27FC236}">
                <a16:creationId xmlns:a16="http://schemas.microsoft.com/office/drawing/2014/main" id="{B626865A-3342-CAE3-FAA8-E6DB0A6F79CC}"/>
              </a:ext>
            </a:extLst>
          </p:cNvPr>
          <p:cNvGrpSpPr/>
          <p:nvPr/>
        </p:nvGrpSpPr>
        <p:grpSpPr>
          <a:xfrm>
            <a:off x="11120855" y="716528"/>
            <a:ext cx="860795" cy="268036"/>
            <a:chOff x="10513384" y="333691"/>
            <a:chExt cx="860795" cy="268036"/>
          </a:xfrm>
        </p:grpSpPr>
        <p:sp>
          <p:nvSpPr>
            <p:cNvPr id="371" name="Google Shape;371;g3b348a4ae2d_6_1569"/>
            <p:cNvSpPr/>
            <p:nvPr/>
          </p:nvSpPr>
          <p:spPr>
            <a:xfrm>
              <a:off x="11230984" y="372140"/>
              <a:ext cx="143195" cy="229587"/>
            </a:xfrm>
            <a:prstGeom prst="flowChartDecision">
              <a:avLst/>
            </a:prstGeom>
            <a:solidFill>
              <a:srgbClr val="FF5F2D"/>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Arial"/>
                <a:sym typeface="Arial"/>
              </a:endParaRPr>
            </a:p>
          </p:txBody>
        </p:sp>
        <p:sp>
          <p:nvSpPr>
            <p:cNvPr id="374" name="Google Shape;374;g3b348a4ae2d_6_1569"/>
            <p:cNvSpPr txBox="1"/>
            <p:nvPr/>
          </p:nvSpPr>
          <p:spPr>
            <a:xfrm>
              <a:off x="10513384" y="333691"/>
              <a:ext cx="806888" cy="246300"/>
            </a:xfrm>
            <a:prstGeom prst="rect">
              <a:avLst/>
            </a:prstGeom>
            <a:noFill/>
            <a:ln>
              <a:noFill/>
            </a:ln>
          </p:spPr>
          <p:txBody>
            <a:bodyPr spcFirstLastPara="1" wrap="square" lIns="121900" tIns="60925" rIns="121900" bIns="609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ja" sz="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エンジニアリング</a:t>
              </a:r>
              <a:endParaRPr kumimoji="0" sz="19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grpSp>
      <p:grpSp>
        <p:nvGrpSpPr>
          <p:cNvPr id="10" name="Group 9">
            <a:extLst>
              <a:ext uri="{FF2B5EF4-FFF2-40B4-BE49-F238E27FC236}">
                <a16:creationId xmlns:a16="http://schemas.microsoft.com/office/drawing/2014/main" id="{6919CF00-F27B-1497-3BB7-A659EE73D7FB}"/>
              </a:ext>
            </a:extLst>
          </p:cNvPr>
          <p:cNvGrpSpPr/>
          <p:nvPr/>
        </p:nvGrpSpPr>
        <p:grpSpPr>
          <a:xfrm>
            <a:off x="11007258" y="172298"/>
            <a:ext cx="974392" cy="246151"/>
            <a:chOff x="8566101" y="204180"/>
            <a:chExt cx="974392" cy="246151"/>
          </a:xfrm>
        </p:grpSpPr>
        <p:sp>
          <p:nvSpPr>
            <p:cNvPr id="372" name="Google Shape;372;g3b348a4ae2d_6_1569"/>
            <p:cNvSpPr/>
            <p:nvPr/>
          </p:nvSpPr>
          <p:spPr>
            <a:xfrm>
              <a:off x="9397298" y="206931"/>
              <a:ext cx="143195" cy="229587"/>
            </a:xfrm>
            <a:prstGeom prst="flowChartDecision">
              <a:avLst/>
            </a:prstGeom>
            <a:solidFill>
              <a:srgbClr val="C8CAD3"/>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Arial"/>
                <a:sym typeface="Arial"/>
              </a:endParaRPr>
            </a:p>
          </p:txBody>
        </p:sp>
        <p:sp>
          <p:nvSpPr>
            <p:cNvPr id="375" name="Google Shape;375;g3b348a4ae2d_6_1569"/>
            <p:cNvSpPr txBox="1"/>
            <p:nvPr/>
          </p:nvSpPr>
          <p:spPr>
            <a:xfrm>
              <a:off x="8566101" y="204180"/>
              <a:ext cx="974392" cy="246151"/>
            </a:xfrm>
            <a:prstGeom prst="rect">
              <a:avLst/>
            </a:prstGeom>
            <a:noFill/>
            <a:ln>
              <a:noFill/>
            </a:ln>
          </p:spPr>
          <p:txBody>
            <a:bodyPr spcFirstLastPara="1" wrap="square" lIns="121900" tIns="60925" rIns="121900" bIns="609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ja" sz="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要件</a:t>
              </a:r>
              <a:endParaRPr kumimoji="0" sz="19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grpSp>
      <p:grpSp>
        <p:nvGrpSpPr>
          <p:cNvPr id="9" name="Group 8">
            <a:extLst>
              <a:ext uri="{FF2B5EF4-FFF2-40B4-BE49-F238E27FC236}">
                <a16:creationId xmlns:a16="http://schemas.microsoft.com/office/drawing/2014/main" id="{C99B0356-6617-E9A5-AA8C-7F5B61F9FB6B}"/>
              </a:ext>
            </a:extLst>
          </p:cNvPr>
          <p:cNvGrpSpPr/>
          <p:nvPr/>
        </p:nvGrpSpPr>
        <p:grpSpPr>
          <a:xfrm>
            <a:off x="11120855" y="456853"/>
            <a:ext cx="860795" cy="246988"/>
            <a:chOff x="10513384" y="55731"/>
            <a:chExt cx="860795" cy="246988"/>
          </a:xfrm>
        </p:grpSpPr>
        <p:sp>
          <p:nvSpPr>
            <p:cNvPr id="373" name="Google Shape;373;g3b348a4ae2d_6_1569"/>
            <p:cNvSpPr txBox="1"/>
            <p:nvPr/>
          </p:nvSpPr>
          <p:spPr>
            <a:xfrm>
              <a:off x="10513384" y="56419"/>
              <a:ext cx="806888" cy="246300"/>
            </a:xfrm>
            <a:prstGeom prst="rect">
              <a:avLst/>
            </a:prstGeom>
            <a:noFill/>
            <a:ln>
              <a:noFill/>
            </a:ln>
          </p:spPr>
          <p:txBody>
            <a:bodyPr spcFirstLastPara="1" wrap="square" lIns="121900" tIns="60925" rIns="121900" bIns="609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ja" sz="8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テクノロジー</a:t>
              </a:r>
              <a:endParaRPr kumimoji="0" sz="19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376" name="Google Shape;376;g3b348a4ae2d_6_1569"/>
            <p:cNvSpPr/>
            <p:nvPr/>
          </p:nvSpPr>
          <p:spPr>
            <a:xfrm>
              <a:off x="11230984" y="55731"/>
              <a:ext cx="143195" cy="229587"/>
            </a:xfrm>
            <a:prstGeom prst="flowChartDecision">
              <a:avLst/>
            </a:prstGeom>
            <a:solidFill>
              <a:srgbClr val="4442E3"/>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Arial"/>
                <a:sym typeface="Arial"/>
              </a:endParaRPr>
            </a:p>
          </p:txBody>
        </p:sp>
      </p:grpSp>
      <p:sp>
        <p:nvSpPr>
          <p:cNvPr id="380" name="Google Shape;380;g3b348a4ae2d_6_1569"/>
          <p:cNvSpPr>
            <a:spLocks/>
          </p:cNvSpPr>
          <p:nvPr/>
        </p:nvSpPr>
        <p:spPr>
          <a:xfrm>
            <a:off x="1861040" y="3159144"/>
            <a:ext cx="742500" cy="421514"/>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オンボーディングとデータアクセス</a:t>
            </a:r>
            <a:endParaRPr kumimoji="0" sz="7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382" name="Google Shape;382;g3b348a4ae2d_6_1569"/>
          <p:cNvSpPr>
            <a:spLocks/>
          </p:cNvSpPr>
          <p:nvPr/>
        </p:nvSpPr>
        <p:spPr>
          <a:xfrm>
            <a:off x="4278247" y="2661355"/>
            <a:ext cx="1572447" cy="475743"/>
          </a:xfrm>
          <a:prstGeom prst="roundRect">
            <a:avLst>
              <a:gd name="adj" fmla="val 16667"/>
            </a:avLst>
          </a:prstGeom>
          <a:solidFill>
            <a:srgbClr val="4442E3"/>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SKU/機能抽出の信頼度閾値と人間によるレビューフラグを定義する</a:t>
            </a:r>
            <a:endParaRPr kumimoji="0"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sp>
        <p:nvSpPr>
          <p:cNvPr id="386" name="Google Shape;386;g3b348a4ae2d_6_1569"/>
          <p:cNvSpPr>
            <a:spLocks/>
          </p:cNvSpPr>
          <p:nvPr/>
        </p:nvSpPr>
        <p:spPr>
          <a:xfrm>
            <a:off x="10891343" y="2219924"/>
            <a:ext cx="143195" cy="229587"/>
          </a:xfrm>
          <a:prstGeom prst="flowChartDecision">
            <a:avLst/>
          </a:prstGeom>
          <a:solidFill>
            <a:srgbClr val="4442E3"/>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Arial"/>
              <a:sym typeface="Arial"/>
            </a:endParaRPr>
          </a:p>
        </p:txBody>
      </p:sp>
      <p:sp>
        <p:nvSpPr>
          <p:cNvPr id="388" name="Google Shape;388;g3b348a4ae2d_6_1569"/>
          <p:cNvSpPr>
            <a:spLocks/>
          </p:cNvSpPr>
          <p:nvPr/>
        </p:nvSpPr>
        <p:spPr>
          <a:xfrm>
            <a:off x="4278247" y="3175082"/>
            <a:ext cx="1572446" cy="473466"/>
          </a:xfrm>
          <a:prstGeom prst="roundRect">
            <a:avLst>
              <a:gd name="adj" fmla="val 16667"/>
            </a:avLst>
          </a:prstGeom>
          <a:solidFill>
            <a:schemeClr val="accent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3層高精度ゲートロジックの設計とエッジケース</a:t>
            </a:r>
            <a:endParaRPr kumimoji="0"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grpSp>
        <p:nvGrpSpPr>
          <p:cNvPr id="17" name="Group 16">
            <a:extLst>
              <a:ext uri="{FF2B5EF4-FFF2-40B4-BE49-F238E27FC236}">
                <a16:creationId xmlns:a16="http://schemas.microsoft.com/office/drawing/2014/main" id="{1EAB9508-E7A4-4E5F-77CB-F46EB149D4A3}"/>
              </a:ext>
            </a:extLst>
          </p:cNvPr>
          <p:cNvGrpSpPr>
            <a:grpSpLocks/>
          </p:cNvGrpSpPr>
          <p:nvPr/>
        </p:nvGrpSpPr>
        <p:grpSpPr>
          <a:xfrm>
            <a:off x="5820449" y="4655352"/>
            <a:ext cx="1147278" cy="492372"/>
            <a:chOff x="4901810" y="5390341"/>
            <a:chExt cx="1147278" cy="492372"/>
          </a:xfrm>
        </p:grpSpPr>
        <p:sp>
          <p:nvSpPr>
            <p:cNvPr id="389" name="Google Shape;389;g3b348a4ae2d_6_1569"/>
            <p:cNvSpPr txBox="1">
              <a:spLocks/>
            </p:cNvSpPr>
            <p:nvPr/>
          </p:nvSpPr>
          <p:spPr>
            <a:xfrm>
              <a:off x="4958673" y="5390341"/>
              <a:ext cx="1090415" cy="492372"/>
            </a:xfrm>
            <a:prstGeom prst="rect">
              <a:avLst/>
            </a:prstGeom>
            <a:noFill/>
            <a:ln>
              <a:noFill/>
            </a:ln>
          </p:spPr>
          <p:txBody>
            <a:bodyPr spcFirstLastPara="1" wrap="square" lIns="121900" tIns="60925" rIns="121900" bIns="609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ja" sz="800" b="1" i="0" u="none" strike="noStrike" kern="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Manrope"/>
                  <a:sym typeface="Manrope"/>
                </a:rPr>
                <a:t>D1:データ&amp;</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ja" sz="800" b="1" i="0" u="none" strike="noStrike" kern="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Manrope"/>
                  <a:sym typeface="Manrope"/>
                </a:rPr>
                <a:t>準備状況報告</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ja" sz="800" b="1" i="0" u="none" strike="noStrike" kern="0" cap="none" spc="0" normalizeH="0" baseline="0" noProof="0" dirty="0">
                  <a:ln>
                    <a:noFill/>
                  </a:ln>
                  <a:solidFill>
                    <a:srgbClr val="4442E3"/>
                  </a:solidFill>
                  <a:effectLst/>
                  <a:uLnTx/>
                  <a:uFillTx/>
                  <a:latin typeface="Yu Gothic" panose="020B0400000000000000" pitchFamily="34" charset="-128"/>
                  <a:ea typeface="Yu Gothic" panose="020B0400000000000000" pitchFamily="34" charset="-128"/>
                  <a:cs typeface="Manrope"/>
                  <a:sym typeface="Manrope"/>
                </a:rPr>
                <a:t>ローファイワイヤーフレーム</a:t>
              </a:r>
            </a:p>
          </p:txBody>
        </p:sp>
        <p:sp>
          <p:nvSpPr>
            <p:cNvPr id="390" name="Google Shape;390;g3b348a4ae2d_6_1569"/>
            <p:cNvSpPr>
              <a:spLocks/>
            </p:cNvSpPr>
            <p:nvPr/>
          </p:nvSpPr>
          <p:spPr>
            <a:xfrm>
              <a:off x="4901810" y="5461426"/>
              <a:ext cx="143195" cy="229587"/>
            </a:xfrm>
            <a:prstGeom prst="flowChartDecision">
              <a:avLst/>
            </a:prstGeom>
            <a:solidFill>
              <a:schemeClr val="accent2"/>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Arial"/>
                <a:sym typeface="Arial"/>
              </a:endParaRPr>
            </a:p>
          </p:txBody>
        </p:sp>
      </p:grpSp>
      <p:sp>
        <p:nvSpPr>
          <p:cNvPr id="395" name="Google Shape;395;g3b348a4ae2d_6_1569"/>
          <p:cNvSpPr>
            <a:spLocks/>
          </p:cNvSpPr>
          <p:nvPr/>
        </p:nvSpPr>
        <p:spPr>
          <a:xfrm>
            <a:off x="2657805" y="1405761"/>
            <a:ext cx="1570781" cy="461700"/>
          </a:xfrm>
          <a:prstGeom prst="roundRect">
            <a:avLst>
              <a:gd name="adj" fmla="val 16667"/>
            </a:avLst>
          </a:prstGeom>
          <a:noFill/>
          <a:ln w="12700" cap="flat" cmpd="sng">
            <a:solidFill>
              <a:schemeClr val="accent1"/>
            </a:solidFill>
            <a:prstDash val="dash"/>
            <a:round/>
            <a:headEnd type="none" w="sm" len="sm"/>
            <a:tailEnd type="none" w="sm" len="sm"/>
          </a:ln>
        </p:spPr>
        <p:txBody>
          <a:bodyPr spcFirstLastPara="1" wrap="square" lIns="121900" tIns="60925" rIns="121900" bIns="60925"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700" b="1" i="0" u="none" strike="noStrike" kern="0" cap="none" spc="0" normalizeH="0" baseline="0" noProof="0">
              <a:ln>
                <a:noFill/>
              </a:ln>
              <a:solidFill>
                <a:srgbClr val="F37037"/>
              </a:solidFill>
              <a:effectLst/>
              <a:uLnTx/>
              <a:uFillTx/>
              <a:latin typeface="Yu Gothic" panose="020B0400000000000000" pitchFamily="34" charset="-128"/>
              <a:ea typeface="Yu Gothic" panose="020B0400000000000000" pitchFamily="34" charset="-128"/>
              <a:cs typeface="Arial"/>
              <a:sym typeface="Arial"/>
            </a:endParaRPr>
          </a:p>
        </p:txBody>
      </p:sp>
      <p:sp>
        <p:nvSpPr>
          <p:cNvPr id="396" name="Google Shape;396;g3b348a4ae2d_6_1569"/>
          <p:cNvSpPr>
            <a:spLocks/>
          </p:cNvSpPr>
          <p:nvPr/>
        </p:nvSpPr>
        <p:spPr>
          <a:xfrm>
            <a:off x="5887224" y="1406043"/>
            <a:ext cx="1575088" cy="461700"/>
          </a:xfrm>
          <a:prstGeom prst="roundRect">
            <a:avLst>
              <a:gd name="adj" fmla="val 16667"/>
            </a:avLst>
          </a:prstGeom>
          <a:noFill/>
          <a:ln w="12700" cap="flat" cmpd="sng">
            <a:solidFill>
              <a:schemeClr val="accent4"/>
            </a:solidFill>
            <a:prstDash val="dash"/>
            <a:round/>
            <a:headEnd type="none" w="sm" len="sm"/>
            <a:tailEnd type="none" w="sm" len="sm"/>
          </a:ln>
        </p:spPr>
        <p:txBody>
          <a:bodyPr spcFirstLastPara="1" wrap="square" lIns="121900" tIns="60925" rIns="121900" bIns="60925"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700" b="0" i="0" u="none" strike="noStrike" kern="0" cap="none" spc="0" normalizeH="0" baseline="0" noProof="0">
              <a:ln>
                <a:noFill/>
              </a:ln>
              <a:solidFill>
                <a:srgbClr val="868A9B"/>
              </a:solidFill>
              <a:effectLst/>
              <a:uLnTx/>
              <a:uFillTx/>
              <a:latin typeface="Yu Gothic" panose="020B0400000000000000" pitchFamily="34" charset="-128"/>
              <a:ea typeface="Yu Gothic" panose="020B0400000000000000" pitchFamily="34" charset="-128"/>
              <a:cs typeface="Arial"/>
              <a:sym typeface="Arial"/>
            </a:endParaRPr>
          </a:p>
        </p:txBody>
      </p:sp>
      <p:sp>
        <p:nvSpPr>
          <p:cNvPr id="401" name="Google Shape;401;g3b348a4ae2d_6_1569"/>
          <p:cNvSpPr>
            <a:spLocks/>
          </p:cNvSpPr>
          <p:nvPr/>
        </p:nvSpPr>
        <p:spPr>
          <a:xfrm>
            <a:off x="7492478" y="3137098"/>
            <a:ext cx="1583994" cy="441724"/>
          </a:xfrm>
          <a:prstGeom prst="roundRect">
            <a:avLst>
              <a:gd name="adj" fmla="val 16667"/>
            </a:avLst>
          </a:prstGeom>
          <a:solidFill>
            <a:srgbClr val="FF5F2D"/>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MVPバックログ - 3つのユースケースすべてにわたる優先順位付けされたストーリー</a:t>
            </a:r>
            <a:endParaRPr kumimoji="0"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sp>
        <p:nvSpPr>
          <p:cNvPr id="402" name="Google Shape;402;g3b348a4ae2d_6_1569"/>
          <p:cNvSpPr>
            <a:spLocks/>
          </p:cNvSpPr>
          <p:nvPr/>
        </p:nvSpPr>
        <p:spPr>
          <a:xfrm>
            <a:off x="7492478" y="3599876"/>
            <a:ext cx="1560900" cy="473466"/>
          </a:xfrm>
          <a:prstGeom prst="roundRect">
            <a:avLst>
              <a:gd name="adj" fmla="val 16667"/>
            </a:avLst>
          </a:prstGeom>
          <a:solidFill>
            <a:srgbClr val="FF5F2D"/>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レビューと承認 — PoCの成功基準は野島氏と合意済み</a:t>
            </a:r>
            <a:endParaRPr kumimoji="0" lang="en-US"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sp>
        <p:nvSpPr>
          <p:cNvPr id="404" name="Google Shape;404;g3b348a4ae2d_6_1569"/>
          <p:cNvSpPr>
            <a:spLocks/>
          </p:cNvSpPr>
          <p:nvPr/>
        </p:nvSpPr>
        <p:spPr>
          <a:xfrm>
            <a:off x="10891343" y="3042884"/>
            <a:ext cx="143195" cy="229587"/>
          </a:xfrm>
          <a:prstGeom prst="flowChartDecision">
            <a:avLst/>
          </a:prstGeom>
          <a:solidFill>
            <a:schemeClr val="accent1"/>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Arial"/>
              <a:sym typeface="Arial"/>
            </a:endParaRPr>
          </a:p>
        </p:txBody>
      </p:sp>
      <p:sp>
        <p:nvSpPr>
          <p:cNvPr id="410" name="Google Shape;410;g3b348a4ae2d_6_1569"/>
          <p:cNvSpPr>
            <a:spLocks/>
          </p:cNvSpPr>
          <p:nvPr/>
        </p:nvSpPr>
        <p:spPr>
          <a:xfrm>
            <a:off x="5867139" y="4149276"/>
            <a:ext cx="1605281" cy="422399"/>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概念実証（PoC）アーキテクチャ案 — 検証ポイントを網羅するように範囲を定めた</a:t>
            </a:r>
            <a:endParaRPr kumimoji="0" lang="en-US"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grpSp>
        <p:nvGrpSpPr>
          <p:cNvPr id="418" name="Google Shape;418;g3b348a4ae2d_6_1569"/>
          <p:cNvGrpSpPr>
            <a:grpSpLocks/>
          </p:cNvGrpSpPr>
          <p:nvPr/>
        </p:nvGrpSpPr>
        <p:grpSpPr>
          <a:xfrm>
            <a:off x="1716400" y="931413"/>
            <a:ext cx="7404511" cy="303975"/>
            <a:chOff x="3765" y="-15207"/>
            <a:chExt cx="6961743" cy="285771"/>
          </a:xfrm>
        </p:grpSpPr>
        <p:sp>
          <p:nvSpPr>
            <p:cNvPr id="419" name="Google Shape;419;g3b348a4ae2d_6_1569"/>
            <p:cNvSpPr>
              <a:spLocks/>
            </p:cNvSpPr>
            <p:nvPr/>
          </p:nvSpPr>
          <p:spPr>
            <a:xfrm>
              <a:off x="3765" y="-13735"/>
              <a:ext cx="867858" cy="282038"/>
            </a:xfrm>
            <a:prstGeom prst="homePlate">
              <a:avLst>
                <a:gd name="adj" fmla="val 50000"/>
              </a:avLst>
            </a:prstGeom>
            <a:solidFill>
              <a:srgbClr val="C8CAD2"/>
            </a:solidFill>
            <a:ln w="27050" cap="flat" cmpd="sng">
              <a:solidFill>
                <a:schemeClr val="lt1"/>
              </a:solidFill>
              <a:prstDash val="solid"/>
              <a:round/>
              <a:headEnd type="none" w="sm" len="sm"/>
              <a:tailEnd type="none" w="sm" len="sm"/>
            </a:ln>
          </p:spPr>
          <p:txBody>
            <a:bodyPr spcFirstLastPara="1" wrap="square" lIns="97225" tIns="97225" rIns="97225" bIns="972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17"/>
                <a:buFont typeface="Arial"/>
                <a:buNone/>
                <a:tabLst/>
                <a:defRPr/>
              </a:pPr>
              <a:endParaRPr kumimoji="0" sz="1116"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420" name="Google Shape;420;g3b348a4ae2d_6_1569"/>
            <p:cNvSpPr txBox="1">
              <a:spLocks/>
            </p:cNvSpPr>
            <p:nvPr/>
          </p:nvSpPr>
          <p:spPr>
            <a:xfrm>
              <a:off x="80058" y="57072"/>
              <a:ext cx="627310" cy="144298"/>
            </a:xfrm>
            <a:prstGeom prst="rect">
              <a:avLst/>
            </a:prstGeom>
            <a:noFill/>
            <a:ln>
              <a:noFill/>
            </a:ln>
          </p:spPr>
          <p:txBody>
            <a:bodyPr spcFirstLastPara="1" wrap="square" lIns="39700" tIns="19825" rIns="9900" bIns="1982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718"/>
                <a:buFont typeface="Arial"/>
                <a:buNone/>
                <a:tabLst/>
                <a:defRPr/>
              </a:pPr>
              <a:r>
                <a:rPr kumimoji="0" lang="ja" sz="1017"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rPr>
                <a:t>0ヶ月目</a:t>
              </a:r>
              <a:endParaRPr kumimoji="0" sz="1815"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421" name="Google Shape;421;g3b348a4ae2d_6_1569"/>
            <p:cNvSpPr>
              <a:spLocks/>
            </p:cNvSpPr>
            <p:nvPr/>
          </p:nvSpPr>
          <p:spPr>
            <a:xfrm>
              <a:off x="788061" y="-13726"/>
              <a:ext cx="3160671" cy="284290"/>
            </a:xfrm>
            <a:prstGeom prst="chevron">
              <a:avLst>
                <a:gd name="adj" fmla="val 50000"/>
              </a:avLst>
            </a:prstGeom>
            <a:solidFill>
              <a:srgbClr val="A6A9B5"/>
            </a:solidFill>
            <a:ln w="27050" cap="flat" cmpd="sng">
              <a:solidFill>
                <a:schemeClr val="lt1"/>
              </a:solidFill>
              <a:prstDash val="solid"/>
              <a:round/>
              <a:headEnd type="none" w="sm" len="sm"/>
              <a:tailEnd type="none" w="sm" len="sm"/>
            </a:ln>
          </p:spPr>
          <p:txBody>
            <a:bodyPr spcFirstLastPara="1" wrap="square" lIns="97225" tIns="97225" rIns="97225" bIns="972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17"/>
                <a:buFont typeface="Arial"/>
                <a:buNone/>
                <a:tabLst/>
                <a:defRPr/>
              </a:pPr>
              <a:endParaRPr kumimoji="0" sz="1116"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422" name="Google Shape;422;g3b348a4ae2d_6_1569"/>
            <p:cNvSpPr txBox="1">
              <a:spLocks/>
            </p:cNvSpPr>
            <p:nvPr/>
          </p:nvSpPr>
          <p:spPr>
            <a:xfrm>
              <a:off x="1604022" y="54555"/>
              <a:ext cx="1448151" cy="152402"/>
            </a:xfrm>
            <a:prstGeom prst="rect">
              <a:avLst/>
            </a:prstGeom>
            <a:noFill/>
            <a:ln>
              <a:noFill/>
            </a:ln>
          </p:spPr>
          <p:txBody>
            <a:bodyPr spcFirstLastPara="1" wrap="square" lIns="29775" tIns="19825" rIns="9900" bIns="1982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718"/>
                <a:buFont typeface="Arial"/>
                <a:buNone/>
                <a:tabLst/>
                <a:defRPr/>
              </a:pPr>
              <a:r>
                <a:rPr kumimoji="0" lang="ja" sz="1017"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rPr>
                <a:t>1ヶ月目</a:t>
              </a:r>
              <a:endParaRPr kumimoji="0" sz="1815"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423" name="Google Shape;423;g3b348a4ae2d_6_1569"/>
            <p:cNvSpPr>
              <a:spLocks/>
            </p:cNvSpPr>
            <p:nvPr/>
          </p:nvSpPr>
          <p:spPr>
            <a:xfrm>
              <a:off x="3868135" y="-15207"/>
              <a:ext cx="3097373" cy="283510"/>
            </a:xfrm>
            <a:prstGeom prst="chevron">
              <a:avLst>
                <a:gd name="adj" fmla="val 50000"/>
              </a:avLst>
            </a:prstGeom>
            <a:solidFill>
              <a:srgbClr val="858999"/>
            </a:solidFill>
            <a:ln w="27050" cap="flat" cmpd="sng">
              <a:solidFill>
                <a:schemeClr val="lt1"/>
              </a:solidFill>
              <a:prstDash val="solid"/>
              <a:round/>
              <a:headEnd type="none" w="sm" len="sm"/>
              <a:tailEnd type="none" w="sm" len="sm"/>
            </a:ln>
          </p:spPr>
          <p:txBody>
            <a:bodyPr spcFirstLastPara="1" wrap="square" lIns="97225" tIns="97225" rIns="97225" bIns="972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17"/>
                <a:buFont typeface="Arial"/>
                <a:buNone/>
                <a:tabLst/>
                <a:defRPr/>
              </a:pPr>
              <a:endParaRPr kumimoji="0" sz="1116"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
          <p:nvSpPr>
            <p:cNvPr id="424" name="Google Shape;424;g3b348a4ae2d_6_1569"/>
            <p:cNvSpPr txBox="1">
              <a:spLocks/>
            </p:cNvSpPr>
            <p:nvPr/>
          </p:nvSpPr>
          <p:spPr>
            <a:xfrm>
              <a:off x="4848776" y="53714"/>
              <a:ext cx="1333531" cy="131589"/>
            </a:xfrm>
            <a:prstGeom prst="rect">
              <a:avLst/>
            </a:prstGeom>
            <a:noFill/>
            <a:ln>
              <a:noFill/>
            </a:ln>
          </p:spPr>
          <p:txBody>
            <a:bodyPr spcFirstLastPara="1" wrap="square" lIns="29775" tIns="19825" rIns="9900" bIns="19825"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718"/>
                <a:buFont typeface="Arial"/>
                <a:buNone/>
                <a:tabLst/>
                <a:defRPr/>
              </a:pPr>
              <a:r>
                <a:rPr kumimoji="0" lang="ja" sz="1017"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rPr>
                <a:t>2ヶ月目</a:t>
              </a:r>
              <a:endParaRPr kumimoji="0" sz="1815"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grpSp>
      <p:sp>
        <p:nvSpPr>
          <p:cNvPr id="11" name="Google Shape;395;g3b348a4ae2d_6_1569">
            <a:extLst>
              <a:ext uri="{FF2B5EF4-FFF2-40B4-BE49-F238E27FC236}">
                <a16:creationId xmlns:a16="http://schemas.microsoft.com/office/drawing/2014/main" id="{77BC4A24-17CE-01FC-6450-C5B1FFB9395C}"/>
              </a:ext>
            </a:extLst>
          </p:cNvPr>
          <p:cNvSpPr>
            <a:spLocks/>
          </p:cNvSpPr>
          <p:nvPr/>
        </p:nvSpPr>
        <p:spPr>
          <a:xfrm>
            <a:off x="4282493" y="1405760"/>
            <a:ext cx="1560900" cy="461700"/>
          </a:xfrm>
          <a:prstGeom prst="roundRect">
            <a:avLst>
              <a:gd name="adj" fmla="val 16667"/>
            </a:avLst>
          </a:prstGeom>
          <a:noFill/>
          <a:ln w="12700" cap="flat" cmpd="sng">
            <a:solidFill>
              <a:schemeClr val="accent1"/>
            </a:solidFill>
            <a:prstDash val="dash"/>
            <a:round/>
            <a:headEnd type="none" w="sm" len="sm"/>
            <a:tailEnd type="none" w="sm" len="sm"/>
          </a:ln>
        </p:spPr>
        <p:txBody>
          <a:bodyPr spcFirstLastPara="1" wrap="square" lIns="121900" tIns="60925" rIns="121900" bIns="60925"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700" b="1" i="0" u="none" strike="noStrike" kern="0" cap="none" spc="0" normalizeH="0" baseline="0" noProof="0">
              <a:ln>
                <a:noFill/>
              </a:ln>
              <a:solidFill>
                <a:srgbClr val="F37037"/>
              </a:solidFill>
              <a:effectLst/>
              <a:uLnTx/>
              <a:uFillTx/>
              <a:latin typeface="Yu Gothic" panose="020B0400000000000000" pitchFamily="34" charset="-128"/>
              <a:ea typeface="Yu Gothic" panose="020B0400000000000000" pitchFamily="34" charset="-128"/>
              <a:cs typeface="Arial"/>
              <a:sym typeface="Arial"/>
            </a:endParaRPr>
          </a:p>
        </p:txBody>
      </p:sp>
      <p:sp>
        <p:nvSpPr>
          <p:cNvPr id="12" name="Google Shape;396;g3b348a4ae2d_6_1569">
            <a:extLst>
              <a:ext uri="{FF2B5EF4-FFF2-40B4-BE49-F238E27FC236}">
                <a16:creationId xmlns:a16="http://schemas.microsoft.com/office/drawing/2014/main" id="{6524ED7D-F8F1-4B8F-7510-9B034DD2F114}"/>
              </a:ext>
            </a:extLst>
          </p:cNvPr>
          <p:cNvSpPr>
            <a:spLocks/>
          </p:cNvSpPr>
          <p:nvPr/>
        </p:nvSpPr>
        <p:spPr>
          <a:xfrm>
            <a:off x="7501383" y="1398940"/>
            <a:ext cx="1575089" cy="461700"/>
          </a:xfrm>
          <a:prstGeom prst="roundRect">
            <a:avLst>
              <a:gd name="adj" fmla="val 16667"/>
            </a:avLst>
          </a:prstGeom>
          <a:noFill/>
          <a:ln w="12700" cap="flat" cmpd="sng">
            <a:solidFill>
              <a:schemeClr val="accent4"/>
            </a:solidFill>
            <a:prstDash val="dash"/>
            <a:round/>
            <a:headEnd type="none" w="sm" len="sm"/>
            <a:tailEnd type="none" w="sm" len="sm"/>
          </a:ln>
        </p:spPr>
        <p:txBody>
          <a:bodyPr spcFirstLastPara="1" wrap="square" lIns="121900" tIns="60925" rIns="121900" bIns="60925"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700" b="0" i="0" u="none" strike="noStrike" kern="0" cap="none" spc="0" normalizeH="0" baseline="0" noProof="0">
              <a:ln>
                <a:noFill/>
              </a:ln>
              <a:solidFill>
                <a:srgbClr val="868A9B"/>
              </a:solidFill>
              <a:effectLst/>
              <a:uLnTx/>
              <a:uFillTx/>
              <a:latin typeface="Yu Gothic" panose="020B0400000000000000" pitchFamily="34" charset="-128"/>
              <a:ea typeface="Yu Gothic" panose="020B0400000000000000" pitchFamily="34" charset="-128"/>
              <a:cs typeface="Arial"/>
              <a:sym typeface="Arial"/>
            </a:endParaRPr>
          </a:p>
        </p:txBody>
      </p:sp>
      <p:sp>
        <p:nvSpPr>
          <p:cNvPr id="13" name="Google Shape;364;g3b348a4ae2d_6_1569">
            <a:extLst>
              <a:ext uri="{FF2B5EF4-FFF2-40B4-BE49-F238E27FC236}">
                <a16:creationId xmlns:a16="http://schemas.microsoft.com/office/drawing/2014/main" id="{75454AF4-164A-C6CF-627A-0008B0A54ACD}"/>
              </a:ext>
            </a:extLst>
          </p:cNvPr>
          <p:cNvSpPr>
            <a:spLocks/>
          </p:cNvSpPr>
          <p:nvPr/>
        </p:nvSpPr>
        <p:spPr>
          <a:xfrm>
            <a:off x="2654668" y="1826982"/>
            <a:ext cx="1583994" cy="373850"/>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1"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ステップ1：データとシステムの準備</a:t>
            </a:r>
            <a:endParaRPr kumimoji="0" lang="en-IN" sz="7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14" name="Google Shape;364;g3b348a4ae2d_6_1569">
            <a:extLst>
              <a:ext uri="{FF2B5EF4-FFF2-40B4-BE49-F238E27FC236}">
                <a16:creationId xmlns:a16="http://schemas.microsoft.com/office/drawing/2014/main" id="{B5EA7EE2-A8F4-9871-1A8C-3520E3063DC2}"/>
              </a:ext>
            </a:extLst>
          </p:cNvPr>
          <p:cNvSpPr>
            <a:spLocks/>
          </p:cNvSpPr>
          <p:nvPr/>
        </p:nvSpPr>
        <p:spPr>
          <a:xfrm>
            <a:off x="4270946" y="1823661"/>
            <a:ext cx="1583994" cy="373850"/>
          </a:xfrm>
          <a:prstGeom prst="roundRect">
            <a:avLst>
              <a:gd name="adj" fmla="val 16667"/>
            </a:avLst>
          </a:prstGeom>
          <a:solidFill>
            <a:schemeClr val="accent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ステップ2：ユースケースと精度設計</a:t>
            </a:r>
            <a:endParaRPr kumimoji="0" lang="en-IN" sz="7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15" name="Google Shape;364;g3b348a4ae2d_6_1569">
            <a:extLst>
              <a:ext uri="{FF2B5EF4-FFF2-40B4-BE49-F238E27FC236}">
                <a16:creationId xmlns:a16="http://schemas.microsoft.com/office/drawing/2014/main" id="{48C7DF40-F4EE-E3E7-15A1-6B50DC54916B}"/>
              </a:ext>
            </a:extLst>
          </p:cNvPr>
          <p:cNvSpPr>
            <a:spLocks/>
          </p:cNvSpPr>
          <p:nvPr/>
        </p:nvSpPr>
        <p:spPr>
          <a:xfrm>
            <a:off x="5882464" y="1825226"/>
            <a:ext cx="1583994" cy="373850"/>
          </a:xfrm>
          <a:prstGeom prst="roundRect">
            <a:avLst>
              <a:gd name="adj" fmla="val 16667"/>
            </a:avLst>
          </a:prstGeom>
          <a:solidFill>
            <a:schemeClr val="accent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ステップ3：アーキテクチャとワイヤーフレーム</a:t>
            </a:r>
            <a:endParaRPr kumimoji="0" lang="en-US"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sp>
        <p:nvSpPr>
          <p:cNvPr id="16" name="Google Shape;364;g3b348a4ae2d_6_1569">
            <a:extLst>
              <a:ext uri="{FF2B5EF4-FFF2-40B4-BE49-F238E27FC236}">
                <a16:creationId xmlns:a16="http://schemas.microsoft.com/office/drawing/2014/main" id="{95689DF2-37BE-E5CC-1CC7-3ED78629051E}"/>
              </a:ext>
            </a:extLst>
          </p:cNvPr>
          <p:cNvSpPr>
            <a:spLocks/>
          </p:cNvSpPr>
          <p:nvPr/>
        </p:nvSpPr>
        <p:spPr>
          <a:xfrm>
            <a:off x="7485259" y="1824830"/>
            <a:ext cx="1583994" cy="373850"/>
          </a:xfrm>
          <a:prstGeom prst="roundRect">
            <a:avLst>
              <a:gd name="adj" fmla="val 16667"/>
            </a:avLst>
          </a:prstGeom>
          <a:solidFill>
            <a:schemeClr val="accent1"/>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ステップ4：バックログとまとめ</a:t>
            </a:r>
            <a:endParaRPr kumimoji="0"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0" name="Google Shape;386;g3b348a4ae2d_6_1569">
            <a:extLst>
              <a:ext uri="{FF2B5EF4-FFF2-40B4-BE49-F238E27FC236}">
                <a16:creationId xmlns:a16="http://schemas.microsoft.com/office/drawing/2014/main" id="{8EFCAB07-2F7A-48AB-C52A-088D7D98EEE9}"/>
              </a:ext>
            </a:extLst>
          </p:cNvPr>
          <p:cNvSpPr>
            <a:spLocks/>
          </p:cNvSpPr>
          <p:nvPr/>
        </p:nvSpPr>
        <p:spPr>
          <a:xfrm>
            <a:off x="10893476" y="2629412"/>
            <a:ext cx="143195" cy="229587"/>
          </a:xfrm>
          <a:prstGeom prst="flowChartDecision">
            <a:avLst/>
          </a:prstGeom>
          <a:solidFill>
            <a:srgbClr val="4442E3"/>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Arial"/>
              <a:sym typeface="Arial"/>
            </a:endParaRPr>
          </a:p>
        </p:txBody>
      </p:sp>
      <p:sp>
        <p:nvSpPr>
          <p:cNvPr id="24" name="Google Shape;365;g3b348a4ae2d_6_1569">
            <a:extLst>
              <a:ext uri="{FF2B5EF4-FFF2-40B4-BE49-F238E27FC236}">
                <a16:creationId xmlns:a16="http://schemas.microsoft.com/office/drawing/2014/main" id="{EA2B5B41-87CE-7964-E6B0-F310099749BF}"/>
              </a:ext>
            </a:extLst>
          </p:cNvPr>
          <p:cNvSpPr>
            <a:spLocks/>
          </p:cNvSpPr>
          <p:nvPr/>
        </p:nvSpPr>
        <p:spPr>
          <a:xfrm>
            <a:off x="4272473" y="3686532"/>
            <a:ext cx="1583994" cy="441724"/>
          </a:xfrm>
          <a:prstGeom prst="roundRect">
            <a:avLst>
              <a:gd name="adj" fmla="val 16667"/>
            </a:avLst>
          </a:prstGeom>
          <a:solidFill>
            <a:schemeClr val="accent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POSクーポンメカニズムと非コンバージョンキャプチャ方法を確認する</a:t>
            </a:r>
            <a:endParaRPr kumimoji="0"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5" name="Google Shape;402;g3b348a4ae2d_6_1569">
            <a:extLst>
              <a:ext uri="{FF2B5EF4-FFF2-40B4-BE49-F238E27FC236}">
                <a16:creationId xmlns:a16="http://schemas.microsoft.com/office/drawing/2014/main" id="{4B71CDE1-E758-FA97-99B4-B896D6DAA8EA}"/>
              </a:ext>
            </a:extLst>
          </p:cNvPr>
          <p:cNvSpPr>
            <a:spLocks/>
          </p:cNvSpPr>
          <p:nvPr/>
        </p:nvSpPr>
        <p:spPr>
          <a:xfrm>
            <a:off x="7494141" y="2641976"/>
            <a:ext cx="1560900" cy="473466"/>
          </a:xfrm>
          <a:prstGeom prst="roundRect">
            <a:avLst>
              <a:gd name="adj" fmla="val 16667"/>
            </a:avLst>
          </a:prstGeom>
          <a:solidFill>
            <a:srgbClr val="FF5F2D"/>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PoCバックログ — ユースケースごとに合格/不合格基準を設定したテスト可能なストーリー</a:t>
            </a:r>
            <a:endParaRPr kumimoji="0" lang="en-US"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6" name="Google Shape;410;g3b348a4ae2d_6_1569">
            <a:extLst>
              <a:ext uri="{FF2B5EF4-FFF2-40B4-BE49-F238E27FC236}">
                <a16:creationId xmlns:a16="http://schemas.microsoft.com/office/drawing/2014/main" id="{502BB729-5E3C-41FA-CF27-14A927597D31}"/>
              </a:ext>
            </a:extLst>
          </p:cNvPr>
          <p:cNvSpPr>
            <a:spLocks/>
          </p:cNvSpPr>
          <p:nvPr/>
        </p:nvSpPr>
        <p:spPr>
          <a:xfrm>
            <a:off x="4260302" y="4154816"/>
            <a:ext cx="1583089" cy="422399"/>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野島MDスタッフとの設定インターフェース仕様</a:t>
            </a:r>
            <a:endParaRPr kumimoji="0" lang="en-US"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 name="Google Shape;380;g3b348a4ae2d_6_1569">
            <a:extLst>
              <a:ext uri="{FF2B5EF4-FFF2-40B4-BE49-F238E27FC236}">
                <a16:creationId xmlns:a16="http://schemas.microsoft.com/office/drawing/2014/main" id="{8B839067-CF9D-CF15-8094-E3A1630E1A71}"/>
              </a:ext>
            </a:extLst>
          </p:cNvPr>
          <p:cNvSpPr>
            <a:spLocks/>
          </p:cNvSpPr>
          <p:nvPr/>
        </p:nvSpPr>
        <p:spPr>
          <a:xfrm>
            <a:off x="1861040" y="3651828"/>
            <a:ext cx="742500" cy="421514"/>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秘密保持契約およびデータ同意書</a:t>
            </a:r>
            <a:endParaRPr kumimoji="0" sz="7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3" name="Google Shape;366;g3b348a4ae2d_6_1569">
            <a:extLst>
              <a:ext uri="{FF2B5EF4-FFF2-40B4-BE49-F238E27FC236}">
                <a16:creationId xmlns:a16="http://schemas.microsoft.com/office/drawing/2014/main" id="{57E90217-0B0E-A2BE-4292-EB2B2CF7276C}"/>
              </a:ext>
            </a:extLst>
          </p:cNvPr>
          <p:cNvSpPr>
            <a:spLocks/>
          </p:cNvSpPr>
          <p:nvPr/>
        </p:nvSpPr>
        <p:spPr>
          <a:xfrm>
            <a:off x="2661025" y="3159144"/>
            <a:ext cx="1562440" cy="441724"/>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カタログ監査 ― サンプルメーカーおよび野島製作所独自のカタログ</a:t>
            </a:r>
            <a:endParaRPr kumimoji="0" sz="7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4" name="Google Shape;366;g3b348a4ae2d_6_1569">
            <a:extLst>
              <a:ext uri="{FF2B5EF4-FFF2-40B4-BE49-F238E27FC236}">
                <a16:creationId xmlns:a16="http://schemas.microsoft.com/office/drawing/2014/main" id="{DD082F93-3898-3FDD-F0FE-C1012F4C4D37}"/>
              </a:ext>
            </a:extLst>
          </p:cNvPr>
          <p:cNvSpPr>
            <a:spLocks/>
          </p:cNvSpPr>
          <p:nvPr/>
        </p:nvSpPr>
        <p:spPr>
          <a:xfrm>
            <a:off x="2661025" y="3654385"/>
            <a:ext cx="1562440" cy="441724"/>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政府補助金、クーポンDB&amp;</a:t>
            </a:r>
          </a:p>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GPUインフラストラクチャレビュー</a:t>
            </a:r>
            <a:endParaRPr kumimoji="0" sz="7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6" name="Google Shape;366;g3b348a4ae2d_6_1569">
            <a:extLst>
              <a:ext uri="{FF2B5EF4-FFF2-40B4-BE49-F238E27FC236}">
                <a16:creationId xmlns:a16="http://schemas.microsoft.com/office/drawing/2014/main" id="{71BDB286-49BA-0F02-87DC-BD2095F30BB7}"/>
              </a:ext>
            </a:extLst>
          </p:cNvPr>
          <p:cNvSpPr>
            <a:spLocks/>
          </p:cNvSpPr>
          <p:nvPr/>
        </p:nvSpPr>
        <p:spPr>
          <a:xfrm>
            <a:off x="2661025" y="4137302"/>
            <a:ext cx="1562440" cy="441724"/>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5名の関係者へのインタビュー - 現在のアウトリーチワークフロー</a:t>
            </a:r>
            <a:endParaRPr kumimoji="0" sz="7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7" name="Google Shape;365;g3b348a4ae2d_6_1569">
            <a:extLst>
              <a:ext uri="{FF2B5EF4-FFF2-40B4-BE49-F238E27FC236}">
                <a16:creationId xmlns:a16="http://schemas.microsoft.com/office/drawing/2014/main" id="{61516BC9-4AD4-97E2-FA82-6F34513A78FB}"/>
              </a:ext>
            </a:extLst>
          </p:cNvPr>
          <p:cNvSpPr>
            <a:spLocks/>
          </p:cNvSpPr>
          <p:nvPr/>
        </p:nvSpPr>
        <p:spPr>
          <a:xfrm>
            <a:off x="5877783" y="3183183"/>
            <a:ext cx="1583994" cy="441724"/>
          </a:xfrm>
          <a:prstGeom prst="roundRect">
            <a:avLst>
              <a:gd name="adj" fmla="val 16667"/>
            </a:avLst>
          </a:prstGeom>
          <a:solidFill>
            <a:schemeClr val="accent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ユーザー体験マップ — すべてのペルソナのエンドツーエンド</a:t>
            </a:r>
            <a:endParaRPr kumimoji="0" sz="700" b="1"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2" name="Google Shape;365;g3b348a4ae2d_6_1569">
            <a:extLst>
              <a:ext uri="{FF2B5EF4-FFF2-40B4-BE49-F238E27FC236}">
                <a16:creationId xmlns:a16="http://schemas.microsoft.com/office/drawing/2014/main" id="{09A6EB96-8820-FEA0-5879-EBE69D06D397}"/>
              </a:ext>
            </a:extLst>
          </p:cNvPr>
          <p:cNvSpPr>
            <a:spLocks/>
          </p:cNvSpPr>
          <p:nvPr/>
        </p:nvSpPr>
        <p:spPr>
          <a:xfrm>
            <a:off x="5877783" y="3672814"/>
            <a:ext cx="1583994" cy="441724"/>
          </a:xfrm>
          <a:prstGeom prst="roundRect">
            <a:avLst>
              <a:gd name="adj" fmla="val 16667"/>
            </a:avLst>
          </a:prstGeom>
          <a:solidFill>
            <a:schemeClr val="accent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ワイヤーフレーム — MD UI、BYODメモ、設定インターフェース、ダッシュボード</a:t>
            </a:r>
            <a:endParaRPr kumimoji="0" sz="700" b="1" i="0" u="none" strike="noStrike" kern="0" cap="none" spc="0" normalizeH="0" baseline="0" noProof="0" dirty="0">
              <a:ln>
                <a:noFill/>
              </a:ln>
              <a:solidFill>
                <a:srgbClr val="FFFFFF"/>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3" name="Google Shape;366;g3b348a4ae2d_6_1569">
            <a:extLst>
              <a:ext uri="{FF2B5EF4-FFF2-40B4-BE49-F238E27FC236}">
                <a16:creationId xmlns:a16="http://schemas.microsoft.com/office/drawing/2014/main" id="{FD6F832E-B615-4F93-FA49-CD5BC05805D7}"/>
              </a:ext>
            </a:extLst>
          </p:cNvPr>
          <p:cNvSpPr>
            <a:spLocks/>
          </p:cNvSpPr>
          <p:nvPr/>
        </p:nvSpPr>
        <p:spPr>
          <a:xfrm>
            <a:off x="7501383" y="4145153"/>
            <a:ext cx="1562440" cy="441724"/>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ja" sz="70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野島関係者への最終諮問プレゼンテーション</a:t>
            </a:r>
            <a:endParaRPr kumimoji="0" sz="7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anrope"/>
              <a:sym typeface="Manrope"/>
            </a:endParaRPr>
          </a:p>
        </p:txBody>
      </p:sp>
      <p:sp>
        <p:nvSpPr>
          <p:cNvPr id="27" name="Text 82">
            <a:extLst>
              <a:ext uri="{FF2B5EF4-FFF2-40B4-BE49-F238E27FC236}">
                <a16:creationId xmlns:a16="http://schemas.microsoft.com/office/drawing/2014/main" id="{20CD9109-2655-0AB4-B9D5-0BBD6A995FDE}"/>
              </a:ext>
            </a:extLst>
          </p:cNvPr>
          <p:cNvSpPr/>
          <p:nvPr/>
        </p:nvSpPr>
        <p:spPr>
          <a:xfrm>
            <a:off x="11034538" y="2197511"/>
            <a:ext cx="1353312"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D2：将来のソリューション</a:t>
            </a:r>
            <a:endParaRPr kumimoji="0" lang="en-US"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建築</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 統合と総合ソリューション</a:t>
            </a:r>
            <a:endParaRPr kumimoji="0" lang="en-US"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8" name="Text 84">
            <a:extLst>
              <a:ext uri="{FF2B5EF4-FFF2-40B4-BE49-F238E27FC236}">
                <a16:creationId xmlns:a16="http://schemas.microsoft.com/office/drawing/2014/main" id="{4F1F2DD5-0A11-42B0-6FD3-F2AE6685A4E4}"/>
              </a:ext>
            </a:extLst>
          </p:cNvPr>
          <p:cNvSpPr/>
          <p:nvPr/>
        </p:nvSpPr>
        <p:spPr>
          <a:xfrm>
            <a:off x="11034538" y="2590749"/>
            <a:ext cx="1353312"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D3: PoC</a:t>
            </a:r>
            <a:endParaRPr kumimoji="0" lang="en-US"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建築</a:t>
            </a:r>
            <a:endParaRPr kumimoji="0" lang="en-US"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9" name="Text 86">
            <a:extLst>
              <a:ext uri="{FF2B5EF4-FFF2-40B4-BE49-F238E27FC236}">
                <a16:creationId xmlns:a16="http://schemas.microsoft.com/office/drawing/2014/main" id="{F96BB3B6-50F8-27C7-64EE-08F4FAD82DBD}"/>
              </a:ext>
            </a:extLst>
          </p:cNvPr>
          <p:cNvSpPr/>
          <p:nvPr/>
        </p:nvSpPr>
        <p:spPr>
          <a:xfrm>
            <a:off x="11034538" y="3016672"/>
            <a:ext cx="1353312"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dirty="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D4: PoCバックログ</a:t>
            </a:r>
            <a:endParaRPr kumimoji="0" lang="en-US" sz="8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dirty="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＆MVPバックログ</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0" name="Text 88">
            <a:extLst>
              <a:ext uri="{FF2B5EF4-FFF2-40B4-BE49-F238E27FC236}">
                <a16:creationId xmlns:a16="http://schemas.microsoft.com/office/drawing/2014/main" id="{BA8AFDBA-0503-F8D9-F751-258D2BC2DB4A}"/>
              </a:ext>
            </a:extLst>
          </p:cNvPr>
          <p:cNvSpPr/>
          <p:nvPr/>
        </p:nvSpPr>
        <p:spPr>
          <a:xfrm>
            <a:off x="11034538" y="3412082"/>
            <a:ext cx="1353312"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D5: MVP</a:t>
            </a:r>
            <a:endParaRPr kumimoji="0" lang="en-US"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やり残し</a:t>
            </a:r>
            <a:endParaRPr kumimoji="0" lang="en-US"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1" name="Google Shape;404;g3b348a4ae2d_6_1569">
            <a:extLst>
              <a:ext uri="{FF2B5EF4-FFF2-40B4-BE49-F238E27FC236}">
                <a16:creationId xmlns:a16="http://schemas.microsoft.com/office/drawing/2014/main" id="{CDAC0E57-EE03-EA6A-A177-B495B59698EA}"/>
              </a:ext>
            </a:extLst>
          </p:cNvPr>
          <p:cNvSpPr>
            <a:spLocks/>
          </p:cNvSpPr>
          <p:nvPr/>
        </p:nvSpPr>
        <p:spPr>
          <a:xfrm>
            <a:off x="10891343" y="3452737"/>
            <a:ext cx="143195" cy="229587"/>
          </a:xfrm>
          <a:prstGeom prst="flowChartDecision">
            <a:avLst/>
          </a:prstGeom>
          <a:solidFill>
            <a:schemeClr val="accent1"/>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Arial"/>
              <a:sym typeface="Arial"/>
            </a:endParaRPr>
          </a:p>
        </p:txBody>
      </p:sp>
      <p:grpSp>
        <p:nvGrpSpPr>
          <p:cNvPr id="5" name="Group 4">
            <a:extLst>
              <a:ext uri="{FF2B5EF4-FFF2-40B4-BE49-F238E27FC236}">
                <a16:creationId xmlns:a16="http://schemas.microsoft.com/office/drawing/2014/main" id="{AA027987-2A41-372C-2EF4-37D2F00FC064}"/>
              </a:ext>
            </a:extLst>
          </p:cNvPr>
          <p:cNvGrpSpPr/>
          <p:nvPr/>
        </p:nvGrpSpPr>
        <p:grpSpPr>
          <a:xfrm>
            <a:off x="10910393" y="3750973"/>
            <a:ext cx="1477457" cy="310896"/>
            <a:chOff x="9391000" y="1331365"/>
            <a:chExt cx="1477457" cy="310896"/>
          </a:xfrm>
        </p:grpSpPr>
        <p:sp>
          <p:nvSpPr>
            <p:cNvPr id="32" name="Google Shape;386;g3b348a4ae2d_6_1569">
              <a:extLst>
                <a:ext uri="{FF2B5EF4-FFF2-40B4-BE49-F238E27FC236}">
                  <a16:creationId xmlns:a16="http://schemas.microsoft.com/office/drawing/2014/main" id="{D5EFA602-1A5C-0FA3-AB5A-98ECB5045270}"/>
                </a:ext>
              </a:extLst>
            </p:cNvPr>
            <p:cNvSpPr>
              <a:spLocks/>
            </p:cNvSpPr>
            <p:nvPr/>
          </p:nvSpPr>
          <p:spPr>
            <a:xfrm>
              <a:off x="9391000" y="1372828"/>
              <a:ext cx="143195" cy="229587"/>
            </a:xfrm>
            <a:prstGeom prst="flowChartDecision">
              <a:avLst/>
            </a:prstGeom>
            <a:solidFill>
              <a:schemeClr val="accent1"/>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Arial"/>
                <a:sym typeface="Arial"/>
              </a:endParaRPr>
            </a:p>
          </p:txBody>
        </p:sp>
        <p:sp>
          <p:nvSpPr>
            <p:cNvPr id="33" name="Text 82">
              <a:extLst>
                <a:ext uri="{FF2B5EF4-FFF2-40B4-BE49-F238E27FC236}">
                  <a16:creationId xmlns:a16="http://schemas.microsoft.com/office/drawing/2014/main" id="{B753CFCF-D38C-93BE-95A1-5B444DAE07CB}"/>
                </a:ext>
              </a:extLst>
            </p:cNvPr>
            <p:cNvSpPr/>
            <p:nvPr/>
          </p:nvSpPr>
          <p:spPr>
            <a:xfrm>
              <a:off x="9515145" y="1331365"/>
              <a:ext cx="1353312"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dirty="0">
                  <a:ln>
                    <a:noFill/>
                  </a:ln>
                  <a:solidFill>
                    <a:srgbClr val="FF5F2D"/>
                  </a:solidFill>
                  <a:effectLst/>
                  <a:uLnTx/>
                  <a:uFillTx/>
                  <a:latin typeface="Yu Gothic" panose="020B0400000000000000" pitchFamily="34" charset="-128"/>
                  <a:ea typeface="Yu Gothic" panose="020B0400000000000000" pitchFamily="34" charset="-128"/>
                  <a:cs typeface="Calibri" pitchFamily="34" charset="-120"/>
                </a:rPr>
                <a:t>D6: ハイファイワイヤーフレーム</a:t>
              </a:r>
              <a:endParaRPr kumimoji="0" lang="en-US" sz="800" b="0" i="0" u="none" strike="noStrike" kern="1200" cap="none" spc="0" normalizeH="0" baseline="0" noProof="0" dirty="0">
                <a:ln>
                  <a:noFill/>
                </a:ln>
                <a:solidFill>
                  <a:srgbClr val="FF5F2D"/>
                </a:solidFill>
                <a:effectLst/>
                <a:uLnTx/>
                <a:uFillTx/>
                <a:latin typeface="Yu Gothic" panose="020B0400000000000000" pitchFamily="34" charset="-128"/>
                <a:ea typeface="Yu Gothic" panose="020B0400000000000000" pitchFamily="34" charset="-128"/>
                <a:cs typeface="+mn-cs"/>
              </a:endParaRPr>
            </a:p>
          </p:txBody>
        </p:sp>
      </p:grpSp>
      <p:grpSp>
        <p:nvGrpSpPr>
          <p:cNvPr id="18" name="Group 17">
            <a:extLst>
              <a:ext uri="{FF2B5EF4-FFF2-40B4-BE49-F238E27FC236}">
                <a16:creationId xmlns:a16="http://schemas.microsoft.com/office/drawing/2014/main" id="{622C2ADA-C574-C472-782B-3476CF05519F}"/>
              </a:ext>
            </a:extLst>
          </p:cNvPr>
          <p:cNvGrpSpPr/>
          <p:nvPr/>
        </p:nvGrpSpPr>
        <p:grpSpPr>
          <a:xfrm>
            <a:off x="10910393" y="4093362"/>
            <a:ext cx="1496507" cy="310896"/>
            <a:chOff x="9234283" y="3780399"/>
            <a:chExt cx="1496507" cy="310896"/>
          </a:xfrm>
        </p:grpSpPr>
        <p:sp>
          <p:nvSpPr>
            <p:cNvPr id="34" name="Text 88">
              <a:extLst>
                <a:ext uri="{FF2B5EF4-FFF2-40B4-BE49-F238E27FC236}">
                  <a16:creationId xmlns:a16="http://schemas.microsoft.com/office/drawing/2014/main" id="{6D527B42-C30B-0D4C-EA98-ED043B5F7B32}"/>
                </a:ext>
              </a:extLst>
            </p:cNvPr>
            <p:cNvSpPr/>
            <p:nvPr/>
          </p:nvSpPr>
          <p:spPr>
            <a:xfrm>
              <a:off x="9377478" y="3780399"/>
              <a:ext cx="1353312"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dirty="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D7：見積もりとロードマップ</a:t>
              </a:r>
              <a:endParaRPr kumimoji="0" lang="en-US" sz="8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5" name="Google Shape;404;g3b348a4ae2d_6_1569">
              <a:extLst>
                <a:ext uri="{FF2B5EF4-FFF2-40B4-BE49-F238E27FC236}">
                  <a16:creationId xmlns:a16="http://schemas.microsoft.com/office/drawing/2014/main" id="{BFD3235B-E859-C9A4-F5BC-4AB7DA6F56F7}"/>
                </a:ext>
              </a:extLst>
            </p:cNvPr>
            <p:cNvSpPr>
              <a:spLocks/>
            </p:cNvSpPr>
            <p:nvPr/>
          </p:nvSpPr>
          <p:spPr>
            <a:xfrm>
              <a:off x="9234283" y="3821054"/>
              <a:ext cx="143195" cy="229587"/>
            </a:xfrm>
            <a:prstGeom prst="flowChartDecision">
              <a:avLst/>
            </a:prstGeom>
            <a:solidFill>
              <a:schemeClr val="accent1"/>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hape 52"/>
          <p:cNvSpPr/>
          <p:nvPr/>
        </p:nvSpPr>
        <p:spPr>
          <a:xfrm>
            <a:off x="2715013" y="2201526"/>
            <a:ext cx="1876349" cy="4041648"/>
          </a:xfrm>
          <a:prstGeom prst="rect">
            <a:avLst/>
          </a:prstGeom>
          <a:solidFill>
            <a:srgbClr val="FFFFFF">
              <a:alpha val="0"/>
            </a:srgbClr>
          </a:solidFill>
          <a:ln w="10160">
            <a:solidFill>
              <a:srgbClr val="534AB7"/>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5" name="Shape 53"/>
          <p:cNvSpPr/>
          <p:nvPr/>
        </p:nvSpPr>
        <p:spPr>
          <a:xfrm>
            <a:off x="4664514" y="2201526"/>
            <a:ext cx="1876349" cy="4041648"/>
          </a:xfrm>
          <a:prstGeom prst="rect">
            <a:avLst/>
          </a:prstGeom>
          <a:solidFill>
            <a:srgbClr val="FFFFFF">
              <a:alpha val="0"/>
            </a:srgbClr>
          </a:solidFill>
          <a:ln w="10160">
            <a:solidFill>
              <a:srgbClr val="534AB7"/>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6" name="Shape 54"/>
          <p:cNvSpPr/>
          <p:nvPr/>
        </p:nvSpPr>
        <p:spPr>
          <a:xfrm>
            <a:off x="6614014" y="2201526"/>
            <a:ext cx="1876349" cy="4041648"/>
          </a:xfrm>
          <a:prstGeom prst="rect">
            <a:avLst/>
          </a:prstGeom>
          <a:solidFill>
            <a:srgbClr val="FFFFFF">
              <a:alpha val="0"/>
            </a:srgbClr>
          </a:solidFill>
          <a:ln w="10160">
            <a:solidFill>
              <a:srgbClr val="FF660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5" name="Shape 123"/>
          <p:cNvSpPr/>
          <p:nvPr/>
        </p:nvSpPr>
        <p:spPr>
          <a:xfrm>
            <a:off x="4627938" y="1726038"/>
            <a:ext cx="0" cy="4572000"/>
          </a:xfrm>
          <a:prstGeom prst="line">
            <a:avLst/>
          </a:prstGeom>
          <a:noFill/>
          <a:ln w="5080">
            <a:solidFill>
              <a:srgbClr val="D7D7D8"/>
            </a:solidFill>
            <a:prstDash val="sys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Text 5"/>
          <p:cNvSpPr/>
          <p:nvPr/>
        </p:nvSpPr>
        <p:spPr>
          <a:xfrm>
            <a:off x="256032" y="494041"/>
            <a:ext cx="822960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800" b="1" i="0" u="none" strike="noStrike" kern="1200" cap="none" spc="0" normalizeH="0" baseline="0" noProof="0">
                <a:ln>
                  <a:noFill/>
                </a:ln>
                <a:solidFill>
                  <a:srgbClr val="F37037"/>
                </a:solidFill>
                <a:effectLst/>
                <a:uLnTx/>
                <a:uFillTx/>
                <a:latin typeface="Calibri" pitchFamily="34" charset="0"/>
                <a:ea typeface="Calibri" pitchFamily="34" charset="-122"/>
                <a:cs typeface="Calibri" pitchFamily="34" charset="-120"/>
              </a:rPr>
              <a:t>取り組みのタイムライン：概念実証（PoC）フェーズ（暫定）</a:t>
            </a:r>
            <a:endParaRPr kumimoji="0" lang="en-US" sz="1800" b="0" i="0" u="none" strike="noStrike" kern="1200" cap="none" spc="0" normalizeH="0" baseline="0" noProof="0">
              <a:ln>
                <a:noFill/>
              </a:ln>
              <a:solidFill>
                <a:srgbClr val="F37037"/>
              </a:solidFill>
              <a:effectLst/>
              <a:uLnTx/>
              <a:uFillTx/>
              <a:latin typeface="Arial"/>
              <a:ea typeface="+mn-ea"/>
              <a:cs typeface="+mn-cs"/>
            </a:endParaRPr>
          </a:p>
        </p:txBody>
      </p:sp>
      <p:sp>
        <p:nvSpPr>
          <p:cNvPr id="8" name="Shape 6"/>
          <p:cNvSpPr/>
          <p:nvPr/>
        </p:nvSpPr>
        <p:spPr>
          <a:xfrm>
            <a:off x="9977298" y="337409"/>
            <a:ext cx="128016" cy="128016"/>
          </a:xfrm>
          <a:prstGeom prst="rect">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Text 7"/>
          <p:cNvSpPr/>
          <p:nvPr/>
        </p:nvSpPr>
        <p:spPr>
          <a:xfrm>
            <a:off x="9206154" y="319121"/>
            <a:ext cx="752856" cy="173736"/>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要件</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0" name="Shape 8"/>
          <p:cNvSpPr/>
          <p:nvPr/>
        </p:nvSpPr>
        <p:spPr>
          <a:xfrm>
            <a:off x="9977298" y="556865"/>
            <a:ext cx="128016" cy="128016"/>
          </a:xfrm>
          <a:prstGeom prst="rect">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Text 9"/>
          <p:cNvSpPr/>
          <p:nvPr/>
        </p:nvSpPr>
        <p:spPr>
          <a:xfrm>
            <a:off x="9206154" y="538577"/>
            <a:ext cx="752856" cy="173736"/>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テクノロジー</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2" name="Shape 10"/>
          <p:cNvSpPr/>
          <p:nvPr/>
        </p:nvSpPr>
        <p:spPr>
          <a:xfrm>
            <a:off x="9977298" y="776321"/>
            <a:ext cx="128016" cy="128016"/>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 name="Text 11"/>
          <p:cNvSpPr/>
          <p:nvPr/>
        </p:nvSpPr>
        <p:spPr>
          <a:xfrm>
            <a:off x="9206154" y="758033"/>
            <a:ext cx="752856" cy="173736"/>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エンジニアリング</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4" name="Shape 12"/>
          <p:cNvSpPr/>
          <p:nvPr/>
        </p:nvSpPr>
        <p:spPr>
          <a:xfrm>
            <a:off x="9977298" y="995777"/>
            <a:ext cx="128016" cy="128016"/>
          </a:xfrm>
          <a:prstGeom prst="rect">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 name="Text 13"/>
          <p:cNvSpPr/>
          <p:nvPr/>
        </p:nvSpPr>
        <p:spPr>
          <a:xfrm>
            <a:off x="9206154" y="977489"/>
            <a:ext cx="752856" cy="173736"/>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スプリントデモ</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6" name="Shape 14"/>
          <p:cNvSpPr/>
          <p:nvPr/>
        </p:nvSpPr>
        <p:spPr>
          <a:xfrm>
            <a:off x="6560" y="1470006"/>
            <a:ext cx="731520" cy="256032"/>
          </a:xfrm>
          <a:prstGeom prst="rect">
            <a:avLst/>
          </a:prstGeom>
          <a:solidFill>
            <a:srgbClr val="D7D7D8"/>
          </a:solidFill>
          <a:ln w="1270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Text 15"/>
          <p:cNvSpPr/>
          <p:nvPr/>
        </p:nvSpPr>
        <p:spPr>
          <a:xfrm>
            <a:off x="6560" y="1470006"/>
            <a:ext cx="731520" cy="25603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Mth 0</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sp>
        <p:nvSpPr>
          <p:cNvPr id="18" name="Shape 16"/>
          <p:cNvSpPr/>
          <p:nvPr/>
        </p:nvSpPr>
        <p:spPr>
          <a:xfrm>
            <a:off x="765510" y="1470006"/>
            <a:ext cx="3825851" cy="256032"/>
          </a:xfrm>
          <a:prstGeom prst="rect">
            <a:avLst/>
          </a:prstGeom>
          <a:solidFill>
            <a:srgbClr val="6D6E71"/>
          </a:solidFill>
          <a:ln w="12700">
            <a:solidFill>
              <a:srgbClr val="6D6E7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Text 18"/>
          <p:cNvSpPr/>
          <p:nvPr/>
        </p:nvSpPr>
        <p:spPr>
          <a:xfrm>
            <a:off x="728936" y="1470006"/>
            <a:ext cx="3734410" cy="25603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Mth 1</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sp>
        <p:nvSpPr>
          <p:cNvPr id="21" name="Shape 19"/>
          <p:cNvSpPr/>
          <p:nvPr/>
        </p:nvSpPr>
        <p:spPr>
          <a:xfrm>
            <a:off x="4627938" y="1470006"/>
            <a:ext cx="3862426" cy="256032"/>
          </a:xfrm>
          <a:prstGeom prst="rect">
            <a:avLst/>
          </a:prstGeom>
          <a:solidFill>
            <a:srgbClr val="414042"/>
          </a:solidFill>
          <a:ln w="12700">
            <a:solidFill>
              <a:srgbClr val="41404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3" name="Text 21"/>
          <p:cNvSpPr/>
          <p:nvPr/>
        </p:nvSpPr>
        <p:spPr>
          <a:xfrm>
            <a:off x="4627938" y="1470006"/>
            <a:ext cx="3734410" cy="25603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月2</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sp>
        <p:nvSpPr>
          <p:cNvPr id="24" name="Shape 22"/>
          <p:cNvSpPr/>
          <p:nvPr/>
        </p:nvSpPr>
        <p:spPr>
          <a:xfrm>
            <a:off x="8526939" y="1470006"/>
            <a:ext cx="3658501" cy="256032"/>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Text 24"/>
          <p:cNvSpPr/>
          <p:nvPr/>
        </p:nvSpPr>
        <p:spPr>
          <a:xfrm>
            <a:off x="8526939" y="1470006"/>
            <a:ext cx="1784909" cy="25603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3ヶ月目</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sp>
        <p:nvSpPr>
          <p:cNvPr id="27" name="Text 25"/>
          <p:cNvSpPr/>
          <p:nvPr/>
        </p:nvSpPr>
        <p:spPr>
          <a:xfrm>
            <a:off x="6560" y="1744326"/>
            <a:ext cx="731520" cy="25603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スプリント0</a:t>
            </a:r>
            <a:endParaRPr kumimoji="0" lang="en-US" sz="7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第1～3週</a:t>
            </a:r>
            <a:endParaRPr kumimoji="0" lang="en-US" sz="750" b="0" i="0" u="none" strike="noStrike" kern="1200" cap="none" spc="0" normalizeH="0" baseline="0" noProof="0" dirty="0">
              <a:ln>
                <a:noFill/>
              </a:ln>
              <a:solidFill>
                <a:srgbClr val="000000"/>
              </a:solidFill>
              <a:effectLst/>
              <a:uLnTx/>
              <a:uFillTx/>
              <a:latin typeface="Arial"/>
              <a:ea typeface="+mn-ea"/>
              <a:cs typeface="+mn-cs"/>
            </a:endParaRPr>
          </a:p>
        </p:txBody>
      </p:sp>
      <p:sp>
        <p:nvSpPr>
          <p:cNvPr id="28" name="Text 26"/>
          <p:cNvSpPr/>
          <p:nvPr/>
        </p:nvSpPr>
        <p:spPr>
          <a:xfrm>
            <a:off x="765512" y="1744326"/>
            <a:ext cx="1876349" cy="21945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スプリント1・</a:t>
            </a:r>
            <a:r>
              <a:rPr kumimoji="0" lang="ja" sz="700" b="0" i="0" u="none" strike="noStrike" kern="1200" cap="none" spc="0" normalizeH="0" baseline="0" noProof="0" dirty="0" err="1">
                <a:ln>
                  <a:noFill/>
                </a:ln>
                <a:solidFill>
                  <a:srgbClr val="6D6E71"/>
                </a:solidFill>
                <a:effectLst/>
                <a:uLnTx/>
                <a:uFillTx/>
                <a:latin typeface="Calibri" pitchFamily="34" charset="0"/>
                <a:ea typeface="Calibri" pitchFamily="34" charset="-122"/>
                <a:cs typeface="Calibri" pitchFamily="34" charset="-120"/>
              </a:rPr>
              <a:t>第3 </a:t>
            </a: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～4週</a:t>
            </a:r>
            <a:endParaRPr kumimoji="0" lang="en-US"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29" name="Shape 27"/>
          <p:cNvSpPr/>
          <p:nvPr/>
        </p:nvSpPr>
        <p:spPr>
          <a:xfrm>
            <a:off x="765512" y="1982070"/>
            <a:ext cx="1876349" cy="164592"/>
          </a:xfrm>
          <a:prstGeom prst="roundRect">
            <a:avLst>
              <a:gd name="adj" fmla="val 22222"/>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0" name="Text 28"/>
          <p:cNvSpPr/>
          <p:nvPr/>
        </p:nvSpPr>
        <p:spPr>
          <a:xfrm>
            <a:off x="765512" y="1982070"/>
            <a:ext cx="1876349" cy="164592"/>
          </a:xfrm>
          <a:prstGeom prst="rect">
            <a:avLst/>
          </a:prstGeom>
          <a:noFill/>
          <a:ln/>
        </p:spPr>
        <p:txBody>
          <a:bodyPr wrap="square" lIns="12700" tIns="12700" rIns="12700" bIns="127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dirty="0">
                <a:ln>
                  <a:noFill/>
                </a:ln>
                <a:solidFill>
                  <a:srgbClr val="414042"/>
                </a:solidFill>
                <a:effectLst/>
                <a:uLnTx/>
                <a:uFillTx/>
                <a:latin typeface="Calibri" pitchFamily="34" charset="0"/>
                <a:ea typeface="Calibri" pitchFamily="34" charset="-122"/>
                <a:cs typeface="Calibri" pitchFamily="34" charset="-120"/>
              </a:rPr>
              <a:t>ステップ1：カタログの取り込み</a:t>
            </a:r>
            <a:endParaRPr kumimoji="0" lang="en-US"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31" name="Text 29"/>
          <p:cNvSpPr/>
          <p:nvPr/>
        </p:nvSpPr>
        <p:spPr>
          <a:xfrm>
            <a:off x="2715013" y="1744326"/>
            <a:ext cx="1876349" cy="21945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スプリント2・</a:t>
            </a:r>
            <a:r>
              <a:rPr kumimoji="0" lang="ja" sz="700" b="0" i="0" u="none" strike="noStrike" kern="1200" cap="none" spc="0" normalizeH="0" baseline="0" noProof="0" dirty="0" err="1">
                <a:ln>
                  <a:noFill/>
                </a:ln>
                <a:solidFill>
                  <a:srgbClr val="6D6E71"/>
                </a:solidFill>
                <a:effectLst/>
                <a:uLnTx/>
                <a:uFillTx/>
                <a:latin typeface="Calibri" pitchFamily="34" charset="0"/>
                <a:ea typeface="Calibri" pitchFamily="34" charset="-122"/>
                <a:cs typeface="Calibri" pitchFamily="34" charset="-120"/>
              </a:rPr>
              <a:t>第</a:t>
            </a: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5～6週</a:t>
            </a:r>
            <a:endParaRPr kumimoji="0" lang="en-US"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32" name="Shape 30"/>
          <p:cNvSpPr/>
          <p:nvPr/>
        </p:nvSpPr>
        <p:spPr>
          <a:xfrm>
            <a:off x="2715013" y="1982070"/>
            <a:ext cx="1876349" cy="164592"/>
          </a:xfrm>
          <a:prstGeom prst="roundRect">
            <a:avLst>
              <a:gd name="adj" fmla="val 22222"/>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3" name="Text 31"/>
          <p:cNvSpPr/>
          <p:nvPr/>
        </p:nvSpPr>
        <p:spPr>
          <a:xfrm>
            <a:off x="2715013" y="1982070"/>
            <a:ext cx="1876349" cy="164592"/>
          </a:xfrm>
          <a:prstGeom prst="rect">
            <a:avLst/>
          </a:prstGeom>
          <a:noFill/>
          <a:ln/>
        </p:spPr>
        <p:txBody>
          <a:bodyPr wrap="square" lIns="12700" tIns="12700" rIns="12700" bIns="127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ステップ2：スコアリングエンジン</a:t>
            </a:r>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
        <p:nvSpPr>
          <p:cNvPr id="34" name="Text 32"/>
          <p:cNvSpPr/>
          <p:nvPr/>
        </p:nvSpPr>
        <p:spPr>
          <a:xfrm>
            <a:off x="4664514" y="1744326"/>
            <a:ext cx="1876349" cy="21945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スプリント3・</a:t>
            </a:r>
            <a:r>
              <a:rPr kumimoji="0" lang="ja" sz="700" b="0" i="0" u="none" strike="noStrike" kern="1200" cap="none" spc="0" normalizeH="0" baseline="0" noProof="0" dirty="0" err="1">
                <a:ln>
                  <a:noFill/>
                </a:ln>
                <a:solidFill>
                  <a:srgbClr val="6D6E71"/>
                </a:solidFill>
                <a:effectLst/>
                <a:uLnTx/>
                <a:uFillTx/>
                <a:latin typeface="Calibri" pitchFamily="34" charset="0"/>
                <a:ea typeface="Calibri" pitchFamily="34" charset="-122"/>
                <a:cs typeface="Calibri" pitchFamily="34" charset="-120"/>
              </a:rPr>
              <a:t>第7 </a:t>
            </a: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～8週</a:t>
            </a:r>
            <a:endParaRPr kumimoji="0" lang="en-US"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35" name="Shape 33"/>
          <p:cNvSpPr/>
          <p:nvPr/>
        </p:nvSpPr>
        <p:spPr>
          <a:xfrm>
            <a:off x="4664514" y="1982070"/>
            <a:ext cx="1876349" cy="164592"/>
          </a:xfrm>
          <a:prstGeom prst="roundRect">
            <a:avLst>
              <a:gd name="adj" fmla="val 22222"/>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6" name="Text 34"/>
          <p:cNvSpPr/>
          <p:nvPr/>
        </p:nvSpPr>
        <p:spPr>
          <a:xfrm>
            <a:off x="4664514" y="1982070"/>
            <a:ext cx="1876349" cy="164592"/>
          </a:xfrm>
          <a:prstGeom prst="rect">
            <a:avLst/>
          </a:prstGeom>
          <a:noFill/>
          <a:ln/>
        </p:spPr>
        <p:txBody>
          <a:bodyPr wrap="square" lIns="12700" tIns="12700" rIns="12700" bIns="127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ステップ3：精度ゲート</a:t>
            </a:r>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
        <p:nvSpPr>
          <p:cNvPr id="37" name="Text 35"/>
          <p:cNvSpPr/>
          <p:nvPr/>
        </p:nvSpPr>
        <p:spPr>
          <a:xfrm>
            <a:off x="6614014" y="1744326"/>
            <a:ext cx="1876349" cy="21945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スプリント4・</a:t>
            </a:r>
            <a:r>
              <a:rPr kumimoji="0" lang="ja" sz="700" b="0" i="0" u="none" strike="noStrike" kern="1200" cap="none" spc="0" normalizeH="0" baseline="0" noProof="0" dirty="0" err="1">
                <a:ln>
                  <a:noFill/>
                </a:ln>
                <a:solidFill>
                  <a:srgbClr val="6D6E71"/>
                </a:solidFill>
                <a:effectLst/>
                <a:uLnTx/>
                <a:uFillTx/>
                <a:latin typeface="Calibri" pitchFamily="34" charset="0"/>
                <a:ea typeface="Calibri" pitchFamily="34" charset="-122"/>
                <a:cs typeface="Calibri" pitchFamily="34" charset="-120"/>
              </a:rPr>
              <a:t>第</a:t>
            </a: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9～10週</a:t>
            </a:r>
            <a:endParaRPr kumimoji="0" lang="en-US"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38" name="Shape 36"/>
          <p:cNvSpPr/>
          <p:nvPr/>
        </p:nvSpPr>
        <p:spPr>
          <a:xfrm>
            <a:off x="6614014" y="1982070"/>
            <a:ext cx="1876349" cy="164592"/>
          </a:xfrm>
          <a:prstGeom prst="roundRect">
            <a:avLst>
              <a:gd name="adj" fmla="val 22222"/>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Text 37"/>
          <p:cNvSpPr/>
          <p:nvPr/>
        </p:nvSpPr>
        <p:spPr>
          <a:xfrm>
            <a:off x="6614014" y="1982070"/>
            <a:ext cx="1876349" cy="164592"/>
          </a:xfrm>
          <a:prstGeom prst="rect">
            <a:avLst/>
          </a:prstGeom>
          <a:noFill/>
          <a:ln/>
        </p:spPr>
        <p:txBody>
          <a:bodyPr wrap="square" lIns="12700" tIns="12700" rIns="12700" bIns="127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ステップ4：インターフェースの設定</a:t>
            </a:r>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
        <p:nvSpPr>
          <p:cNvPr id="40" name="Text 38"/>
          <p:cNvSpPr/>
          <p:nvPr/>
        </p:nvSpPr>
        <p:spPr>
          <a:xfrm>
            <a:off x="8563515" y="1744326"/>
            <a:ext cx="1876349" cy="21945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スプリント5・</a:t>
            </a:r>
            <a:r>
              <a:rPr kumimoji="0" lang="ja" sz="700" b="0" i="0" u="none" strike="noStrike" kern="1200" cap="none" spc="0" normalizeH="0" baseline="0" noProof="0" dirty="0" err="1">
                <a:ln>
                  <a:noFill/>
                </a:ln>
                <a:solidFill>
                  <a:srgbClr val="6D6E71"/>
                </a:solidFill>
                <a:effectLst/>
                <a:uLnTx/>
                <a:uFillTx/>
                <a:latin typeface="Calibri" pitchFamily="34" charset="0"/>
                <a:ea typeface="Calibri" pitchFamily="34" charset="-122"/>
                <a:cs typeface="Calibri" pitchFamily="34" charset="-120"/>
              </a:rPr>
              <a:t>第</a:t>
            </a: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11～12週</a:t>
            </a:r>
            <a:endParaRPr kumimoji="0" lang="en-US"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41" name="Shape 39"/>
          <p:cNvSpPr/>
          <p:nvPr/>
        </p:nvSpPr>
        <p:spPr>
          <a:xfrm>
            <a:off x="8563515" y="1982070"/>
            <a:ext cx="1876349" cy="164592"/>
          </a:xfrm>
          <a:prstGeom prst="roundRect">
            <a:avLst>
              <a:gd name="adj" fmla="val 22222"/>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2" name="Text 40"/>
          <p:cNvSpPr/>
          <p:nvPr/>
        </p:nvSpPr>
        <p:spPr>
          <a:xfrm>
            <a:off x="8563515" y="1982070"/>
            <a:ext cx="1876349" cy="164592"/>
          </a:xfrm>
          <a:prstGeom prst="rect">
            <a:avLst/>
          </a:prstGeom>
          <a:noFill/>
          <a:ln/>
        </p:spPr>
        <p:txBody>
          <a:bodyPr wrap="square" lIns="12700" tIns="12700" rIns="12700" bIns="127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ステップ5：統合とまとめ</a:t>
            </a:r>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
        <p:nvSpPr>
          <p:cNvPr id="43" name="Shape 41"/>
          <p:cNvSpPr/>
          <p:nvPr/>
        </p:nvSpPr>
        <p:spPr>
          <a:xfrm>
            <a:off x="6560" y="2256390"/>
            <a:ext cx="676656" cy="420624"/>
          </a:xfrm>
          <a:prstGeom prst="roundRect">
            <a:avLst>
              <a:gd name="adj" fmla="val 13043"/>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4" name="Text 42"/>
          <p:cNvSpPr/>
          <p:nvPr/>
        </p:nvSpPr>
        <p:spPr>
          <a:xfrm>
            <a:off x="61424" y="2256390"/>
            <a:ext cx="566928" cy="420624"/>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事前チェックリストを完了してください</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45" name="Shape 43"/>
          <p:cNvSpPr/>
          <p:nvPr/>
        </p:nvSpPr>
        <p:spPr>
          <a:xfrm>
            <a:off x="6560" y="2750166"/>
            <a:ext cx="676656" cy="420624"/>
          </a:xfrm>
          <a:prstGeom prst="roundRect">
            <a:avLst>
              <a:gd name="adj" fmla="val 13043"/>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6" name="Text 44"/>
          <p:cNvSpPr/>
          <p:nvPr/>
        </p:nvSpPr>
        <p:spPr>
          <a:xfrm>
            <a:off x="61424" y="2750166"/>
            <a:ext cx="566928" cy="420624"/>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オンボーディングとデータアクセス</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47" name="Shape 45"/>
          <p:cNvSpPr/>
          <p:nvPr/>
        </p:nvSpPr>
        <p:spPr>
          <a:xfrm>
            <a:off x="6560" y="3243942"/>
            <a:ext cx="676656" cy="420624"/>
          </a:xfrm>
          <a:prstGeom prst="roundRect">
            <a:avLst>
              <a:gd name="adj" fmla="val 13043"/>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8" name="Text 46"/>
          <p:cNvSpPr/>
          <p:nvPr/>
        </p:nvSpPr>
        <p:spPr>
          <a:xfrm>
            <a:off x="61424" y="3243942"/>
            <a:ext cx="566928" cy="420624"/>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秘密保持契約およびデータ同意書</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49" name="Shape 47"/>
          <p:cNvSpPr/>
          <p:nvPr/>
        </p:nvSpPr>
        <p:spPr>
          <a:xfrm>
            <a:off x="6560" y="3737718"/>
            <a:ext cx="676656" cy="420624"/>
          </a:xfrm>
          <a:prstGeom prst="roundRect">
            <a:avLst>
              <a:gd name="adj" fmla="val 13043"/>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0" name="Text 48"/>
          <p:cNvSpPr/>
          <p:nvPr/>
        </p:nvSpPr>
        <p:spPr>
          <a:xfrm>
            <a:off x="61424" y="3737718"/>
            <a:ext cx="566928" cy="420624"/>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GLクラウド環境のセットアップ</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51" name="Shape 49"/>
          <p:cNvSpPr/>
          <p:nvPr/>
        </p:nvSpPr>
        <p:spPr>
          <a:xfrm>
            <a:off x="6560" y="4231494"/>
            <a:ext cx="676656" cy="420624"/>
          </a:xfrm>
          <a:prstGeom prst="roundRect">
            <a:avLst>
              <a:gd name="adj" fmla="val 13043"/>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2" name="Text 50"/>
          <p:cNvSpPr/>
          <p:nvPr/>
        </p:nvSpPr>
        <p:spPr>
          <a:xfrm>
            <a:off x="61424" y="4231494"/>
            <a:ext cx="566928" cy="420624"/>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サンプルデータ</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野島からの引き継ぎ</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53" name="Shape 51"/>
          <p:cNvSpPr/>
          <p:nvPr/>
        </p:nvSpPr>
        <p:spPr>
          <a:xfrm>
            <a:off x="765512" y="2201526"/>
            <a:ext cx="1876349" cy="4041648"/>
          </a:xfrm>
          <a:prstGeom prst="rect">
            <a:avLst/>
          </a:prstGeom>
          <a:solidFill>
            <a:srgbClr val="FFFFFF">
              <a:alpha val="0"/>
            </a:srgbClr>
          </a:solidFill>
          <a:ln w="10160">
            <a:solidFill>
              <a:srgbClr val="D7D7D8"/>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Shape 55"/>
          <p:cNvSpPr/>
          <p:nvPr/>
        </p:nvSpPr>
        <p:spPr>
          <a:xfrm>
            <a:off x="8563515" y="2201526"/>
            <a:ext cx="1876349" cy="4041648"/>
          </a:xfrm>
          <a:prstGeom prst="rect">
            <a:avLst/>
          </a:prstGeom>
          <a:solidFill>
            <a:srgbClr val="FFFFFF">
              <a:alpha val="0"/>
            </a:srgbClr>
          </a:solidFill>
          <a:ln w="10160">
            <a:solidFill>
              <a:srgbClr val="FF660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Shape 56"/>
          <p:cNvSpPr/>
          <p:nvPr/>
        </p:nvSpPr>
        <p:spPr>
          <a:xfrm>
            <a:off x="783800" y="2311254"/>
            <a:ext cx="1839773" cy="402336"/>
          </a:xfrm>
          <a:prstGeom prst="roundRect">
            <a:avLst>
              <a:gd name="adj" fmla="val 13636"/>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9" name="Text 57"/>
          <p:cNvSpPr/>
          <p:nvPr/>
        </p:nvSpPr>
        <p:spPr>
          <a:xfrm>
            <a:off x="838664" y="2311254"/>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摂取メーカー</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＆野島カタログ</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60" name="Shape 58"/>
          <p:cNvSpPr/>
          <p:nvPr/>
        </p:nvSpPr>
        <p:spPr>
          <a:xfrm>
            <a:off x="783800" y="2786742"/>
            <a:ext cx="1839773" cy="402336"/>
          </a:xfrm>
          <a:prstGeom prst="roundRect">
            <a:avLst>
              <a:gd name="adj" fmla="val 13636"/>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1" name="Text 59"/>
          <p:cNvSpPr/>
          <p:nvPr/>
        </p:nvSpPr>
        <p:spPr>
          <a:xfrm>
            <a:off x="838664" y="2786742"/>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SKUと機能の抽出</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信頼度スコア</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62" name="Shape 60"/>
          <p:cNvSpPr/>
          <p:nvPr/>
        </p:nvSpPr>
        <p:spPr>
          <a:xfrm>
            <a:off x="783800" y="3262230"/>
            <a:ext cx="1839773" cy="402336"/>
          </a:xfrm>
          <a:prstGeom prst="roundRect">
            <a:avLst>
              <a:gd name="adj" fmla="val 13636"/>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3" name="Text 61"/>
          <p:cNvSpPr/>
          <p:nvPr/>
        </p:nvSpPr>
        <p:spPr>
          <a:xfrm>
            <a:off x="838664" y="3262230"/>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人間によるレビューのフラグ</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しきい値設定</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64" name="Shape 62"/>
          <p:cNvSpPr/>
          <p:nvPr/>
        </p:nvSpPr>
        <p:spPr>
          <a:xfrm>
            <a:off x="783800" y="3737718"/>
            <a:ext cx="1839773" cy="402336"/>
          </a:xfrm>
          <a:prstGeom prst="roundRect">
            <a:avLst>
              <a:gd name="adj" fmla="val 13636"/>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Text 63"/>
          <p:cNvSpPr/>
          <p:nvPr/>
        </p:nvSpPr>
        <p:spPr>
          <a:xfrm>
            <a:off x="838664" y="3737718"/>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ベクターストア構築</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意味検索テスト</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66" name="Shape 64"/>
          <p:cNvSpPr/>
          <p:nvPr/>
        </p:nvSpPr>
        <p:spPr>
          <a:xfrm>
            <a:off x="783800" y="5383638"/>
            <a:ext cx="1839773" cy="512064"/>
          </a:xfrm>
          <a:prstGeom prst="roundRect">
            <a:avLst>
              <a:gd name="adj" fmla="val 10714"/>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Text 65"/>
          <p:cNvSpPr/>
          <p:nvPr/>
        </p:nvSpPr>
        <p:spPr>
          <a:xfrm>
            <a:off x="838664" y="5383638"/>
            <a:ext cx="1730045" cy="512064"/>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デモ：カタログの取り込み</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特徴抽出</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サンプルデータ付き</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68" name="Shape 66"/>
          <p:cNvSpPr/>
          <p:nvPr/>
        </p:nvSpPr>
        <p:spPr>
          <a:xfrm>
            <a:off x="2733301" y="2311254"/>
            <a:ext cx="1839773" cy="402336"/>
          </a:xfrm>
          <a:prstGeom prst="roundRect">
            <a:avLst>
              <a:gd name="adj" fmla="val 13636"/>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9" name="Text 67"/>
          <p:cNvSpPr/>
          <p:nvPr/>
        </p:nvSpPr>
        <p:spPr>
          <a:xfrm>
            <a:off x="2788165" y="2311254"/>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代替スコア</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モデル構築</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70" name="Shape 68"/>
          <p:cNvSpPr/>
          <p:nvPr/>
        </p:nvSpPr>
        <p:spPr>
          <a:xfrm>
            <a:off x="2733301" y="2786742"/>
            <a:ext cx="1839773" cy="402336"/>
          </a:xfrm>
          <a:prstGeom prst="roundRect">
            <a:avLst>
              <a:gd name="adj" fmla="val 13636"/>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1" name="Text 69"/>
          <p:cNvSpPr/>
          <p:nvPr/>
        </p:nvSpPr>
        <p:spPr>
          <a:xfrm>
            <a:off x="2788165" y="2786742"/>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検証対</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期待される出力</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72" name="Shape 70"/>
          <p:cNvSpPr/>
          <p:nvPr/>
        </p:nvSpPr>
        <p:spPr>
          <a:xfrm>
            <a:off x="2733301" y="3262230"/>
            <a:ext cx="1839773" cy="402336"/>
          </a:xfrm>
          <a:prstGeom prst="roundRect">
            <a:avLst>
              <a:gd name="adj" fmla="val 13636"/>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3" name="Text 71"/>
          <p:cNvSpPr/>
          <p:nvPr/>
        </p:nvSpPr>
        <p:spPr>
          <a:xfrm>
            <a:off x="2788165" y="3262230"/>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ランキング形式の顧客リスト</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出力生成</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74" name="Shape 72"/>
          <p:cNvSpPr/>
          <p:nvPr/>
        </p:nvSpPr>
        <p:spPr>
          <a:xfrm>
            <a:off x="2733301" y="3737718"/>
            <a:ext cx="1839773" cy="402336"/>
          </a:xfrm>
          <a:prstGeom prst="roundRect">
            <a:avLst>
              <a:gd name="adj" fmla="val 13636"/>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5" name="Text 73"/>
          <p:cNvSpPr/>
          <p:nvPr/>
        </p:nvSpPr>
        <p:spPr>
          <a:xfrm>
            <a:off x="2788165" y="3737718"/>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後継製品</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マッチングロジック</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76" name="Shape 74"/>
          <p:cNvSpPr/>
          <p:nvPr/>
        </p:nvSpPr>
        <p:spPr>
          <a:xfrm>
            <a:off x="2733301" y="5383638"/>
            <a:ext cx="1839773" cy="512064"/>
          </a:xfrm>
          <a:prstGeom prst="roundRect">
            <a:avLst>
              <a:gd name="adj" fmla="val 10714"/>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7" name="Text 75"/>
          <p:cNvSpPr/>
          <p:nvPr/>
        </p:nvSpPr>
        <p:spPr>
          <a:xfrm>
            <a:off x="2788165" y="5383638"/>
            <a:ext cx="1730045" cy="512064"/>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デモ:買い替えスコア</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ランク付けされた出力対</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匿名化された記録</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80" name="Shape 78"/>
          <p:cNvSpPr/>
          <p:nvPr/>
        </p:nvSpPr>
        <p:spPr>
          <a:xfrm>
            <a:off x="4682802" y="2311254"/>
            <a:ext cx="1839773" cy="402336"/>
          </a:xfrm>
          <a:prstGeom prst="roundRect">
            <a:avLst>
              <a:gd name="adj" fmla="val 13636"/>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1" name="Text 79"/>
          <p:cNvSpPr/>
          <p:nvPr/>
        </p:nvSpPr>
        <p:spPr>
          <a:xfrm>
            <a:off x="4737666" y="2311254"/>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レイヤー1：SQLの購入</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検証</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82" name="Shape 80"/>
          <p:cNvSpPr/>
          <p:nvPr/>
        </p:nvSpPr>
        <p:spPr>
          <a:xfrm>
            <a:off x="4682802" y="2786742"/>
            <a:ext cx="1839773" cy="402336"/>
          </a:xfrm>
          <a:prstGeom prst="roundRect">
            <a:avLst>
              <a:gd name="adj" fmla="val 13636"/>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3" name="Text 81"/>
          <p:cNvSpPr/>
          <p:nvPr/>
        </p:nvSpPr>
        <p:spPr>
          <a:xfrm>
            <a:off x="4737666" y="2786742"/>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レイヤー2：後継者</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所有権確認</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84" name="Shape 82"/>
          <p:cNvSpPr/>
          <p:nvPr/>
        </p:nvSpPr>
        <p:spPr>
          <a:xfrm>
            <a:off x="4682802" y="3262230"/>
            <a:ext cx="1839773" cy="402336"/>
          </a:xfrm>
          <a:prstGeom prst="roundRect">
            <a:avLst>
              <a:gd name="adj" fmla="val 13636"/>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Text 83"/>
          <p:cNvSpPr/>
          <p:nvPr/>
        </p:nvSpPr>
        <p:spPr>
          <a:xfrm>
            <a:off x="4737666" y="3262230"/>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レイヤー3：関連付ける</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レビューUI</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86" name="Shape 84"/>
          <p:cNvSpPr/>
          <p:nvPr/>
        </p:nvSpPr>
        <p:spPr>
          <a:xfrm>
            <a:off x="4682802" y="3737718"/>
            <a:ext cx="1839773" cy="402336"/>
          </a:xfrm>
          <a:prstGeom prst="roundRect">
            <a:avLst>
              <a:gd name="adj" fmla="val 13636"/>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7" name="Text 85"/>
          <p:cNvSpPr/>
          <p:nvPr/>
        </p:nvSpPr>
        <p:spPr>
          <a:xfrm>
            <a:off x="4737666" y="3737718"/>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偽陽性検査</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しきい値調整</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88" name="Shape 86"/>
          <p:cNvSpPr/>
          <p:nvPr/>
        </p:nvSpPr>
        <p:spPr>
          <a:xfrm>
            <a:off x="4682802" y="5383638"/>
            <a:ext cx="1839773" cy="512064"/>
          </a:xfrm>
          <a:prstGeom prst="roundRect">
            <a:avLst>
              <a:gd name="adj" fmla="val 10714"/>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9" name="Text 87"/>
          <p:cNvSpPr/>
          <p:nvPr/>
        </p:nvSpPr>
        <p:spPr>
          <a:xfrm>
            <a:off x="4737666" y="5383638"/>
            <a:ext cx="1730045" cy="512064"/>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デモ：精度ゲート</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偽陽性ゼロ</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テストデータセット上で</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92" name="Shape 90"/>
          <p:cNvSpPr/>
          <p:nvPr/>
        </p:nvSpPr>
        <p:spPr>
          <a:xfrm>
            <a:off x="6632302" y="2311254"/>
            <a:ext cx="1839773" cy="402336"/>
          </a:xfrm>
          <a:prstGeom prst="roundRect">
            <a:avLst>
              <a:gd name="adj" fmla="val 13636"/>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3" name="Text 91"/>
          <p:cNvSpPr/>
          <p:nvPr/>
        </p:nvSpPr>
        <p:spPr>
          <a:xfrm>
            <a:off x="6687166" y="2311254"/>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ノーコード設定インターフェース</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ビルド（日本語UI）</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94" name="Shape 92"/>
          <p:cNvSpPr/>
          <p:nvPr/>
        </p:nvSpPr>
        <p:spPr>
          <a:xfrm>
            <a:off x="6632302" y="2786742"/>
            <a:ext cx="1839773" cy="402336"/>
          </a:xfrm>
          <a:prstGeom prst="roundRect">
            <a:avLst>
              <a:gd name="adj" fmla="val 13636"/>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5" name="Text 93"/>
          <p:cNvSpPr/>
          <p:nvPr/>
        </p:nvSpPr>
        <p:spPr>
          <a:xfrm>
            <a:off x="6687166" y="2786742"/>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しきい値とルール</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調整ワークフロー</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96" name="Shape 94"/>
          <p:cNvSpPr/>
          <p:nvPr/>
        </p:nvSpPr>
        <p:spPr>
          <a:xfrm>
            <a:off x="6632302" y="3262230"/>
            <a:ext cx="1839773" cy="402336"/>
          </a:xfrm>
          <a:prstGeom prst="roundRect">
            <a:avLst>
              <a:gd name="adj" fmla="val 13636"/>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7" name="Text 95"/>
          <p:cNvSpPr/>
          <p:nvPr/>
        </p:nvSpPr>
        <p:spPr>
          <a:xfrm>
            <a:off x="6687166" y="3262230"/>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野島MDスタッフ</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ユーザビリティテスト</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98" name="Shape 96"/>
          <p:cNvSpPr/>
          <p:nvPr/>
        </p:nvSpPr>
        <p:spPr>
          <a:xfrm>
            <a:off x="6632302" y="3737718"/>
            <a:ext cx="1839773" cy="402336"/>
          </a:xfrm>
          <a:prstGeom prst="roundRect">
            <a:avLst>
              <a:gd name="adj" fmla="val 13636"/>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Text 97"/>
          <p:cNvSpPr/>
          <p:nvPr/>
        </p:nvSpPr>
        <p:spPr>
          <a:xfrm>
            <a:off x="6687166" y="3737718"/>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日本語</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検証と修正</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00" name="Shape 98"/>
          <p:cNvSpPr/>
          <p:nvPr/>
        </p:nvSpPr>
        <p:spPr>
          <a:xfrm>
            <a:off x="6632302" y="5383638"/>
            <a:ext cx="1839773" cy="512064"/>
          </a:xfrm>
          <a:prstGeom prst="roundRect">
            <a:avLst>
              <a:gd name="adj" fmla="val 10714"/>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1" name="Text 99"/>
          <p:cNvSpPr/>
          <p:nvPr/>
        </p:nvSpPr>
        <p:spPr>
          <a:xfrm>
            <a:off x="6687166" y="5383638"/>
            <a:ext cx="1730045" cy="512064"/>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デモ：MDスタッフが調整します</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ルールは日本語で</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GLサポートは不要</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04" name="Shape 102"/>
          <p:cNvSpPr/>
          <p:nvPr/>
        </p:nvSpPr>
        <p:spPr>
          <a:xfrm>
            <a:off x="8581803" y="2311254"/>
            <a:ext cx="1839773" cy="402336"/>
          </a:xfrm>
          <a:prstGeom prst="roundRect">
            <a:avLst>
              <a:gd name="adj" fmla="val 13636"/>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5" name="Text 103"/>
          <p:cNvSpPr/>
          <p:nvPr/>
        </p:nvSpPr>
        <p:spPr>
          <a:xfrm>
            <a:off x="8636667" y="2311254"/>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エンドツーエンドのパイプライン</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統合テスト</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06" name="Shape 104"/>
          <p:cNvSpPr/>
          <p:nvPr/>
        </p:nvSpPr>
        <p:spPr>
          <a:xfrm>
            <a:off x="8581803" y="2786742"/>
            <a:ext cx="1839773" cy="402336"/>
          </a:xfrm>
          <a:prstGeom prst="roundRect">
            <a:avLst>
              <a:gd name="adj" fmla="val 13636"/>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7" name="Text 105"/>
          <p:cNvSpPr/>
          <p:nvPr/>
        </p:nvSpPr>
        <p:spPr>
          <a:xfrm>
            <a:off x="8636667" y="2786742"/>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フルラン</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ノジマのリアルデータ</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08" name="Shape 106"/>
          <p:cNvSpPr/>
          <p:nvPr/>
        </p:nvSpPr>
        <p:spPr>
          <a:xfrm>
            <a:off x="8581803" y="3262230"/>
            <a:ext cx="1839773" cy="402336"/>
          </a:xfrm>
          <a:prstGeom prst="roundRect">
            <a:avLst>
              <a:gd name="adj" fmla="val 13636"/>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9" name="Text 107"/>
          <p:cNvSpPr/>
          <p:nvPr/>
        </p:nvSpPr>
        <p:spPr>
          <a:xfrm>
            <a:off x="8636667" y="3262230"/>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PoC調査結果報告</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学んだ教訓</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10" name="Shape 108"/>
          <p:cNvSpPr/>
          <p:nvPr/>
        </p:nvSpPr>
        <p:spPr>
          <a:xfrm>
            <a:off x="8581803" y="3737718"/>
            <a:ext cx="1839773" cy="402336"/>
          </a:xfrm>
          <a:prstGeom prst="roundRect">
            <a:avLst>
              <a:gd name="adj" fmla="val 13636"/>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1" name="Text 109"/>
          <p:cNvSpPr/>
          <p:nvPr/>
        </p:nvSpPr>
        <p:spPr>
          <a:xfrm>
            <a:off x="8636667" y="3737718"/>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プレゼンテーションの実施可否</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野島へ</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12" name="Shape 110"/>
          <p:cNvSpPr/>
          <p:nvPr/>
        </p:nvSpPr>
        <p:spPr>
          <a:xfrm>
            <a:off x="8581803" y="5383638"/>
            <a:ext cx="1839773" cy="512064"/>
          </a:xfrm>
          <a:prstGeom prst="roundRect">
            <a:avLst>
              <a:gd name="adj" fmla="val 10714"/>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3" name="Text 111"/>
          <p:cNvSpPr/>
          <p:nvPr/>
        </p:nvSpPr>
        <p:spPr>
          <a:xfrm>
            <a:off x="8636667" y="5383638"/>
            <a:ext cx="1730045" cy="512064"/>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デモ：フルパイプライン</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エンドツーエンド +</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実行／中止の決定</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14" name="Shape 112"/>
          <p:cNvSpPr/>
          <p:nvPr/>
        </p:nvSpPr>
        <p:spPr>
          <a:xfrm rot="2700000">
            <a:off x="10375856" y="4377798"/>
            <a:ext cx="128016" cy="128016"/>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5" name="Text 113"/>
          <p:cNvSpPr/>
          <p:nvPr/>
        </p:nvSpPr>
        <p:spPr>
          <a:xfrm>
            <a:off x="10390169" y="4400592"/>
            <a:ext cx="402336"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FF6600"/>
                </a:solidFill>
                <a:effectLst/>
                <a:uLnTx/>
                <a:uFillTx/>
                <a:latin typeface="Calibri" pitchFamily="34" charset="0"/>
                <a:ea typeface="Calibri" pitchFamily="34" charset="-122"/>
                <a:cs typeface="Calibri" pitchFamily="34" charset="-120"/>
              </a:rPr>
              <a:t>D4</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grpSp>
        <p:nvGrpSpPr>
          <p:cNvPr id="134" name="Group 133">
            <a:extLst>
              <a:ext uri="{FF2B5EF4-FFF2-40B4-BE49-F238E27FC236}">
                <a16:creationId xmlns:a16="http://schemas.microsoft.com/office/drawing/2014/main" id="{ADB9C835-0248-CBA3-6051-D0D3AEF09327}"/>
              </a:ext>
            </a:extLst>
          </p:cNvPr>
          <p:cNvGrpSpPr/>
          <p:nvPr/>
        </p:nvGrpSpPr>
        <p:grpSpPr>
          <a:xfrm>
            <a:off x="7521564" y="-14043"/>
            <a:ext cx="1371600" cy="347472"/>
            <a:chOff x="10966704" y="1307592"/>
            <a:chExt cx="1371600" cy="347472"/>
          </a:xfrm>
        </p:grpSpPr>
        <p:sp>
          <p:nvSpPr>
            <p:cNvPr id="116" name="Shape 114"/>
            <p:cNvSpPr/>
            <p:nvPr/>
          </p:nvSpPr>
          <p:spPr>
            <a:xfrm rot="2700000">
              <a:off x="10966704" y="1380744"/>
              <a:ext cx="128016" cy="128016"/>
            </a:xfrm>
            <a:prstGeom prst="rect">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7" name="Text 115"/>
            <p:cNvSpPr/>
            <p:nvPr/>
          </p:nvSpPr>
          <p:spPr>
            <a:xfrm>
              <a:off x="11149584" y="1307592"/>
              <a:ext cx="1188720"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534AB7"/>
                  </a:solidFill>
                  <a:effectLst/>
                  <a:uLnTx/>
                  <a:uFillTx/>
                  <a:latin typeface="Calibri" pitchFamily="34" charset="0"/>
                  <a:ea typeface="Calibri" pitchFamily="34" charset="-122"/>
                  <a:cs typeface="Calibri" pitchFamily="34" charset="-120"/>
                </a:rPr>
                <a:t>D1: スコアリングエンジン</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534AB7"/>
                  </a:solidFill>
                  <a:effectLst/>
                  <a:uLnTx/>
                  <a:uFillTx/>
                  <a:latin typeface="Calibri" pitchFamily="34" charset="0"/>
                  <a:ea typeface="Calibri" pitchFamily="34" charset="-122"/>
                  <a:cs typeface="Calibri" pitchFamily="34" charset="-120"/>
                </a:rPr>
                <a:t>摂取量報告</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35" name="Group 134">
            <a:extLst>
              <a:ext uri="{FF2B5EF4-FFF2-40B4-BE49-F238E27FC236}">
                <a16:creationId xmlns:a16="http://schemas.microsoft.com/office/drawing/2014/main" id="{6C1A483D-BA25-7AAC-D064-E6538835F356}"/>
              </a:ext>
            </a:extLst>
          </p:cNvPr>
          <p:cNvGrpSpPr/>
          <p:nvPr/>
        </p:nvGrpSpPr>
        <p:grpSpPr>
          <a:xfrm>
            <a:off x="7528190" y="342573"/>
            <a:ext cx="1371600" cy="347472"/>
            <a:chOff x="10966704" y="2057400"/>
            <a:chExt cx="1371600" cy="347472"/>
          </a:xfrm>
        </p:grpSpPr>
        <p:sp>
          <p:nvSpPr>
            <p:cNvPr id="118" name="Shape 116"/>
            <p:cNvSpPr/>
            <p:nvPr/>
          </p:nvSpPr>
          <p:spPr>
            <a:xfrm rot="2700000">
              <a:off x="10966704" y="2130552"/>
              <a:ext cx="128016" cy="128016"/>
            </a:xfrm>
            <a:prstGeom prst="rect">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9" name="Text 117"/>
            <p:cNvSpPr/>
            <p:nvPr/>
          </p:nvSpPr>
          <p:spPr>
            <a:xfrm>
              <a:off x="11149584" y="2057400"/>
              <a:ext cx="1188720"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534AB7"/>
                  </a:solidFill>
                  <a:effectLst/>
                  <a:uLnTx/>
                  <a:uFillTx/>
                  <a:latin typeface="Calibri" pitchFamily="34" charset="0"/>
                  <a:ea typeface="Calibri" pitchFamily="34" charset="-122"/>
                  <a:cs typeface="Calibri" pitchFamily="34" charset="-120"/>
                </a:rPr>
                <a:t>D2：精度</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534AB7"/>
                  </a:solidFill>
                  <a:effectLst/>
                  <a:uLnTx/>
                  <a:uFillTx/>
                  <a:latin typeface="Calibri" pitchFamily="34" charset="0"/>
                  <a:ea typeface="Calibri" pitchFamily="34" charset="-122"/>
                  <a:cs typeface="Calibri" pitchFamily="34" charset="-120"/>
                </a:rPr>
                <a:t>検証レポート</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36" name="Group 135">
            <a:extLst>
              <a:ext uri="{FF2B5EF4-FFF2-40B4-BE49-F238E27FC236}">
                <a16:creationId xmlns:a16="http://schemas.microsoft.com/office/drawing/2014/main" id="{279E0860-3F9E-CAD3-99CB-E43A073BA766}"/>
              </a:ext>
            </a:extLst>
          </p:cNvPr>
          <p:cNvGrpSpPr/>
          <p:nvPr/>
        </p:nvGrpSpPr>
        <p:grpSpPr>
          <a:xfrm>
            <a:off x="7541443" y="680901"/>
            <a:ext cx="1371600" cy="347472"/>
            <a:chOff x="10966704" y="2807208"/>
            <a:chExt cx="1371600" cy="347472"/>
          </a:xfrm>
        </p:grpSpPr>
        <p:sp>
          <p:nvSpPr>
            <p:cNvPr id="120" name="Shape 118"/>
            <p:cNvSpPr/>
            <p:nvPr/>
          </p:nvSpPr>
          <p:spPr>
            <a:xfrm rot="2700000">
              <a:off x="10966704" y="2880360"/>
              <a:ext cx="128016" cy="128016"/>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1" name="Text 119"/>
            <p:cNvSpPr/>
            <p:nvPr/>
          </p:nvSpPr>
          <p:spPr>
            <a:xfrm>
              <a:off x="11149584" y="2807208"/>
              <a:ext cx="1188720"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FF6600"/>
                  </a:solidFill>
                  <a:effectLst/>
                  <a:uLnTx/>
                  <a:uFillTx/>
                  <a:latin typeface="Calibri" pitchFamily="34" charset="0"/>
                  <a:ea typeface="Calibri" pitchFamily="34" charset="-122"/>
                  <a:cs typeface="Calibri" pitchFamily="34" charset="-120"/>
                </a:rPr>
                <a:t>D3: 設定インターフェース</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FF6600"/>
                  </a:solidFill>
                  <a:effectLst/>
                  <a:uLnTx/>
                  <a:uFillTx/>
                  <a:latin typeface="Calibri" pitchFamily="34" charset="0"/>
                  <a:ea typeface="Calibri" pitchFamily="34" charset="-122"/>
                  <a:cs typeface="Calibri" pitchFamily="34" charset="-120"/>
                </a:rPr>
                <a:t>プロトタイプ</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37" name="Group 136">
            <a:extLst>
              <a:ext uri="{FF2B5EF4-FFF2-40B4-BE49-F238E27FC236}">
                <a16:creationId xmlns:a16="http://schemas.microsoft.com/office/drawing/2014/main" id="{E43FD4C7-C9CF-F752-F45A-3209C1012C89}"/>
              </a:ext>
            </a:extLst>
          </p:cNvPr>
          <p:cNvGrpSpPr/>
          <p:nvPr/>
        </p:nvGrpSpPr>
        <p:grpSpPr>
          <a:xfrm>
            <a:off x="7548069" y="1064949"/>
            <a:ext cx="1371600" cy="347472"/>
            <a:chOff x="10966704" y="3557016"/>
            <a:chExt cx="1371600" cy="347472"/>
          </a:xfrm>
        </p:grpSpPr>
        <p:sp>
          <p:nvSpPr>
            <p:cNvPr id="122" name="Shape 120"/>
            <p:cNvSpPr/>
            <p:nvPr/>
          </p:nvSpPr>
          <p:spPr>
            <a:xfrm rot="2700000">
              <a:off x="10966704" y="3630168"/>
              <a:ext cx="128016" cy="128016"/>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3" name="Text 121"/>
            <p:cNvSpPr/>
            <p:nvPr/>
          </p:nvSpPr>
          <p:spPr>
            <a:xfrm>
              <a:off x="11149584" y="3557016"/>
              <a:ext cx="1188720"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FF6600"/>
                  </a:solidFill>
                  <a:effectLst/>
                  <a:uLnTx/>
                  <a:uFillTx/>
                  <a:latin typeface="Calibri" pitchFamily="34" charset="0"/>
                  <a:ea typeface="Calibri" pitchFamily="34" charset="-122"/>
                  <a:cs typeface="Calibri" pitchFamily="34" charset="-120"/>
                </a:rPr>
                <a:t>D4: PoCの調査結果と</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FF6600"/>
                  </a:solidFill>
                  <a:effectLst/>
                  <a:uLnTx/>
                  <a:uFillTx/>
                  <a:latin typeface="Calibri" pitchFamily="34" charset="0"/>
                  <a:ea typeface="Calibri" pitchFamily="34" charset="-122"/>
                  <a:cs typeface="Calibri" pitchFamily="34" charset="-120"/>
                </a:rPr>
                <a:t>実行可否の推奨</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grpSp>
      <p:sp>
        <p:nvSpPr>
          <p:cNvPr id="124" name="Shape 122"/>
          <p:cNvSpPr/>
          <p:nvPr/>
        </p:nvSpPr>
        <p:spPr>
          <a:xfrm>
            <a:off x="2678437" y="1726038"/>
            <a:ext cx="0" cy="4572000"/>
          </a:xfrm>
          <a:prstGeom prst="line">
            <a:avLst/>
          </a:prstGeom>
          <a:noFill/>
          <a:ln w="5080">
            <a:solidFill>
              <a:srgbClr val="D7D7D8"/>
            </a:solidFill>
            <a:prstDash val="sys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6" name="Shape 124"/>
          <p:cNvSpPr/>
          <p:nvPr/>
        </p:nvSpPr>
        <p:spPr>
          <a:xfrm>
            <a:off x="6577438" y="1726038"/>
            <a:ext cx="0" cy="4572000"/>
          </a:xfrm>
          <a:prstGeom prst="line">
            <a:avLst/>
          </a:prstGeom>
          <a:noFill/>
          <a:ln w="5080">
            <a:solidFill>
              <a:srgbClr val="D7D7D8"/>
            </a:solidFill>
            <a:prstDash val="sys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7" name="Shape 125"/>
          <p:cNvSpPr/>
          <p:nvPr/>
        </p:nvSpPr>
        <p:spPr>
          <a:xfrm>
            <a:off x="8526939" y="1726038"/>
            <a:ext cx="0" cy="4572000"/>
          </a:xfrm>
          <a:prstGeom prst="line">
            <a:avLst/>
          </a:prstGeom>
          <a:noFill/>
          <a:ln w="5080">
            <a:solidFill>
              <a:srgbClr val="D7D7D8"/>
            </a:solidFill>
            <a:prstDash val="sys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30" name="Group 129">
            <a:extLst>
              <a:ext uri="{FF2B5EF4-FFF2-40B4-BE49-F238E27FC236}">
                <a16:creationId xmlns:a16="http://schemas.microsoft.com/office/drawing/2014/main" id="{464934F1-5EF7-A6A2-7EC5-633B45BC3150}"/>
              </a:ext>
            </a:extLst>
          </p:cNvPr>
          <p:cNvGrpSpPr/>
          <p:nvPr/>
        </p:nvGrpSpPr>
        <p:grpSpPr>
          <a:xfrm>
            <a:off x="8444643" y="4396086"/>
            <a:ext cx="449116" cy="175724"/>
            <a:chOff x="8648395" y="3895344"/>
            <a:chExt cx="449116" cy="175724"/>
          </a:xfrm>
        </p:grpSpPr>
        <p:sp>
          <p:nvSpPr>
            <p:cNvPr id="102" name="Shape 100"/>
            <p:cNvSpPr/>
            <p:nvPr/>
          </p:nvSpPr>
          <p:spPr>
            <a:xfrm rot="2700000">
              <a:off x="8648395" y="3895344"/>
              <a:ext cx="128016" cy="128016"/>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3" name="Text 101"/>
            <p:cNvSpPr/>
            <p:nvPr/>
          </p:nvSpPr>
          <p:spPr>
            <a:xfrm>
              <a:off x="8695175" y="3906476"/>
              <a:ext cx="402336"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FF6600"/>
                  </a:solidFill>
                  <a:effectLst/>
                  <a:uLnTx/>
                  <a:uFillTx/>
                  <a:latin typeface="Calibri" pitchFamily="34" charset="0"/>
                  <a:ea typeface="Calibri" pitchFamily="34" charset="-122"/>
                  <a:cs typeface="Calibri" pitchFamily="34" charset="-120"/>
                </a:rPr>
                <a:t>D3</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31" name="Group 130">
            <a:extLst>
              <a:ext uri="{FF2B5EF4-FFF2-40B4-BE49-F238E27FC236}">
                <a16:creationId xmlns:a16="http://schemas.microsoft.com/office/drawing/2014/main" id="{9214EAFF-3246-4C0D-E10A-0C62CDBCF793}"/>
              </a:ext>
            </a:extLst>
          </p:cNvPr>
          <p:cNvGrpSpPr/>
          <p:nvPr/>
        </p:nvGrpSpPr>
        <p:grpSpPr>
          <a:xfrm>
            <a:off x="6504287" y="4396086"/>
            <a:ext cx="457200" cy="182350"/>
            <a:chOff x="6698894" y="3895344"/>
            <a:chExt cx="457200" cy="182350"/>
          </a:xfrm>
        </p:grpSpPr>
        <p:sp>
          <p:nvSpPr>
            <p:cNvPr id="91" name="Text 89"/>
            <p:cNvSpPr/>
            <p:nvPr/>
          </p:nvSpPr>
          <p:spPr>
            <a:xfrm>
              <a:off x="6753758" y="3913102"/>
              <a:ext cx="402336"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534AB7"/>
                  </a:solidFill>
                  <a:effectLst/>
                  <a:uLnTx/>
                  <a:uFillTx/>
                  <a:latin typeface="Calibri" pitchFamily="34" charset="0"/>
                  <a:ea typeface="Calibri" pitchFamily="34" charset="-122"/>
                  <a:cs typeface="Calibri" pitchFamily="34" charset="-120"/>
                </a:rPr>
                <a:t>D2</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90" name="Shape 88"/>
            <p:cNvSpPr/>
            <p:nvPr/>
          </p:nvSpPr>
          <p:spPr>
            <a:xfrm rot="2700000">
              <a:off x="6698894" y="3895344"/>
              <a:ext cx="128016" cy="128016"/>
            </a:xfrm>
            <a:prstGeom prst="rect">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32" name="Group 131">
            <a:extLst>
              <a:ext uri="{FF2B5EF4-FFF2-40B4-BE49-F238E27FC236}">
                <a16:creationId xmlns:a16="http://schemas.microsoft.com/office/drawing/2014/main" id="{8E18830C-5C17-BE17-D8CE-471BBEC5A89E}"/>
              </a:ext>
            </a:extLst>
          </p:cNvPr>
          <p:cNvGrpSpPr/>
          <p:nvPr/>
        </p:nvGrpSpPr>
        <p:grpSpPr>
          <a:xfrm>
            <a:off x="4565662" y="4396086"/>
            <a:ext cx="431959" cy="164592"/>
            <a:chOff x="4693611" y="3917793"/>
            <a:chExt cx="431959" cy="164592"/>
          </a:xfrm>
        </p:grpSpPr>
        <p:sp>
          <p:nvSpPr>
            <p:cNvPr id="78" name="Shape 76"/>
            <p:cNvSpPr/>
            <p:nvPr/>
          </p:nvSpPr>
          <p:spPr>
            <a:xfrm rot="2700000">
              <a:off x="4693611" y="3920744"/>
              <a:ext cx="128016" cy="128016"/>
            </a:xfrm>
            <a:prstGeom prst="rect">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9" name="Text 77"/>
            <p:cNvSpPr/>
            <p:nvPr/>
          </p:nvSpPr>
          <p:spPr>
            <a:xfrm>
              <a:off x="4723234" y="3917793"/>
              <a:ext cx="402336"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534AB7"/>
                  </a:solidFill>
                  <a:effectLst/>
                  <a:uLnTx/>
                  <a:uFillTx/>
                  <a:latin typeface="Calibri" pitchFamily="34" charset="0"/>
                  <a:ea typeface="Calibri" pitchFamily="34" charset="-122"/>
                  <a:cs typeface="Calibri" pitchFamily="34" charset="-120"/>
                </a:rPr>
                <a:t>D1</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grpSp>
      <p:sp>
        <p:nvSpPr>
          <p:cNvPr id="141" name="Text 38">
            <a:extLst>
              <a:ext uri="{FF2B5EF4-FFF2-40B4-BE49-F238E27FC236}">
                <a16:creationId xmlns:a16="http://schemas.microsoft.com/office/drawing/2014/main" id="{7009CA2E-04E3-ED8D-A6FA-3AC8E1E8DB4E}"/>
              </a:ext>
            </a:extLst>
          </p:cNvPr>
          <p:cNvSpPr/>
          <p:nvPr/>
        </p:nvSpPr>
        <p:spPr>
          <a:xfrm>
            <a:off x="10470025" y="1744326"/>
            <a:ext cx="1876349" cy="21945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フィードバック ·</a:t>
            </a:r>
            <a:r>
              <a:rPr kumimoji="0" lang="ja" sz="700" b="0" i="0" u="none" strike="noStrike" kern="1200" cap="none" spc="0" normalizeH="0" baseline="0" noProof="0" dirty="0" err="1">
                <a:ln>
                  <a:noFill/>
                </a:ln>
                <a:solidFill>
                  <a:srgbClr val="6D6E71"/>
                </a:solidFill>
                <a:effectLst/>
                <a:uLnTx/>
                <a:uFillTx/>
                <a:latin typeface="Calibri" pitchFamily="34" charset="0"/>
                <a:ea typeface="Calibri" pitchFamily="34" charset="-122"/>
                <a:cs typeface="Calibri" pitchFamily="34" charset="-120"/>
              </a:rPr>
              <a:t>第</a:t>
            </a:r>
            <a:r>
              <a:rPr kumimoji="0" lang="ja" sz="700" b="0" i="0" u="none" strike="noStrike" kern="1200" cap="none" spc="0" normalizeH="0" baseline="0" noProof="0" dirty="0">
                <a:ln>
                  <a:noFill/>
                </a:ln>
                <a:solidFill>
                  <a:srgbClr val="6D6E71"/>
                </a:solidFill>
                <a:effectLst/>
                <a:uLnTx/>
                <a:uFillTx/>
                <a:latin typeface="Calibri" pitchFamily="34" charset="0"/>
                <a:ea typeface="Calibri" pitchFamily="34" charset="-122"/>
                <a:cs typeface="Calibri" pitchFamily="34" charset="-120"/>
              </a:rPr>
              <a:t>13～14週</a:t>
            </a:r>
            <a:endParaRPr kumimoji="0" lang="en-US"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142" name="Shape 39">
            <a:extLst>
              <a:ext uri="{FF2B5EF4-FFF2-40B4-BE49-F238E27FC236}">
                <a16:creationId xmlns:a16="http://schemas.microsoft.com/office/drawing/2014/main" id="{71180025-303D-B4BF-B4AD-52088BFDF942}"/>
              </a:ext>
            </a:extLst>
          </p:cNvPr>
          <p:cNvSpPr/>
          <p:nvPr/>
        </p:nvSpPr>
        <p:spPr>
          <a:xfrm>
            <a:off x="10470025" y="1982070"/>
            <a:ext cx="1876349" cy="164592"/>
          </a:xfrm>
          <a:prstGeom prst="roundRect">
            <a:avLst>
              <a:gd name="adj" fmla="val 22222"/>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3" name="Text 40">
            <a:extLst>
              <a:ext uri="{FF2B5EF4-FFF2-40B4-BE49-F238E27FC236}">
                <a16:creationId xmlns:a16="http://schemas.microsoft.com/office/drawing/2014/main" id="{ECE9DE9B-A200-8C4A-9FA6-A40F1EE1422F}"/>
              </a:ext>
            </a:extLst>
          </p:cNvPr>
          <p:cNvSpPr/>
          <p:nvPr/>
        </p:nvSpPr>
        <p:spPr>
          <a:xfrm>
            <a:off x="10470025" y="1982070"/>
            <a:ext cx="1876349" cy="164592"/>
          </a:xfrm>
          <a:prstGeom prst="rect">
            <a:avLst/>
          </a:prstGeom>
          <a:noFill/>
          <a:ln/>
        </p:spPr>
        <p:txBody>
          <a:bodyPr wrap="square" lIns="12700" tIns="12700" rIns="12700" bIns="127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ステップ5：統合とまとめ</a:t>
            </a:r>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
        <p:nvSpPr>
          <p:cNvPr id="144" name="Shape 55">
            <a:extLst>
              <a:ext uri="{FF2B5EF4-FFF2-40B4-BE49-F238E27FC236}">
                <a16:creationId xmlns:a16="http://schemas.microsoft.com/office/drawing/2014/main" id="{C78EA4B1-E7D9-E565-9E9C-3C207C720C7F}"/>
              </a:ext>
            </a:extLst>
          </p:cNvPr>
          <p:cNvSpPr/>
          <p:nvPr/>
        </p:nvSpPr>
        <p:spPr>
          <a:xfrm>
            <a:off x="10470025" y="2201526"/>
            <a:ext cx="1876349" cy="4041648"/>
          </a:xfrm>
          <a:prstGeom prst="rect">
            <a:avLst/>
          </a:prstGeom>
          <a:solidFill>
            <a:srgbClr val="FFFFFF">
              <a:alpha val="0"/>
            </a:srgbClr>
          </a:solidFill>
          <a:ln w="10160">
            <a:solidFill>
              <a:srgbClr val="FF660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5" name="Shape 102">
            <a:extLst>
              <a:ext uri="{FF2B5EF4-FFF2-40B4-BE49-F238E27FC236}">
                <a16:creationId xmlns:a16="http://schemas.microsoft.com/office/drawing/2014/main" id="{56EC0607-E599-A45D-652A-6081011CE7B9}"/>
              </a:ext>
            </a:extLst>
          </p:cNvPr>
          <p:cNvSpPr/>
          <p:nvPr/>
        </p:nvSpPr>
        <p:spPr>
          <a:xfrm>
            <a:off x="10488313" y="2311254"/>
            <a:ext cx="1839773" cy="402336"/>
          </a:xfrm>
          <a:prstGeom prst="roundRect">
            <a:avLst>
              <a:gd name="adj" fmla="val 13636"/>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6" name="Text 103">
            <a:extLst>
              <a:ext uri="{FF2B5EF4-FFF2-40B4-BE49-F238E27FC236}">
                <a16:creationId xmlns:a16="http://schemas.microsoft.com/office/drawing/2014/main" id="{546F4F23-454B-9F87-04F6-C61208CB085C}"/>
              </a:ext>
            </a:extLst>
          </p:cNvPr>
          <p:cNvSpPr/>
          <p:nvPr/>
        </p:nvSpPr>
        <p:spPr>
          <a:xfrm>
            <a:off x="10543177" y="2311254"/>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エンドツーエンドのパイプライン</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統合テスト</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47" name="Shape 104">
            <a:extLst>
              <a:ext uri="{FF2B5EF4-FFF2-40B4-BE49-F238E27FC236}">
                <a16:creationId xmlns:a16="http://schemas.microsoft.com/office/drawing/2014/main" id="{1D9108F4-2935-F697-9222-8B3BA9E09F93}"/>
              </a:ext>
            </a:extLst>
          </p:cNvPr>
          <p:cNvSpPr/>
          <p:nvPr/>
        </p:nvSpPr>
        <p:spPr>
          <a:xfrm>
            <a:off x="10488313" y="2786742"/>
            <a:ext cx="1839773" cy="402336"/>
          </a:xfrm>
          <a:prstGeom prst="roundRect">
            <a:avLst>
              <a:gd name="adj" fmla="val 13636"/>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8" name="Text 105">
            <a:extLst>
              <a:ext uri="{FF2B5EF4-FFF2-40B4-BE49-F238E27FC236}">
                <a16:creationId xmlns:a16="http://schemas.microsoft.com/office/drawing/2014/main" id="{A9C6D647-2178-4C78-3584-1E430B0A2583}"/>
              </a:ext>
            </a:extLst>
          </p:cNvPr>
          <p:cNvSpPr/>
          <p:nvPr/>
        </p:nvSpPr>
        <p:spPr>
          <a:xfrm>
            <a:off x="10543177" y="2786742"/>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フルラン</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ノジマのリアルデータ</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49" name="Shape 106">
            <a:extLst>
              <a:ext uri="{FF2B5EF4-FFF2-40B4-BE49-F238E27FC236}">
                <a16:creationId xmlns:a16="http://schemas.microsoft.com/office/drawing/2014/main" id="{0FD0F85F-2D74-BDE5-2129-08E7AED8C41B}"/>
              </a:ext>
            </a:extLst>
          </p:cNvPr>
          <p:cNvSpPr/>
          <p:nvPr/>
        </p:nvSpPr>
        <p:spPr>
          <a:xfrm>
            <a:off x="10488313" y="3262230"/>
            <a:ext cx="1839773" cy="402336"/>
          </a:xfrm>
          <a:prstGeom prst="roundRect">
            <a:avLst>
              <a:gd name="adj" fmla="val 13636"/>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0" name="Text 107">
            <a:extLst>
              <a:ext uri="{FF2B5EF4-FFF2-40B4-BE49-F238E27FC236}">
                <a16:creationId xmlns:a16="http://schemas.microsoft.com/office/drawing/2014/main" id="{992D7AF5-95BE-1F49-D3B0-B9905CE7725E}"/>
              </a:ext>
            </a:extLst>
          </p:cNvPr>
          <p:cNvSpPr/>
          <p:nvPr/>
        </p:nvSpPr>
        <p:spPr>
          <a:xfrm>
            <a:off x="10543177" y="3262230"/>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PoC調査結果報告</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学んだ教訓</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51" name="Shape 108">
            <a:extLst>
              <a:ext uri="{FF2B5EF4-FFF2-40B4-BE49-F238E27FC236}">
                <a16:creationId xmlns:a16="http://schemas.microsoft.com/office/drawing/2014/main" id="{4090679F-121F-DEFE-DDC0-122DED9CA29B}"/>
              </a:ext>
            </a:extLst>
          </p:cNvPr>
          <p:cNvSpPr/>
          <p:nvPr/>
        </p:nvSpPr>
        <p:spPr>
          <a:xfrm>
            <a:off x="10488313" y="3737718"/>
            <a:ext cx="1839773" cy="402336"/>
          </a:xfrm>
          <a:prstGeom prst="roundRect">
            <a:avLst>
              <a:gd name="adj" fmla="val 13636"/>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2" name="Text 109">
            <a:extLst>
              <a:ext uri="{FF2B5EF4-FFF2-40B4-BE49-F238E27FC236}">
                <a16:creationId xmlns:a16="http://schemas.microsoft.com/office/drawing/2014/main" id="{2ABE61EB-6D4B-2571-EFB6-C470B60C5603}"/>
              </a:ext>
            </a:extLst>
          </p:cNvPr>
          <p:cNvSpPr/>
          <p:nvPr/>
        </p:nvSpPr>
        <p:spPr>
          <a:xfrm>
            <a:off x="10543177" y="3737718"/>
            <a:ext cx="1730045" cy="402336"/>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プレゼンテーションの実施可否</a:t>
            </a:r>
            <a:endParaRPr kumimoji="0" lang="en-US" sz="75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414042"/>
                </a:solidFill>
                <a:effectLst/>
                <a:uLnTx/>
                <a:uFillTx/>
                <a:latin typeface="Calibri" pitchFamily="34" charset="0"/>
                <a:ea typeface="Calibri" pitchFamily="34" charset="-122"/>
                <a:cs typeface="Calibri" pitchFamily="34" charset="-120"/>
              </a:rPr>
              <a:t>野島へ</a:t>
            </a:r>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53" name="Shape 110">
            <a:extLst>
              <a:ext uri="{FF2B5EF4-FFF2-40B4-BE49-F238E27FC236}">
                <a16:creationId xmlns:a16="http://schemas.microsoft.com/office/drawing/2014/main" id="{E4C3E692-E617-5DFA-B579-B591D73F5551}"/>
              </a:ext>
            </a:extLst>
          </p:cNvPr>
          <p:cNvSpPr/>
          <p:nvPr/>
        </p:nvSpPr>
        <p:spPr>
          <a:xfrm>
            <a:off x="10488313" y="5383638"/>
            <a:ext cx="1839773" cy="512064"/>
          </a:xfrm>
          <a:prstGeom prst="roundRect">
            <a:avLst>
              <a:gd name="adj" fmla="val 10714"/>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4" name="Text 111">
            <a:extLst>
              <a:ext uri="{FF2B5EF4-FFF2-40B4-BE49-F238E27FC236}">
                <a16:creationId xmlns:a16="http://schemas.microsoft.com/office/drawing/2014/main" id="{1AD97EF6-2BEA-7DD1-3E37-A06972FFD33E}"/>
              </a:ext>
            </a:extLst>
          </p:cNvPr>
          <p:cNvSpPr/>
          <p:nvPr/>
        </p:nvSpPr>
        <p:spPr>
          <a:xfrm>
            <a:off x="10543177" y="5383638"/>
            <a:ext cx="1730045" cy="512064"/>
          </a:xfrm>
          <a:prstGeom prst="rect">
            <a:avLst/>
          </a:prstGeom>
          <a:noFill/>
          <a:ln/>
        </p:spPr>
        <p:txBody>
          <a:bodyPr wrap="square" lIns="25400" tIns="25400" rIns="25400" bIns="254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デモ：フルパイプライン</a:t>
            </a:r>
            <a:endParaRPr kumimoji="0" lang="en-US" sz="7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エンドツーエンド +</a:t>
            </a:r>
            <a:endParaRPr kumimoji="0" lang="en-US" sz="7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実行／中止の決定</a:t>
            </a:r>
            <a:endParaRPr kumimoji="0" lang="en-US" sz="750" b="0" i="0" u="none" strike="noStrike" kern="1200" cap="none" spc="0" normalizeH="0" baseline="0" noProof="0" dirty="0">
              <a:ln>
                <a:noFill/>
              </a:ln>
              <a:solidFill>
                <a:srgbClr val="000000"/>
              </a:solidFill>
              <a:effectLst/>
              <a:uLnTx/>
              <a:uFillTx/>
              <a:latin typeface="Arial"/>
              <a:ea typeface="+mn-ea"/>
              <a:cs typeface="+mn-cs"/>
            </a:endParaRPr>
          </a:p>
        </p:txBody>
      </p:sp>
      <p:sp>
        <p:nvSpPr>
          <p:cNvPr id="155" name="Shape 112">
            <a:extLst>
              <a:ext uri="{FF2B5EF4-FFF2-40B4-BE49-F238E27FC236}">
                <a16:creationId xmlns:a16="http://schemas.microsoft.com/office/drawing/2014/main" id="{2265B42E-1814-ACB9-7E10-ACB656E49B64}"/>
              </a:ext>
            </a:extLst>
          </p:cNvPr>
          <p:cNvSpPr/>
          <p:nvPr/>
        </p:nvSpPr>
        <p:spPr>
          <a:xfrm rot="2700000">
            <a:off x="12282366" y="4377798"/>
            <a:ext cx="128016" cy="128016"/>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22">
          <a:extLst>
            <a:ext uri="{FF2B5EF4-FFF2-40B4-BE49-F238E27FC236}">
              <a16:creationId xmlns:a16="http://schemas.microsoft.com/office/drawing/2014/main" id="{1D5DE13F-9F04-863B-F65B-39A45B9ACB5A}"/>
            </a:ext>
          </a:extLst>
        </p:cNvPr>
        <p:cNvGrpSpPr/>
        <p:nvPr/>
      </p:nvGrpSpPr>
      <p:grpSpPr>
        <a:xfrm>
          <a:off x="0" y="0"/>
          <a:ext cx="0" cy="0"/>
          <a:chOff x="0" y="0"/>
          <a:chExt cx="0" cy="0"/>
        </a:xfrm>
      </p:grpSpPr>
      <p:sp>
        <p:nvSpPr>
          <p:cNvPr id="5923" name="Google Shape;5923;p7">
            <a:extLst>
              <a:ext uri="{FF2B5EF4-FFF2-40B4-BE49-F238E27FC236}">
                <a16:creationId xmlns:a16="http://schemas.microsoft.com/office/drawing/2014/main" id="{9C0E73BE-C99C-7261-EE2A-85D0F6AD5BCF}"/>
              </a:ext>
            </a:extLst>
          </p:cNvPr>
          <p:cNvSpPr txBox="1">
            <a:spLocks noGrp="1"/>
          </p:cNvSpPr>
          <p:nvPr>
            <p:ph type="title"/>
          </p:nvPr>
        </p:nvSpPr>
        <p:spPr>
          <a:xfrm>
            <a:off x="389600" y="381600"/>
            <a:ext cx="11412800" cy="442309"/>
          </a:xfrm>
          <a:prstGeom prst="rect">
            <a:avLst/>
          </a:prstGeom>
          <a:noFill/>
          <a:ln>
            <a:noFill/>
          </a:ln>
        </p:spPr>
        <p:txBody>
          <a:bodyPr spcFirstLastPara="1" wrap="square" lIns="0" tIns="0" rIns="121900" bIns="121900" anchor="t" anchorCtr="0">
            <a:noAutofit/>
          </a:bodyPr>
          <a:lstStyle/>
          <a:p>
            <a:r>
              <a:rPr lang="ja">
                <a:solidFill>
                  <a:schemeClr val="bg2"/>
                </a:solidFill>
                <a:latin typeface="Helvetica Neue"/>
                <a:cs typeface="Helvetica Neue"/>
                <a:sym typeface="Helvetica Neue"/>
              </a:rPr>
              <a:t>提案されたチーム構成*</a:t>
            </a:r>
            <a:br>
              <a:rPr lang="en-US" sz="6600">
                <a:solidFill>
                  <a:schemeClr val="bg2"/>
                </a:solidFill>
              </a:rPr>
            </a:br>
            <a:endParaRPr sz="6600">
              <a:solidFill>
                <a:schemeClr val="bg2"/>
              </a:solidFill>
            </a:endParaRPr>
          </a:p>
        </p:txBody>
      </p:sp>
      <p:sp>
        <p:nvSpPr>
          <p:cNvPr id="5924" name="Google Shape;5924;p7">
            <a:extLst>
              <a:ext uri="{FF2B5EF4-FFF2-40B4-BE49-F238E27FC236}">
                <a16:creationId xmlns:a16="http://schemas.microsoft.com/office/drawing/2014/main" id="{B6B2BD0A-6B32-8EE9-4E2C-4F1EF3EE2BBA}"/>
              </a:ext>
            </a:extLst>
          </p:cNvPr>
          <p:cNvSpPr txBox="1"/>
          <p:nvPr/>
        </p:nvSpPr>
        <p:spPr>
          <a:xfrm>
            <a:off x="401999" y="883474"/>
            <a:ext cx="11561600" cy="5348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 sz="1467" b="0" i="0" u="none" strike="noStrike" kern="0" cap="none" spc="0" normalizeH="0" baseline="0" noProof="0">
                <a:ln>
                  <a:noFill/>
                </a:ln>
                <a:solidFill>
                  <a:srgbClr val="6D6E71"/>
                </a:solidFill>
                <a:effectLst/>
                <a:uLnTx/>
                <a:uFillTx/>
                <a:latin typeface="Manrope"/>
                <a:ea typeface="Manrope"/>
                <a:cs typeface="Manrope"/>
                <a:sym typeface="Manrope"/>
              </a:rPr>
              <a:t>ディスカバリープロジェクトは、日本とインドに拠点を置くハイブリッドチームで、現地語サポートとグローバルなエンジニアリング専門知識を提供します。野島社にも同様のチーム体制を構築していただくようお願いいたします。</a:t>
            </a:r>
            <a:endParaRPr kumimoji="0" sz="1467" b="0" i="0" u="none" strike="noStrike" kern="0" cap="none" spc="0" normalizeH="0" baseline="0" noProof="0">
              <a:ln>
                <a:noFill/>
              </a:ln>
              <a:solidFill>
                <a:srgbClr val="6D6E71"/>
              </a:solidFill>
              <a:effectLst/>
              <a:uLnTx/>
              <a:uFillTx/>
              <a:latin typeface="Manrope"/>
              <a:ea typeface="Manrope"/>
              <a:cs typeface="Manrope"/>
              <a:sym typeface="Manrope"/>
            </a:endParaRPr>
          </a:p>
        </p:txBody>
      </p:sp>
      <p:sp>
        <p:nvSpPr>
          <p:cNvPr id="5925" name="Google Shape;5925;p7">
            <a:extLst>
              <a:ext uri="{FF2B5EF4-FFF2-40B4-BE49-F238E27FC236}">
                <a16:creationId xmlns:a16="http://schemas.microsoft.com/office/drawing/2014/main" id="{58F17C4E-16C7-9C94-64EE-72345630BA5B}"/>
              </a:ext>
            </a:extLst>
          </p:cNvPr>
          <p:cNvSpPr/>
          <p:nvPr/>
        </p:nvSpPr>
        <p:spPr>
          <a:xfrm>
            <a:off x="535067" y="1552740"/>
            <a:ext cx="4952800" cy="353200"/>
          </a:xfrm>
          <a:prstGeom prst="rect">
            <a:avLst/>
          </a:prstGeom>
          <a:solidFill>
            <a:srgbClr val="F37037"/>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600" b="1" i="0" u="none" strike="noStrike" kern="0" cap="none" spc="0" normalizeH="0" baseline="0" noProof="0">
                <a:ln>
                  <a:noFill/>
                </a:ln>
                <a:solidFill>
                  <a:srgbClr val="FFFFFF"/>
                </a:solidFill>
                <a:effectLst/>
                <a:uLnTx/>
                <a:uFillTx/>
                <a:latin typeface="Manrope"/>
                <a:ea typeface="Manrope"/>
                <a:cs typeface="Manrope"/>
                <a:sym typeface="Manrope"/>
              </a:rPr>
              <a:t>お客様</a:t>
            </a:r>
            <a:endParaRPr kumimoji="0" sz="1600" b="1" i="0" u="none" strike="noStrike" kern="0" cap="none" spc="0" normalizeH="0" baseline="0" noProof="0">
              <a:ln>
                <a:noFill/>
              </a:ln>
              <a:solidFill>
                <a:srgbClr val="FFFFFF"/>
              </a:solidFill>
              <a:effectLst/>
              <a:uLnTx/>
              <a:uFillTx/>
              <a:latin typeface="Manrope"/>
              <a:ea typeface="Manrope"/>
              <a:cs typeface="Manrope"/>
              <a:sym typeface="Manrope"/>
            </a:endParaRPr>
          </a:p>
        </p:txBody>
      </p:sp>
      <p:sp>
        <p:nvSpPr>
          <p:cNvPr id="5926" name="Google Shape;5926;p7">
            <a:extLst>
              <a:ext uri="{FF2B5EF4-FFF2-40B4-BE49-F238E27FC236}">
                <a16:creationId xmlns:a16="http://schemas.microsoft.com/office/drawing/2014/main" id="{EDD448EC-CE0B-9C18-3740-B11E09544DBD}"/>
              </a:ext>
            </a:extLst>
          </p:cNvPr>
          <p:cNvSpPr/>
          <p:nvPr/>
        </p:nvSpPr>
        <p:spPr>
          <a:xfrm>
            <a:off x="6182799" y="1552740"/>
            <a:ext cx="5118100" cy="353200"/>
          </a:xfrm>
          <a:prstGeom prst="rect">
            <a:avLst/>
          </a:prstGeom>
          <a:solidFill>
            <a:srgbClr val="F37037"/>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600" b="1" i="0" u="none" strike="noStrike" kern="0" cap="none" spc="0" normalizeH="0" baseline="0" noProof="0">
                <a:ln>
                  <a:noFill/>
                </a:ln>
                <a:solidFill>
                  <a:srgbClr val="FFFFFF"/>
                </a:solidFill>
                <a:effectLst/>
                <a:uLnTx/>
                <a:uFillTx/>
                <a:latin typeface="Manrope"/>
                <a:ea typeface="Manrope"/>
                <a:cs typeface="Manrope"/>
                <a:sym typeface="Manrope"/>
              </a:rPr>
              <a:t>グローバルロジック</a:t>
            </a:r>
            <a:endParaRPr kumimoji="0" sz="1600" b="1" i="0" u="none" strike="noStrike" kern="0" cap="none" spc="0" normalizeH="0" baseline="0" noProof="0">
              <a:ln>
                <a:noFill/>
              </a:ln>
              <a:solidFill>
                <a:srgbClr val="FFFFFF"/>
              </a:solidFill>
              <a:effectLst/>
              <a:uLnTx/>
              <a:uFillTx/>
              <a:latin typeface="Manrope"/>
              <a:ea typeface="Manrope"/>
              <a:cs typeface="Manrope"/>
              <a:sym typeface="Manrope"/>
            </a:endParaRPr>
          </a:p>
        </p:txBody>
      </p:sp>
      <p:sp>
        <p:nvSpPr>
          <p:cNvPr id="5927" name="Google Shape;5927;p7">
            <a:extLst>
              <a:ext uri="{FF2B5EF4-FFF2-40B4-BE49-F238E27FC236}">
                <a16:creationId xmlns:a16="http://schemas.microsoft.com/office/drawing/2014/main" id="{89709A2B-58FF-6B47-ACD8-32B2E277B75C}"/>
              </a:ext>
            </a:extLst>
          </p:cNvPr>
          <p:cNvSpPr/>
          <p:nvPr/>
        </p:nvSpPr>
        <p:spPr>
          <a:xfrm>
            <a:off x="535067" y="2026007"/>
            <a:ext cx="4952800" cy="984400"/>
          </a:xfrm>
          <a:prstGeom prst="rect">
            <a:avLst/>
          </a:prstGeom>
          <a:solidFill>
            <a:schemeClr val="lt2"/>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333" b="0" i="0" u="none" strike="noStrike" kern="0" cap="none" spc="0" normalizeH="0" baseline="0" noProof="0">
                <a:ln>
                  <a:noFill/>
                </a:ln>
                <a:solidFill>
                  <a:srgbClr val="000000"/>
                </a:solidFill>
                <a:effectLst/>
                <a:uLnTx/>
                <a:uFillTx/>
                <a:latin typeface="Manrope"/>
                <a:ea typeface="Manrope"/>
                <a:cs typeface="Manrope"/>
                <a:sym typeface="Manrope"/>
              </a:rPr>
              <a:t>プロジェクトリーダー</a:t>
            </a: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333" b="0" i="0" u="none" strike="noStrike" kern="0" cap="none" spc="0" normalizeH="0" baseline="0" noProof="0">
                <a:ln>
                  <a:noFill/>
                </a:ln>
                <a:solidFill>
                  <a:srgbClr val="333333"/>
                </a:solidFill>
                <a:effectLst/>
                <a:uLnTx/>
                <a:uFillTx/>
                <a:latin typeface="Arial"/>
                <a:ea typeface="+mn-ea"/>
                <a:cs typeface="Arial"/>
                <a:sym typeface="Arial"/>
              </a:rPr>
              <a:t>未定</a:t>
            </a: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p:txBody>
      </p:sp>
      <p:pic>
        <p:nvPicPr>
          <p:cNvPr id="5928" name="Google Shape;5928;p7">
            <a:extLst>
              <a:ext uri="{FF2B5EF4-FFF2-40B4-BE49-F238E27FC236}">
                <a16:creationId xmlns:a16="http://schemas.microsoft.com/office/drawing/2014/main" id="{7D232C73-8067-7936-9B9F-6BE1EB06C509}"/>
              </a:ext>
            </a:extLst>
          </p:cNvPr>
          <p:cNvPicPr preferRelativeResize="0"/>
          <p:nvPr/>
        </p:nvPicPr>
        <p:blipFill rotWithShape="1">
          <a:blip r:embed="rId3">
            <a:alphaModFix/>
          </a:blip>
          <a:srcRect/>
          <a:stretch/>
        </p:blipFill>
        <p:spPr>
          <a:xfrm>
            <a:off x="2805185" y="2311925"/>
            <a:ext cx="412567" cy="412567"/>
          </a:xfrm>
          <a:prstGeom prst="rect">
            <a:avLst/>
          </a:prstGeom>
          <a:noFill/>
          <a:ln>
            <a:noFill/>
          </a:ln>
        </p:spPr>
      </p:pic>
      <p:sp>
        <p:nvSpPr>
          <p:cNvPr id="5929" name="Google Shape;5929;p7">
            <a:extLst>
              <a:ext uri="{FF2B5EF4-FFF2-40B4-BE49-F238E27FC236}">
                <a16:creationId xmlns:a16="http://schemas.microsoft.com/office/drawing/2014/main" id="{F0DAE83E-D613-8A26-BA31-DF987282C754}"/>
              </a:ext>
            </a:extLst>
          </p:cNvPr>
          <p:cNvSpPr/>
          <p:nvPr/>
        </p:nvSpPr>
        <p:spPr>
          <a:xfrm>
            <a:off x="6182799" y="2026007"/>
            <a:ext cx="5118100" cy="984400"/>
          </a:xfrm>
          <a:prstGeom prst="rect">
            <a:avLst/>
          </a:prstGeom>
          <a:solidFill>
            <a:schemeClr val="lt2"/>
          </a:solidFill>
          <a:ln w="9525" cap="flat" cmpd="sng">
            <a:noFill/>
            <a:prstDash val="solid"/>
            <a:round/>
            <a:headEnd type="none" w="sm" len="sm"/>
            <a:tailEnd type="none" w="sm" len="sm"/>
          </a:ln>
        </p:spPr>
        <p:txBody>
          <a:bodyPr spcFirstLastPara="1" wrap="square" lIns="121900" tIns="121900" rIns="121900" bIns="12190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altLang="ja-JP" sz="1333" b="0" i="0" u="none" strike="noStrike" kern="0" cap="none" spc="0" normalizeH="0" baseline="0" noProof="0">
                <a:ln>
                  <a:noFill/>
                </a:ln>
                <a:solidFill>
                  <a:srgbClr val="000000"/>
                </a:solidFill>
                <a:effectLst/>
                <a:uLnTx/>
                <a:uFillTx/>
                <a:latin typeface="Manrope"/>
                <a:ea typeface="Manrope"/>
                <a:cs typeface="Manrope"/>
                <a:sym typeface="Manrope"/>
              </a:rPr>
              <a:t>エンジニアリング担当副社長</a:t>
            </a:r>
            <a:endParaRPr kumimoji="0" lang="en-US"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p:txBody>
      </p:sp>
      <p:pic>
        <p:nvPicPr>
          <p:cNvPr id="5930" name="Google Shape;5930;p7">
            <a:extLst>
              <a:ext uri="{FF2B5EF4-FFF2-40B4-BE49-F238E27FC236}">
                <a16:creationId xmlns:a16="http://schemas.microsoft.com/office/drawing/2014/main" id="{FBF79505-B96A-87EC-615D-2357392E9BC3}"/>
              </a:ext>
            </a:extLst>
          </p:cNvPr>
          <p:cNvPicPr preferRelativeResize="0"/>
          <p:nvPr/>
        </p:nvPicPr>
        <p:blipFill rotWithShape="1">
          <a:blip r:embed="rId3">
            <a:alphaModFix/>
          </a:blip>
          <a:srcRect/>
          <a:stretch/>
        </p:blipFill>
        <p:spPr>
          <a:xfrm>
            <a:off x="8535565" y="2294939"/>
            <a:ext cx="412567" cy="412567"/>
          </a:xfrm>
          <a:prstGeom prst="rect">
            <a:avLst/>
          </a:prstGeom>
          <a:noFill/>
          <a:ln>
            <a:noFill/>
          </a:ln>
        </p:spPr>
      </p:pic>
      <p:cxnSp>
        <p:nvCxnSpPr>
          <p:cNvPr id="5931" name="Google Shape;5931;p7">
            <a:extLst>
              <a:ext uri="{FF2B5EF4-FFF2-40B4-BE49-F238E27FC236}">
                <a16:creationId xmlns:a16="http://schemas.microsoft.com/office/drawing/2014/main" id="{BC89582E-FD6E-E15F-092C-B031B3305E04}"/>
              </a:ext>
            </a:extLst>
          </p:cNvPr>
          <p:cNvCxnSpPr/>
          <p:nvPr/>
        </p:nvCxnSpPr>
        <p:spPr>
          <a:xfrm rot="10800000" flipH="1">
            <a:off x="447700" y="3130473"/>
            <a:ext cx="10853200" cy="32000"/>
          </a:xfrm>
          <a:prstGeom prst="straightConnector1">
            <a:avLst/>
          </a:prstGeom>
          <a:noFill/>
          <a:ln w="9525" cap="flat" cmpd="sng">
            <a:noFill/>
            <a:prstDash val="dashDot"/>
            <a:round/>
            <a:headEnd type="none" w="med" len="med"/>
            <a:tailEnd type="none" w="med" len="med"/>
          </a:ln>
        </p:spPr>
      </p:cxnSp>
      <p:sp>
        <p:nvSpPr>
          <p:cNvPr id="5932" name="Google Shape;5932;p7">
            <a:extLst>
              <a:ext uri="{FF2B5EF4-FFF2-40B4-BE49-F238E27FC236}">
                <a16:creationId xmlns:a16="http://schemas.microsoft.com/office/drawing/2014/main" id="{0E500E99-5DA4-BB21-7F0E-D2B2DE9FD8A8}"/>
              </a:ext>
            </a:extLst>
          </p:cNvPr>
          <p:cNvSpPr/>
          <p:nvPr/>
        </p:nvSpPr>
        <p:spPr>
          <a:xfrm>
            <a:off x="535067" y="3282540"/>
            <a:ext cx="4952800" cy="1312300"/>
          </a:xfrm>
          <a:prstGeom prst="rect">
            <a:avLst/>
          </a:prstGeom>
          <a:solidFill>
            <a:schemeClr val="lt2"/>
          </a:solid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333" b="0" i="0" u="none" strike="noStrike" kern="0" cap="none" spc="0" normalizeH="0" baseline="0" noProof="0">
                <a:ln>
                  <a:noFill/>
                </a:ln>
                <a:solidFill>
                  <a:srgbClr val="000000"/>
                </a:solidFill>
                <a:effectLst/>
                <a:uLnTx/>
                <a:uFillTx/>
                <a:latin typeface="Manrope"/>
                <a:ea typeface="Manrope"/>
                <a:cs typeface="Manrope"/>
                <a:sym typeface="Manrope"/>
              </a:rPr>
              <a:t>プロジェクト管理</a:t>
            </a: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800" b="0" i="0" u="none" strike="noStrike" kern="0" cap="none" spc="0" normalizeH="0" baseline="0" noProof="0">
                <a:ln>
                  <a:noFill/>
                </a:ln>
                <a:solidFill>
                  <a:srgbClr val="000000"/>
                </a:solidFill>
                <a:effectLst/>
                <a:uLnTx/>
                <a:uFillTx/>
                <a:latin typeface="Manrope"/>
                <a:ea typeface="Manrope"/>
                <a:cs typeface="Manrope"/>
                <a:sym typeface="Manrope"/>
              </a:rPr>
              <a:t>アドバイザリープロジェクトに関する管理、調整、コミュニケーション、未解決の疑問や問題の解決</a:t>
            </a:r>
            <a:endParaRPr kumimoji="0" sz="800"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333" b="0" i="0" u="none" strike="noStrike" kern="0" cap="none" spc="0" normalizeH="0" baseline="0" noProof="0">
                <a:ln>
                  <a:noFill/>
                </a:ln>
                <a:solidFill>
                  <a:srgbClr val="333333"/>
                </a:solidFill>
                <a:effectLst/>
                <a:uLnTx/>
                <a:uFillTx/>
                <a:latin typeface="Arial"/>
                <a:ea typeface="+mn-ea"/>
                <a:cs typeface="Arial"/>
                <a:sym typeface="Arial"/>
              </a:rPr>
              <a:t>未定 未定</a:t>
            </a:r>
            <a:endParaRPr kumimoji="0" sz="1067" b="0" i="0" u="none" strike="noStrike" kern="0" cap="none" spc="0" normalizeH="0" baseline="0" noProof="0">
              <a:ln>
                <a:noFill/>
              </a:ln>
              <a:solidFill>
                <a:srgbClr val="000000"/>
              </a:solidFill>
              <a:effectLst/>
              <a:uLnTx/>
              <a:uFillTx/>
              <a:latin typeface="Manrope"/>
              <a:ea typeface="Manrope"/>
              <a:cs typeface="Manrope"/>
              <a:sym typeface="Manrope"/>
            </a:endParaRPr>
          </a:p>
        </p:txBody>
      </p:sp>
      <p:pic>
        <p:nvPicPr>
          <p:cNvPr id="5933" name="Google Shape;5933;p7">
            <a:extLst>
              <a:ext uri="{FF2B5EF4-FFF2-40B4-BE49-F238E27FC236}">
                <a16:creationId xmlns:a16="http://schemas.microsoft.com/office/drawing/2014/main" id="{D5C1FB12-9502-C0FA-8433-80130BCD59A2}"/>
              </a:ext>
            </a:extLst>
          </p:cNvPr>
          <p:cNvPicPr preferRelativeResize="0"/>
          <p:nvPr/>
        </p:nvPicPr>
        <p:blipFill rotWithShape="1">
          <a:blip r:embed="rId3">
            <a:alphaModFix/>
          </a:blip>
          <a:srcRect t="-17100" b="17100"/>
          <a:stretch/>
        </p:blipFill>
        <p:spPr>
          <a:xfrm>
            <a:off x="1846334" y="3803705"/>
            <a:ext cx="412567" cy="412567"/>
          </a:xfrm>
          <a:prstGeom prst="rect">
            <a:avLst/>
          </a:prstGeom>
          <a:noFill/>
          <a:ln>
            <a:noFill/>
          </a:ln>
        </p:spPr>
      </p:pic>
      <p:sp>
        <p:nvSpPr>
          <p:cNvPr id="5934" name="Google Shape;5934;p7">
            <a:extLst>
              <a:ext uri="{FF2B5EF4-FFF2-40B4-BE49-F238E27FC236}">
                <a16:creationId xmlns:a16="http://schemas.microsoft.com/office/drawing/2014/main" id="{094DDF4B-ECB8-713D-9A9F-01965F0DA8E0}"/>
              </a:ext>
            </a:extLst>
          </p:cNvPr>
          <p:cNvSpPr/>
          <p:nvPr/>
        </p:nvSpPr>
        <p:spPr>
          <a:xfrm>
            <a:off x="6182799" y="3282539"/>
            <a:ext cx="5118100" cy="1312301"/>
          </a:xfrm>
          <a:prstGeom prst="rect">
            <a:avLst/>
          </a:prstGeom>
          <a:solidFill>
            <a:schemeClr val="lt2"/>
          </a:solid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333" b="0" i="0" u="none" strike="noStrike" kern="0" cap="none" spc="0" normalizeH="0" baseline="0" noProof="0">
                <a:ln>
                  <a:noFill/>
                </a:ln>
                <a:solidFill>
                  <a:srgbClr val="000000"/>
                </a:solidFill>
                <a:effectLst/>
                <a:uLnTx/>
                <a:uFillTx/>
                <a:latin typeface="Manrope"/>
                <a:ea typeface="Manrope"/>
                <a:cs typeface="Manrope"/>
                <a:sym typeface="Manrope"/>
              </a:rPr>
              <a:t>プロジェクト管理</a:t>
            </a: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800" b="0" i="0" u="none" strike="noStrike" kern="0" cap="none" spc="0" normalizeH="0" baseline="0" noProof="0">
                <a:ln>
                  <a:noFill/>
                </a:ln>
                <a:solidFill>
                  <a:srgbClr val="000000"/>
                </a:solidFill>
                <a:effectLst/>
                <a:uLnTx/>
                <a:uFillTx/>
                <a:latin typeface="Manrope"/>
                <a:ea typeface="Manrope"/>
                <a:cs typeface="Manrope"/>
                <a:sym typeface="Manrope"/>
              </a:rPr>
              <a:t>野島氏とのコミュニケーション、実行と成果物の準備の推進、野島氏との成果物の確認、入手可能な文書の収集</a:t>
            </a:r>
            <a:endParaRPr kumimoji="0" sz="800" b="0" i="0" u="none" strike="noStrike" kern="0" cap="none" spc="0" normalizeH="0" baseline="0" noProof="0">
              <a:ln>
                <a:noFill/>
              </a:ln>
              <a:solidFill>
                <a:srgbClr val="000000"/>
              </a:solidFill>
              <a:effectLst/>
              <a:uLnTx/>
              <a:uFillTx/>
              <a:latin typeface="Manrope"/>
              <a:ea typeface="Manrope"/>
              <a:cs typeface="Manrope"/>
              <a:sym typeface="Manrope"/>
            </a:endParaRPr>
          </a:p>
        </p:txBody>
      </p:sp>
      <p:cxnSp>
        <p:nvCxnSpPr>
          <p:cNvPr id="5937" name="Google Shape;5937;p7">
            <a:extLst>
              <a:ext uri="{FF2B5EF4-FFF2-40B4-BE49-F238E27FC236}">
                <a16:creationId xmlns:a16="http://schemas.microsoft.com/office/drawing/2014/main" id="{7296A92F-7854-FB8F-6659-EC88BABE14B2}"/>
              </a:ext>
            </a:extLst>
          </p:cNvPr>
          <p:cNvCxnSpPr/>
          <p:nvPr/>
        </p:nvCxnSpPr>
        <p:spPr>
          <a:xfrm rot="10800000" flipH="1">
            <a:off x="389467" y="4657807"/>
            <a:ext cx="10853200" cy="32000"/>
          </a:xfrm>
          <a:prstGeom prst="straightConnector1">
            <a:avLst/>
          </a:prstGeom>
          <a:noFill/>
          <a:ln w="9525" cap="flat" cmpd="sng">
            <a:noFill/>
            <a:prstDash val="dashDot"/>
            <a:round/>
            <a:headEnd type="none" w="med" len="med"/>
            <a:tailEnd type="none" w="med" len="med"/>
          </a:ln>
        </p:spPr>
      </p:cxnSp>
      <p:sp>
        <p:nvSpPr>
          <p:cNvPr id="5938" name="Google Shape;5938;p7">
            <a:extLst>
              <a:ext uri="{FF2B5EF4-FFF2-40B4-BE49-F238E27FC236}">
                <a16:creationId xmlns:a16="http://schemas.microsoft.com/office/drawing/2014/main" id="{C8C5660A-1C7C-967B-0827-5D209215D6B5}"/>
              </a:ext>
            </a:extLst>
          </p:cNvPr>
          <p:cNvSpPr/>
          <p:nvPr/>
        </p:nvSpPr>
        <p:spPr>
          <a:xfrm>
            <a:off x="535067" y="4778895"/>
            <a:ext cx="4952800" cy="1391744"/>
          </a:xfrm>
          <a:prstGeom prst="rect">
            <a:avLst/>
          </a:prstGeom>
          <a:solidFill>
            <a:schemeClr val="lt2"/>
          </a:solid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333" b="0" i="0" u="none" strike="noStrike" kern="0" cap="none" spc="0" normalizeH="0" baseline="0" noProof="0">
                <a:ln>
                  <a:noFill/>
                </a:ln>
                <a:solidFill>
                  <a:srgbClr val="000000"/>
                </a:solidFill>
                <a:effectLst/>
                <a:uLnTx/>
                <a:uFillTx/>
                <a:latin typeface="Manrope"/>
                <a:ea typeface="Manrope"/>
                <a:cs typeface="Manrope"/>
                <a:sym typeface="Manrope"/>
              </a:rPr>
              <a:t>プロジェクトチーム</a:t>
            </a: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800" b="0" i="0" u="none" strike="noStrike" kern="0" cap="none" spc="0" normalizeH="0" baseline="0" noProof="0">
                <a:ln>
                  <a:noFill/>
                </a:ln>
                <a:solidFill>
                  <a:srgbClr val="000000"/>
                </a:solidFill>
                <a:effectLst/>
                <a:uLnTx/>
                <a:uFillTx/>
                <a:latin typeface="Manrope"/>
                <a:ea typeface="Manrope"/>
                <a:cs typeface="Manrope"/>
                <a:sym typeface="Manrope"/>
              </a:rPr>
              <a:t>現在のプラットフォームに関する知識共有、GLからの質問への回答、成果物のレビューへの参加</a:t>
            </a:r>
            <a:endParaRPr kumimoji="0" sz="800"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67"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67" b="0" i="0" u="none" strike="noStrike" kern="0" cap="none" spc="0" normalizeH="0" baseline="0" noProof="0">
                <a:ln>
                  <a:noFill/>
                </a:ln>
                <a:solidFill>
                  <a:srgbClr val="000000"/>
                </a:solidFill>
                <a:effectLst/>
                <a:uLnTx/>
                <a:uFillTx/>
                <a:latin typeface="Manrope"/>
                <a:ea typeface="Manrope"/>
                <a:cs typeface="Manrope"/>
                <a:sym typeface="Manrope"/>
              </a:rPr>
              <a:t>未定 未定 未定</a:t>
            </a:r>
            <a:endParaRPr kumimoji="0" sz="1067" b="0" i="0" u="none" strike="noStrike" kern="0" cap="none" spc="0" normalizeH="0" baseline="0" noProof="0">
              <a:ln>
                <a:noFill/>
              </a:ln>
              <a:solidFill>
                <a:srgbClr val="000000"/>
              </a:solidFill>
              <a:effectLst/>
              <a:uLnTx/>
              <a:uFillTx/>
              <a:latin typeface="Manrope"/>
              <a:ea typeface="Manrope"/>
              <a:cs typeface="Manrope"/>
              <a:sym typeface="Manrope"/>
            </a:endParaRPr>
          </a:p>
        </p:txBody>
      </p:sp>
      <p:pic>
        <p:nvPicPr>
          <p:cNvPr id="5939" name="Google Shape;5939;p7">
            <a:extLst>
              <a:ext uri="{FF2B5EF4-FFF2-40B4-BE49-F238E27FC236}">
                <a16:creationId xmlns:a16="http://schemas.microsoft.com/office/drawing/2014/main" id="{B050C139-5CC8-DA9C-FB45-C93B68981262}"/>
              </a:ext>
            </a:extLst>
          </p:cNvPr>
          <p:cNvPicPr preferRelativeResize="0"/>
          <p:nvPr/>
        </p:nvPicPr>
        <p:blipFill rotWithShape="1">
          <a:blip r:embed="rId3">
            <a:alphaModFix/>
          </a:blip>
          <a:srcRect/>
          <a:stretch/>
        </p:blipFill>
        <p:spPr>
          <a:xfrm>
            <a:off x="1846334" y="5423425"/>
            <a:ext cx="412567" cy="412567"/>
          </a:xfrm>
          <a:prstGeom prst="rect">
            <a:avLst/>
          </a:prstGeom>
          <a:noFill/>
          <a:ln>
            <a:noFill/>
          </a:ln>
        </p:spPr>
      </p:pic>
      <p:pic>
        <p:nvPicPr>
          <p:cNvPr id="5940" name="Google Shape;5940;p7">
            <a:extLst>
              <a:ext uri="{FF2B5EF4-FFF2-40B4-BE49-F238E27FC236}">
                <a16:creationId xmlns:a16="http://schemas.microsoft.com/office/drawing/2014/main" id="{A05D5077-538A-1577-AE86-094A2AF88296}"/>
              </a:ext>
            </a:extLst>
          </p:cNvPr>
          <p:cNvPicPr preferRelativeResize="0"/>
          <p:nvPr/>
        </p:nvPicPr>
        <p:blipFill rotWithShape="1">
          <a:blip r:embed="rId3">
            <a:alphaModFix/>
          </a:blip>
          <a:srcRect/>
          <a:stretch/>
        </p:blipFill>
        <p:spPr>
          <a:xfrm>
            <a:off x="2835034" y="5423425"/>
            <a:ext cx="412567" cy="412567"/>
          </a:xfrm>
          <a:prstGeom prst="rect">
            <a:avLst/>
          </a:prstGeom>
          <a:noFill/>
          <a:ln>
            <a:noFill/>
          </a:ln>
        </p:spPr>
      </p:pic>
      <p:pic>
        <p:nvPicPr>
          <p:cNvPr id="5941" name="Google Shape;5941;p7">
            <a:extLst>
              <a:ext uri="{FF2B5EF4-FFF2-40B4-BE49-F238E27FC236}">
                <a16:creationId xmlns:a16="http://schemas.microsoft.com/office/drawing/2014/main" id="{18C3BE10-84A3-81EC-BD5A-40F866423201}"/>
              </a:ext>
            </a:extLst>
          </p:cNvPr>
          <p:cNvPicPr preferRelativeResize="0"/>
          <p:nvPr/>
        </p:nvPicPr>
        <p:blipFill rotWithShape="1">
          <a:blip r:embed="rId3">
            <a:alphaModFix/>
          </a:blip>
          <a:srcRect/>
          <a:stretch/>
        </p:blipFill>
        <p:spPr>
          <a:xfrm>
            <a:off x="3823734" y="5423425"/>
            <a:ext cx="412567" cy="412567"/>
          </a:xfrm>
          <a:prstGeom prst="rect">
            <a:avLst/>
          </a:prstGeom>
          <a:noFill/>
          <a:ln>
            <a:noFill/>
          </a:ln>
        </p:spPr>
      </p:pic>
      <p:sp>
        <p:nvSpPr>
          <p:cNvPr id="5942" name="Google Shape;5942;p7">
            <a:extLst>
              <a:ext uri="{FF2B5EF4-FFF2-40B4-BE49-F238E27FC236}">
                <a16:creationId xmlns:a16="http://schemas.microsoft.com/office/drawing/2014/main" id="{3BDFBDE5-5BEC-3811-49DB-228CFC0FAB87}"/>
              </a:ext>
            </a:extLst>
          </p:cNvPr>
          <p:cNvSpPr/>
          <p:nvPr/>
        </p:nvSpPr>
        <p:spPr>
          <a:xfrm>
            <a:off x="6182799" y="4778931"/>
            <a:ext cx="5118100" cy="1406210"/>
          </a:xfrm>
          <a:prstGeom prst="rect">
            <a:avLst/>
          </a:prstGeom>
          <a:solidFill>
            <a:schemeClr val="lt2"/>
          </a:solid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333" b="0" i="0" u="none" strike="noStrike" kern="0" cap="none" spc="0" normalizeH="0" baseline="0" noProof="0">
                <a:ln>
                  <a:noFill/>
                </a:ln>
                <a:solidFill>
                  <a:srgbClr val="000000"/>
                </a:solidFill>
                <a:effectLst/>
                <a:uLnTx/>
                <a:uFillTx/>
                <a:latin typeface="Manrope"/>
                <a:ea typeface="Manrope"/>
                <a:cs typeface="Manrope"/>
                <a:sym typeface="Manrope"/>
              </a:rPr>
              <a:t>プロジェクトチーム</a:t>
            </a:r>
            <a:endParaRPr kumimoji="0" sz="1333" b="0" i="0" u="none" strike="noStrike" kern="0" cap="none" spc="0" normalizeH="0" baseline="0" noProof="0">
              <a:ln>
                <a:noFill/>
              </a:ln>
              <a:solidFill>
                <a:srgbClr val="000000"/>
              </a:solidFill>
              <a:effectLst/>
              <a:uLnTx/>
              <a:uFillTx/>
              <a:latin typeface="Manrope"/>
              <a:ea typeface="Manrope"/>
              <a:cs typeface="Manrope"/>
              <a:sym typeface="Manrope"/>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800" b="0" i="0" u="none" strike="noStrike" kern="0" cap="none" spc="0" normalizeH="0" baseline="0" noProof="0">
                <a:ln>
                  <a:noFill/>
                </a:ln>
                <a:solidFill>
                  <a:srgbClr val="000000"/>
                </a:solidFill>
                <a:effectLst/>
                <a:uLnTx/>
                <a:uFillTx/>
                <a:latin typeface="Manrope"/>
                <a:ea typeface="Manrope"/>
                <a:cs typeface="Manrope"/>
                <a:sym typeface="Manrope"/>
              </a:rPr>
              <a:t>計画された作業範囲の実行、プロジェクト成果物の準備とプレゼンテーション、バーチャル会議への参加</a:t>
            </a:r>
          </a:p>
        </p:txBody>
      </p:sp>
      <p:pic>
        <p:nvPicPr>
          <p:cNvPr id="5946" name="Google Shape;5946;p7">
            <a:extLst>
              <a:ext uri="{FF2B5EF4-FFF2-40B4-BE49-F238E27FC236}">
                <a16:creationId xmlns:a16="http://schemas.microsoft.com/office/drawing/2014/main" id="{7513566A-3E1F-121C-883E-BF104A8D4181}"/>
              </a:ext>
            </a:extLst>
          </p:cNvPr>
          <p:cNvPicPr preferRelativeResize="0"/>
          <p:nvPr/>
        </p:nvPicPr>
        <p:blipFill rotWithShape="1">
          <a:blip r:embed="rId3">
            <a:alphaModFix/>
          </a:blip>
          <a:srcRect t="-17100" b="17100"/>
          <a:stretch/>
        </p:blipFill>
        <p:spPr>
          <a:xfrm>
            <a:off x="3705714" y="3845163"/>
            <a:ext cx="412567" cy="412567"/>
          </a:xfrm>
          <a:prstGeom prst="rect">
            <a:avLst/>
          </a:prstGeom>
          <a:noFill/>
          <a:ln>
            <a:noFill/>
          </a:ln>
        </p:spPr>
      </p:pic>
      <p:grpSp>
        <p:nvGrpSpPr>
          <p:cNvPr id="4" name="Group 3">
            <a:extLst>
              <a:ext uri="{FF2B5EF4-FFF2-40B4-BE49-F238E27FC236}">
                <a16:creationId xmlns:a16="http://schemas.microsoft.com/office/drawing/2014/main" id="{124DDA0B-3575-86B2-05DD-AEB7917451A7}"/>
              </a:ext>
            </a:extLst>
          </p:cNvPr>
          <p:cNvGrpSpPr/>
          <p:nvPr/>
        </p:nvGrpSpPr>
        <p:grpSpPr>
          <a:xfrm>
            <a:off x="6464729" y="3842238"/>
            <a:ext cx="1016163" cy="771218"/>
            <a:chOff x="6751738" y="293942"/>
            <a:chExt cx="1016163" cy="771218"/>
          </a:xfrm>
        </p:grpSpPr>
        <p:pic>
          <p:nvPicPr>
            <p:cNvPr id="5935" name="Google Shape;5935;p7">
              <a:extLst>
                <a:ext uri="{FF2B5EF4-FFF2-40B4-BE49-F238E27FC236}">
                  <a16:creationId xmlns:a16="http://schemas.microsoft.com/office/drawing/2014/main" id="{63B19681-14D1-4F59-0005-748878AAD793}"/>
                </a:ext>
              </a:extLst>
            </p:cNvPr>
            <p:cNvPicPr preferRelativeResize="0"/>
            <p:nvPr/>
          </p:nvPicPr>
          <p:blipFill rotWithShape="1">
            <a:blip r:embed="rId3">
              <a:alphaModFix/>
            </a:blip>
            <a:srcRect/>
            <a:stretch/>
          </p:blipFill>
          <p:spPr>
            <a:xfrm>
              <a:off x="7053535" y="293942"/>
              <a:ext cx="412567" cy="412567"/>
            </a:xfrm>
            <a:prstGeom prst="rect">
              <a:avLst/>
            </a:prstGeom>
            <a:noFill/>
            <a:ln>
              <a:noFill/>
            </a:ln>
          </p:spPr>
        </p:pic>
        <p:sp>
          <p:nvSpPr>
            <p:cNvPr id="3" name="TextBox 2">
              <a:extLst>
                <a:ext uri="{FF2B5EF4-FFF2-40B4-BE49-F238E27FC236}">
                  <a16:creationId xmlns:a16="http://schemas.microsoft.com/office/drawing/2014/main" id="{B5AFC76C-0448-335E-C7FB-93DABD6D9FF4}"/>
                </a:ext>
              </a:extLst>
            </p:cNvPr>
            <p:cNvSpPr txBox="1"/>
            <p:nvPr/>
          </p:nvSpPr>
          <p:spPr>
            <a:xfrm>
              <a:off x="6751738" y="665050"/>
              <a:ext cx="1016163"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プロジェクトマネージャー</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（オフショア）EN</a:t>
              </a:r>
              <a:endParaRPr kumimoji="0" lang="en-US" sz="10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5" name="Group 4">
            <a:extLst>
              <a:ext uri="{FF2B5EF4-FFF2-40B4-BE49-F238E27FC236}">
                <a16:creationId xmlns:a16="http://schemas.microsoft.com/office/drawing/2014/main" id="{5C07AC29-2E8E-78F4-B4E3-642A1E1D670E}"/>
              </a:ext>
            </a:extLst>
          </p:cNvPr>
          <p:cNvGrpSpPr/>
          <p:nvPr/>
        </p:nvGrpSpPr>
        <p:grpSpPr>
          <a:xfrm>
            <a:off x="9933213" y="3842238"/>
            <a:ext cx="1016163" cy="771218"/>
            <a:chOff x="6751738" y="293942"/>
            <a:chExt cx="1016163" cy="771218"/>
          </a:xfrm>
        </p:grpSpPr>
        <p:pic>
          <p:nvPicPr>
            <p:cNvPr id="6" name="Google Shape;5935;p7">
              <a:extLst>
                <a:ext uri="{FF2B5EF4-FFF2-40B4-BE49-F238E27FC236}">
                  <a16:creationId xmlns:a16="http://schemas.microsoft.com/office/drawing/2014/main" id="{7ED5978B-DC7A-1050-B8D8-BE87B25FA08C}"/>
                </a:ext>
              </a:extLst>
            </p:cNvPr>
            <p:cNvPicPr preferRelativeResize="0"/>
            <p:nvPr/>
          </p:nvPicPr>
          <p:blipFill rotWithShape="1">
            <a:blip r:embed="rId3">
              <a:alphaModFix/>
            </a:blip>
            <a:srcRect/>
            <a:stretch/>
          </p:blipFill>
          <p:spPr>
            <a:xfrm>
              <a:off x="7053535" y="293942"/>
              <a:ext cx="412567" cy="412567"/>
            </a:xfrm>
            <a:prstGeom prst="rect">
              <a:avLst/>
            </a:prstGeom>
            <a:noFill/>
            <a:ln>
              <a:noFill/>
            </a:ln>
          </p:spPr>
        </p:pic>
        <p:sp>
          <p:nvSpPr>
            <p:cNvPr id="7" name="TextBox 6">
              <a:extLst>
                <a:ext uri="{FF2B5EF4-FFF2-40B4-BE49-F238E27FC236}">
                  <a16:creationId xmlns:a16="http://schemas.microsoft.com/office/drawing/2014/main" id="{99CCA18A-F9EE-1E7D-8A70-C440299C8352}"/>
                </a:ext>
              </a:extLst>
            </p:cNvPr>
            <p:cNvSpPr txBox="1"/>
            <p:nvPr/>
          </p:nvSpPr>
          <p:spPr>
            <a:xfrm>
              <a:off x="6751738" y="665050"/>
              <a:ext cx="1016163"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GenAIエキスパート</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（日本）EN/JP</a:t>
              </a:r>
              <a:endParaRPr kumimoji="0" lang="en-US" sz="10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8" name="Group 7">
            <a:extLst>
              <a:ext uri="{FF2B5EF4-FFF2-40B4-BE49-F238E27FC236}">
                <a16:creationId xmlns:a16="http://schemas.microsoft.com/office/drawing/2014/main" id="{8F46DF9E-5538-BD65-2D4B-EA24CA8B399D}"/>
              </a:ext>
            </a:extLst>
          </p:cNvPr>
          <p:cNvGrpSpPr/>
          <p:nvPr/>
        </p:nvGrpSpPr>
        <p:grpSpPr>
          <a:xfrm>
            <a:off x="8050992" y="3845164"/>
            <a:ext cx="1220245" cy="771218"/>
            <a:chOff x="6629105" y="293942"/>
            <a:chExt cx="1220245" cy="771218"/>
          </a:xfrm>
        </p:grpSpPr>
        <p:pic>
          <p:nvPicPr>
            <p:cNvPr id="9" name="Google Shape;5935;p7">
              <a:extLst>
                <a:ext uri="{FF2B5EF4-FFF2-40B4-BE49-F238E27FC236}">
                  <a16:creationId xmlns:a16="http://schemas.microsoft.com/office/drawing/2014/main" id="{57BE05AE-DBC0-D02E-30C8-C4770BB395F6}"/>
                </a:ext>
              </a:extLst>
            </p:cNvPr>
            <p:cNvPicPr preferRelativeResize="0"/>
            <p:nvPr/>
          </p:nvPicPr>
          <p:blipFill rotWithShape="1">
            <a:blip r:embed="rId3">
              <a:alphaModFix/>
            </a:blip>
            <a:srcRect/>
            <a:stretch/>
          </p:blipFill>
          <p:spPr>
            <a:xfrm>
              <a:off x="7053535" y="293942"/>
              <a:ext cx="412567" cy="412567"/>
            </a:xfrm>
            <a:prstGeom prst="rect">
              <a:avLst/>
            </a:prstGeom>
            <a:noFill/>
            <a:ln>
              <a:noFill/>
            </a:ln>
          </p:spPr>
        </p:pic>
        <p:sp>
          <p:nvSpPr>
            <p:cNvPr id="10" name="TextBox 9">
              <a:extLst>
                <a:ext uri="{FF2B5EF4-FFF2-40B4-BE49-F238E27FC236}">
                  <a16:creationId xmlns:a16="http://schemas.microsoft.com/office/drawing/2014/main" id="{AAE42F7B-1D53-EEE3-55A2-034BFF376895}"/>
                </a:ext>
              </a:extLst>
            </p:cNvPr>
            <p:cNvSpPr txBox="1"/>
            <p:nvPr/>
          </p:nvSpPr>
          <p:spPr>
            <a:xfrm>
              <a:off x="6629105" y="665050"/>
              <a:ext cx="122024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プロジェクトマネージャー</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（日本）EN/JP</a:t>
              </a:r>
              <a:endParaRPr kumimoji="0" lang="en-US" sz="10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11" name="Group 10">
            <a:extLst>
              <a:ext uri="{FF2B5EF4-FFF2-40B4-BE49-F238E27FC236}">
                <a16:creationId xmlns:a16="http://schemas.microsoft.com/office/drawing/2014/main" id="{EF5B0103-8515-0631-A928-D2BE251BCFDA}"/>
              </a:ext>
            </a:extLst>
          </p:cNvPr>
          <p:cNvGrpSpPr/>
          <p:nvPr/>
        </p:nvGrpSpPr>
        <p:grpSpPr>
          <a:xfrm>
            <a:off x="6291052" y="5413923"/>
            <a:ext cx="1016163" cy="771218"/>
            <a:chOff x="6751738" y="293942"/>
            <a:chExt cx="1016163" cy="771218"/>
          </a:xfrm>
        </p:grpSpPr>
        <p:pic>
          <p:nvPicPr>
            <p:cNvPr id="12" name="Google Shape;5935;p7">
              <a:extLst>
                <a:ext uri="{FF2B5EF4-FFF2-40B4-BE49-F238E27FC236}">
                  <a16:creationId xmlns:a16="http://schemas.microsoft.com/office/drawing/2014/main" id="{734DCB1E-ACD2-AB56-A62F-D73862D587C2}"/>
                </a:ext>
              </a:extLst>
            </p:cNvPr>
            <p:cNvPicPr preferRelativeResize="0"/>
            <p:nvPr/>
          </p:nvPicPr>
          <p:blipFill rotWithShape="1">
            <a:blip r:embed="rId3">
              <a:alphaModFix/>
            </a:blip>
            <a:srcRect/>
            <a:stretch/>
          </p:blipFill>
          <p:spPr>
            <a:xfrm>
              <a:off x="7053535" y="293942"/>
              <a:ext cx="412567" cy="412567"/>
            </a:xfrm>
            <a:prstGeom prst="rect">
              <a:avLst/>
            </a:prstGeom>
            <a:noFill/>
            <a:ln>
              <a:noFill/>
            </a:ln>
          </p:spPr>
        </p:pic>
        <p:sp>
          <p:nvSpPr>
            <p:cNvPr id="13" name="TextBox 12">
              <a:extLst>
                <a:ext uri="{FF2B5EF4-FFF2-40B4-BE49-F238E27FC236}">
                  <a16:creationId xmlns:a16="http://schemas.microsoft.com/office/drawing/2014/main" id="{E1D4E58D-5F18-2A3E-DCE2-99B4B1CC15CF}"/>
                </a:ext>
              </a:extLst>
            </p:cNvPr>
            <p:cNvSpPr txBox="1"/>
            <p:nvPr/>
          </p:nvSpPr>
          <p:spPr>
            <a:xfrm>
              <a:off x="6751738" y="665050"/>
              <a:ext cx="1016163"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ソリューションアーキテク</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（日本）EN/JP</a:t>
              </a:r>
              <a:endParaRPr kumimoji="0" lang="en-US" sz="10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14" name="Group 13">
            <a:extLst>
              <a:ext uri="{FF2B5EF4-FFF2-40B4-BE49-F238E27FC236}">
                <a16:creationId xmlns:a16="http://schemas.microsoft.com/office/drawing/2014/main" id="{38D20CD5-D00D-BFC3-B4FF-877CA49C64CC}"/>
              </a:ext>
            </a:extLst>
          </p:cNvPr>
          <p:cNvGrpSpPr/>
          <p:nvPr/>
        </p:nvGrpSpPr>
        <p:grpSpPr>
          <a:xfrm>
            <a:off x="7548347" y="5388799"/>
            <a:ext cx="1068224" cy="778300"/>
            <a:chOff x="6725706" y="293942"/>
            <a:chExt cx="1068224" cy="778300"/>
          </a:xfrm>
        </p:grpSpPr>
        <p:pic>
          <p:nvPicPr>
            <p:cNvPr id="15" name="Google Shape;5935;p7">
              <a:extLst>
                <a:ext uri="{FF2B5EF4-FFF2-40B4-BE49-F238E27FC236}">
                  <a16:creationId xmlns:a16="http://schemas.microsoft.com/office/drawing/2014/main" id="{B17618EF-0C7C-D07D-6AF6-7084715F021B}"/>
                </a:ext>
              </a:extLst>
            </p:cNvPr>
            <p:cNvPicPr preferRelativeResize="0"/>
            <p:nvPr/>
          </p:nvPicPr>
          <p:blipFill rotWithShape="1">
            <a:blip r:embed="rId3">
              <a:alphaModFix/>
            </a:blip>
            <a:srcRect/>
            <a:stretch/>
          </p:blipFill>
          <p:spPr>
            <a:xfrm>
              <a:off x="7053535" y="293942"/>
              <a:ext cx="412567" cy="412567"/>
            </a:xfrm>
            <a:prstGeom prst="rect">
              <a:avLst/>
            </a:prstGeom>
            <a:noFill/>
            <a:ln>
              <a:noFill/>
            </a:ln>
          </p:spPr>
        </p:pic>
        <p:sp>
          <p:nvSpPr>
            <p:cNvPr id="16" name="TextBox 15">
              <a:extLst>
                <a:ext uri="{FF2B5EF4-FFF2-40B4-BE49-F238E27FC236}">
                  <a16:creationId xmlns:a16="http://schemas.microsoft.com/office/drawing/2014/main" id="{F2FAADED-1F3E-89C7-D284-7DF5B07785FA}"/>
                </a:ext>
              </a:extLst>
            </p:cNvPr>
            <p:cNvSpPr txBox="1"/>
            <p:nvPr/>
          </p:nvSpPr>
          <p:spPr>
            <a:xfrm>
              <a:off x="6725706" y="672132"/>
              <a:ext cx="106822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プロダクトオーナー</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（オフショア）EN</a:t>
              </a:r>
              <a:endParaRPr kumimoji="0" lang="en-US" sz="10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17" name="Group 16">
            <a:extLst>
              <a:ext uri="{FF2B5EF4-FFF2-40B4-BE49-F238E27FC236}">
                <a16:creationId xmlns:a16="http://schemas.microsoft.com/office/drawing/2014/main" id="{1045E6E2-9AFF-FD49-AD52-C04B933E5D9F}"/>
              </a:ext>
            </a:extLst>
          </p:cNvPr>
          <p:cNvGrpSpPr/>
          <p:nvPr/>
        </p:nvGrpSpPr>
        <p:grpSpPr>
          <a:xfrm>
            <a:off x="8944400" y="5388799"/>
            <a:ext cx="1016163" cy="771218"/>
            <a:chOff x="6751738" y="293942"/>
            <a:chExt cx="1016163" cy="771218"/>
          </a:xfrm>
        </p:grpSpPr>
        <p:pic>
          <p:nvPicPr>
            <p:cNvPr id="18" name="Google Shape;5935;p7">
              <a:extLst>
                <a:ext uri="{FF2B5EF4-FFF2-40B4-BE49-F238E27FC236}">
                  <a16:creationId xmlns:a16="http://schemas.microsoft.com/office/drawing/2014/main" id="{A4672A66-1014-7D36-06A3-69BA969762C0}"/>
                </a:ext>
              </a:extLst>
            </p:cNvPr>
            <p:cNvPicPr preferRelativeResize="0"/>
            <p:nvPr/>
          </p:nvPicPr>
          <p:blipFill rotWithShape="1">
            <a:blip r:embed="rId3">
              <a:alphaModFix/>
            </a:blip>
            <a:srcRect/>
            <a:stretch/>
          </p:blipFill>
          <p:spPr>
            <a:xfrm>
              <a:off x="7053535" y="293942"/>
              <a:ext cx="412567" cy="412567"/>
            </a:xfrm>
            <a:prstGeom prst="rect">
              <a:avLst/>
            </a:prstGeom>
            <a:noFill/>
            <a:ln>
              <a:noFill/>
            </a:ln>
          </p:spPr>
        </p:pic>
        <p:sp>
          <p:nvSpPr>
            <p:cNvPr id="19" name="TextBox 18">
              <a:extLst>
                <a:ext uri="{FF2B5EF4-FFF2-40B4-BE49-F238E27FC236}">
                  <a16:creationId xmlns:a16="http://schemas.microsoft.com/office/drawing/2014/main" id="{2DA5989B-F649-097B-9AEB-645AADA9868B}"/>
                </a:ext>
              </a:extLst>
            </p:cNvPr>
            <p:cNvSpPr txBox="1"/>
            <p:nvPr/>
          </p:nvSpPr>
          <p:spPr>
            <a:xfrm>
              <a:off x="6751738" y="665050"/>
              <a:ext cx="1016163"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GenAI Archi</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（オフショア）EN</a:t>
              </a:r>
              <a:endParaRPr kumimoji="0" lang="en-US" sz="10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20" name="Group 19">
            <a:extLst>
              <a:ext uri="{FF2B5EF4-FFF2-40B4-BE49-F238E27FC236}">
                <a16:creationId xmlns:a16="http://schemas.microsoft.com/office/drawing/2014/main" id="{9975C103-DDE8-4156-8755-CCF7E92EB87F}"/>
              </a:ext>
            </a:extLst>
          </p:cNvPr>
          <p:cNvGrpSpPr/>
          <p:nvPr/>
        </p:nvGrpSpPr>
        <p:grpSpPr>
          <a:xfrm>
            <a:off x="10139495" y="5406841"/>
            <a:ext cx="1016163" cy="771218"/>
            <a:chOff x="6751738" y="293942"/>
            <a:chExt cx="1016163" cy="771218"/>
          </a:xfrm>
        </p:grpSpPr>
        <p:pic>
          <p:nvPicPr>
            <p:cNvPr id="21" name="Google Shape;5935;p7">
              <a:extLst>
                <a:ext uri="{FF2B5EF4-FFF2-40B4-BE49-F238E27FC236}">
                  <a16:creationId xmlns:a16="http://schemas.microsoft.com/office/drawing/2014/main" id="{042177B6-514E-2B56-DDF0-AAC67CDD98F7}"/>
                </a:ext>
              </a:extLst>
            </p:cNvPr>
            <p:cNvPicPr preferRelativeResize="0"/>
            <p:nvPr/>
          </p:nvPicPr>
          <p:blipFill rotWithShape="1">
            <a:blip r:embed="rId3">
              <a:alphaModFix/>
            </a:blip>
            <a:srcRect/>
            <a:stretch/>
          </p:blipFill>
          <p:spPr>
            <a:xfrm>
              <a:off x="7053535" y="293942"/>
              <a:ext cx="412567" cy="412567"/>
            </a:xfrm>
            <a:prstGeom prst="rect">
              <a:avLst/>
            </a:prstGeom>
            <a:noFill/>
            <a:ln>
              <a:noFill/>
            </a:ln>
          </p:spPr>
        </p:pic>
        <p:sp>
          <p:nvSpPr>
            <p:cNvPr id="22" name="TextBox 21">
              <a:extLst>
                <a:ext uri="{FF2B5EF4-FFF2-40B4-BE49-F238E27FC236}">
                  <a16:creationId xmlns:a16="http://schemas.microsoft.com/office/drawing/2014/main" id="{291F2302-65FD-4CCA-96FF-53F9032C0518}"/>
                </a:ext>
              </a:extLst>
            </p:cNvPr>
            <p:cNvSpPr txBox="1"/>
            <p:nvPr/>
          </p:nvSpPr>
          <p:spPr>
            <a:xfrm>
              <a:off x="6751738" y="665050"/>
              <a:ext cx="1016163"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ビジネスアナリスト</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 sz="1000" b="0" i="0" u="none" strike="noStrike" kern="0" cap="none" spc="0" normalizeH="0" baseline="0" noProof="0">
                  <a:ln>
                    <a:noFill/>
                  </a:ln>
                  <a:solidFill>
                    <a:srgbClr val="000000"/>
                  </a:solidFill>
                  <a:effectLst/>
                  <a:uLnTx/>
                  <a:uFillTx/>
                  <a:latin typeface="Manrope"/>
                  <a:ea typeface="Manrope"/>
                  <a:cs typeface="Manrope"/>
                  <a:sym typeface="Manrope"/>
                </a:rPr>
                <a:t>（オフショア）EN</a:t>
              </a:r>
              <a:endParaRPr kumimoji="0" lang="en-US" sz="1000"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3" name="TextBox 22">
            <a:extLst>
              <a:ext uri="{FF2B5EF4-FFF2-40B4-BE49-F238E27FC236}">
                <a16:creationId xmlns:a16="http://schemas.microsoft.com/office/drawing/2014/main" id="{6F20730A-D878-0177-2B42-B84099EF226B}"/>
              </a:ext>
            </a:extLst>
          </p:cNvPr>
          <p:cNvSpPr txBox="1"/>
          <p:nvPr/>
        </p:nvSpPr>
        <p:spPr>
          <a:xfrm>
            <a:off x="2705851" y="6426883"/>
            <a:ext cx="618213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800" b="0" i="0" u="none" strike="noStrike" kern="1200" cap="none" spc="0" normalizeH="0" baseline="0" noProof="0">
                <a:ln>
                  <a:noFill/>
                </a:ln>
                <a:solidFill>
                  <a:srgbClr val="000000"/>
                </a:solidFill>
                <a:effectLst/>
                <a:uLnTx/>
                <a:uFillTx/>
                <a:latin typeface="Helvetica Neue"/>
                <a:ea typeface="+mn-ea"/>
                <a:cs typeface="Helvetica Neue"/>
                <a:sym typeface="Helvetica Neue"/>
              </a:rPr>
              <a:t>*チーム構成は業務範囲が確定次第最終決定します</a:t>
            </a: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666770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28"/>
          <p:cNvSpPr/>
          <p:nvPr/>
        </p:nvSpPr>
        <p:spPr>
          <a:xfrm>
            <a:off x="219456" y="6046470"/>
            <a:ext cx="2231136" cy="482346"/>
          </a:xfrm>
          <a:prstGeom prst="roundRect">
            <a:avLst>
              <a:gd name="adj" fmla="val 23810"/>
            </a:avLst>
          </a:prstGeom>
          <a:solidFill>
            <a:srgbClr val="E6EFF1"/>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 name="Shape 7"/>
          <p:cNvSpPr/>
          <p:nvPr/>
        </p:nvSpPr>
        <p:spPr>
          <a:xfrm>
            <a:off x="219456" y="1115568"/>
            <a:ext cx="2231136" cy="1243584"/>
          </a:xfrm>
          <a:prstGeom prst="roundRect">
            <a:avLst>
              <a:gd name="adj" fmla="val 7353"/>
            </a:avLst>
          </a:prstGeom>
          <a:solidFill>
            <a:srgbClr val="E6EFF1"/>
          </a:solidFill>
          <a:ln w="10160">
            <a:solidFill>
              <a:srgbClr val="E6EFF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 name="Shape 8"/>
          <p:cNvSpPr/>
          <p:nvPr/>
        </p:nvSpPr>
        <p:spPr>
          <a:xfrm>
            <a:off x="219456" y="1115568"/>
            <a:ext cx="2231136" cy="1243584"/>
          </a:xfrm>
          <a:prstGeom prst="roundRect">
            <a:avLst>
              <a:gd name="adj" fmla="val 7353"/>
            </a:avLst>
          </a:prstGeom>
          <a:solidFill>
            <a:srgbClr val="E6EFF1"/>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5" name="Shape 53"/>
          <p:cNvSpPr/>
          <p:nvPr/>
        </p:nvSpPr>
        <p:spPr>
          <a:xfrm>
            <a:off x="2587752" y="6046470"/>
            <a:ext cx="2231136" cy="482346"/>
          </a:xfrm>
          <a:prstGeom prst="roundRect">
            <a:avLst>
              <a:gd name="adj" fmla="val 23810"/>
            </a:avLst>
          </a:prstGeom>
          <a:solidFill>
            <a:srgbClr val="EEEDFE"/>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0" name="Shape 78"/>
          <p:cNvSpPr/>
          <p:nvPr/>
        </p:nvSpPr>
        <p:spPr>
          <a:xfrm>
            <a:off x="4956048" y="6046470"/>
            <a:ext cx="2231136" cy="482346"/>
          </a:xfrm>
          <a:prstGeom prst="roundRect">
            <a:avLst>
              <a:gd name="adj" fmla="val 23810"/>
            </a:avLst>
          </a:prstGeom>
          <a:solidFill>
            <a:srgbClr val="E8F8F8"/>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5" name="Shape 33"/>
          <p:cNvSpPr/>
          <p:nvPr/>
        </p:nvSpPr>
        <p:spPr>
          <a:xfrm>
            <a:off x="2587752" y="1115568"/>
            <a:ext cx="2231136" cy="1243584"/>
          </a:xfrm>
          <a:prstGeom prst="roundRect">
            <a:avLst>
              <a:gd name="adj" fmla="val 7353"/>
            </a:avLst>
          </a:prstGeom>
          <a:solidFill>
            <a:srgbClr val="EEEDFE"/>
          </a:solidFill>
          <a:ln w="10160">
            <a:solidFill>
              <a:srgbClr val="EEED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6" name="Shape 34"/>
          <p:cNvSpPr/>
          <p:nvPr/>
        </p:nvSpPr>
        <p:spPr>
          <a:xfrm>
            <a:off x="2587752" y="1115568"/>
            <a:ext cx="2231136" cy="1243584"/>
          </a:xfrm>
          <a:prstGeom prst="roundRect">
            <a:avLst>
              <a:gd name="adj" fmla="val 7353"/>
            </a:avLst>
          </a:prstGeom>
          <a:solidFill>
            <a:srgbClr val="EEEDFE"/>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0" name="Shape 58"/>
          <p:cNvSpPr/>
          <p:nvPr/>
        </p:nvSpPr>
        <p:spPr>
          <a:xfrm>
            <a:off x="4956048" y="1115568"/>
            <a:ext cx="2231136" cy="1243584"/>
          </a:xfrm>
          <a:prstGeom prst="roundRect">
            <a:avLst>
              <a:gd name="adj" fmla="val 7353"/>
            </a:avLst>
          </a:prstGeom>
          <a:solidFill>
            <a:srgbClr val="E8F8F8"/>
          </a:solidFill>
          <a:ln w="10160">
            <a:solidFill>
              <a:srgbClr val="E8F8F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1" name="Shape 59"/>
          <p:cNvSpPr/>
          <p:nvPr/>
        </p:nvSpPr>
        <p:spPr>
          <a:xfrm>
            <a:off x="4956048" y="1115568"/>
            <a:ext cx="2231136" cy="1243584"/>
          </a:xfrm>
          <a:prstGeom prst="roundRect">
            <a:avLst>
              <a:gd name="adj" fmla="val 7353"/>
            </a:avLst>
          </a:prstGeom>
          <a:solidFill>
            <a:srgbClr val="E8F8F8"/>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5" name="Shape 103"/>
          <p:cNvSpPr/>
          <p:nvPr/>
        </p:nvSpPr>
        <p:spPr>
          <a:xfrm>
            <a:off x="7324344" y="6046470"/>
            <a:ext cx="2231136" cy="482346"/>
          </a:xfrm>
          <a:prstGeom prst="roundRect">
            <a:avLst>
              <a:gd name="adj" fmla="val 23810"/>
            </a:avLst>
          </a:prstGeom>
          <a:solidFill>
            <a:srgbClr val="FCE6EB"/>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5" name="Shape 83"/>
          <p:cNvSpPr/>
          <p:nvPr/>
        </p:nvSpPr>
        <p:spPr>
          <a:xfrm>
            <a:off x="7324344" y="1115568"/>
            <a:ext cx="2231136" cy="1243584"/>
          </a:xfrm>
          <a:prstGeom prst="roundRect">
            <a:avLst>
              <a:gd name="adj" fmla="val 7353"/>
            </a:avLst>
          </a:prstGeom>
          <a:solidFill>
            <a:srgbClr val="FCE6EB"/>
          </a:solidFill>
          <a:ln w="10160">
            <a:solidFill>
              <a:srgbClr val="FCE6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6" name="Shape 84"/>
          <p:cNvSpPr/>
          <p:nvPr/>
        </p:nvSpPr>
        <p:spPr>
          <a:xfrm>
            <a:off x="7324344" y="1115568"/>
            <a:ext cx="2231136" cy="1243584"/>
          </a:xfrm>
          <a:prstGeom prst="roundRect">
            <a:avLst>
              <a:gd name="adj" fmla="val 7353"/>
            </a:avLst>
          </a:prstGeom>
          <a:solidFill>
            <a:srgbClr val="FCE6EB"/>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6" name="Shape 134"/>
          <p:cNvSpPr/>
          <p:nvPr/>
        </p:nvSpPr>
        <p:spPr>
          <a:xfrm>
            <a:off x="9692640" y="6046470"/>
            <a:ext cx="2231136" cy="482346"/>
          </a:xfrm>
          <a:prstGeom prst="roundRect">
            <a:avLst>
              <a:gd name="adj" fmla="val 23810"/>
            </a:avLst>
          </a:prstGeom>
          <a:solidFill>
            <a:srgbClr val="FFF0E6"/>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10" name="Shape 108"/>
          <p:cNvSpPr/>
          <p:nvPr/>
        </p:nvSpPr>
        <p:spPr>
          <a:xfrm>
            <a:off x="9692640" y="1115568"/>
            <a:ext cx="2231136" cy="1243584"/>
          </a:xfrm>
          <a:prstGeom prst="roundRect">
            <a:avLst>
              <a:gd name="adj" fmla="val 7353"/>
            </a:avLst>
          </a:prstGeom>
          <a:solidFill>
            <a:srgbClr val="FFF0E6"/>
          </a:solidFill>
          <a:ln w="10160">
            <a:solidFill>
              <a:srgbClr val="FFF0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11" name="Shape 109"/>
          <p:cNvSpPr/>
          <p:nvPr/>
        </p:nvSpPr>
        <p:spPr>
          <a:xfrm>
            <a:off x="9692640" y="1115568"/>
            <a:ext cx="2231136" cy="1243584"/>
          </a:xfrm>
          <a:prstGeom prst="roundRect">
            <a:avLst>
              <a:gd name="adj" fmla="val 7353"/>
            </a:avLst>
          </a:prstGeom>
          <a:solidFill>
            <a:srgbClr val="FFF0E6"/>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 name="Text 5"/>
          <p:cNvSpPr/>
          <p:nvPr/>
        </p:nvSpPr>
        <p:spPr>
          <a:xfrm>
            <a:off x="256032" y="548640"/>
            <a:ext cx="11612880" cy="47548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2800" b="1" i="0" u="none" strike="noStrike" kern="1200" cap="none" spc="0" normalizeH="0" baseline="0" noProof="0" dirty="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GlobalLogicのエンゲージメント成果物 — アドバイザリーフェーズ</a:t>
            </a:r>
            <a:endParaRPr kumimoji="0" lang="en-US" sz="2800" b="0" i="0" u="none" strike="noStrike" kern="1200" cap="none" spc="0" normalizeH="0" baseline="0" noProof="0" dirty="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 name="Shape 6"/>
          <p:cNvSpPr/>
          <p:nvPr/>
        </p:nvSpPr>
        <p:spPr>
          <a:xfrm>
            <a:off x="219456" y="2267712"/>
            <a:ext cx="2231136" cy="3877056"/>
          </a:xfrm>
          <a:prstGeom prst="roundRect">
            <a:avLst>
              <a:gd name="adj" fmla="val 0"/>
            </a:avLst>
          </a:prstGeom>
          <a:solidFill>
            <a:srgbClr val="F9F9F9"/>
          </a:solidFill>
          <a:ln w="6350">
            <a:solidFill>
              <a:srgbClr val="D7D7D8"/>
            </a:solidFill>
            <a:prstDash val="solid"/>
          </a:ln>
          <a:effectLst>
            <a:outerShdw blurRad="762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 name="Shape 10"/>
          <p:cNvSpPr/>
          <p:nvPr/>
        </p:nvSpPr>
        <p:spPr>
          <a:xfrm>
            <a:off x="877824" y="1280160"/>
            <a:ext cx="914400" cy="804672"/>
          </a:xfrm>
          <a:prstGeom prst="roundRect">
            <a:avLst>
              <a:gd name="adj" fmla="val 6818"/>
            </a:avLst>
          </a:prstGeom>
          <a:solidFill>
            <a:srgbClr val="FFFFFF"/>
          </a:solidFill>
          <a:ln w="1016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 name="Shape 11"/>
          <p:cNvSpPr/>
          <p:nvPr/>
        </p:nvSpPr>
        <p:spPr>
          <a:xfrm>
            <a:off x="1005840" y="1426464"/>
            <a:ext cx="420624" cy="54864"/>
          </a:xfrm>
          <a:prstGeom prst="rect">
            <a:avLst/>
          </a:prstGeom>
          <a:solidFill>
            <a:srgbClr val="06475F"/>
          </a:solidFill>
          <a:ln w="12700">
            <a:solidFill>
              <a:srgbClr val="0647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4" name="Shape 12"/>
          <p:cNvSpPr/>
          <p:nvPr/>
        </p:nvSpPr>
        <p:spPr>
          <a:xfrm>
            <a:off x="1005840" y="1536192"/>
            <a:ext cx="566928" cy="54864"/>
          </a:xfrm>
          <a:prstGeom prst="rect">
            <a:avLst/>
          </a:prstGeom>
          <a:solidFill>
            <a:srgbClr val="06475F"/>
          </a:solidFill>
          <a:ln w="12700">
            <a:solidFill>
              <a:srgbClr val="0647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5" name="Shape 13"/>
          <p:cNvSpPr/>
          <p:nvPr/>
        </p:nvSpPr>
        <p:spPr>
          <a:xfrm>
            <a:off x="1005840" y="1645920"/>
            <a:ext cx="493776" cy="54864"/>
          </a:xfrm>
          <a:prstGeom prst="rect">
            <a:avLst/>
          </a:prstGeom>
          <a:solidFill>
            <a:srgbClr val="06475F"/>
          </a:solidFill>
          <a:ln w="12700">
            <a:solidFill>
              <a:srgbClr val="0647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 name="Shape 14"/>
          <p:cNvSpPr/>
          <p:nvPr/>
        </p:nvSpPr>
        <p:spPr>
          <a:xfrm>
            <a:off x="1005840" y="1755648"/>
            <a:ext cx="365760" cy="45719"/>
          </a:xfrm>
          <a:prstGeom prst="rect">
            <a:avLst/>
          </a:prstGeom>
          <a:solidFill>
            <a:srgbClr val="06475F"/>
          </a:solidFill>
          <a:ln w="12700">
            <a:solidFill>
              <a:srgbClr val="0647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7" name="Shape 15"/>
          <p:cNvSpPr/>
          <p:nvPr/>
        </p:nvSpPr>
        <p:spPr>
          <a:xfrm>
            <a:off x="1545336" y="1745075"/>
            <a:ext cx="73152" cy="146304"/>
          </a:xfrm>
          <a:prstGeom prst="rect">
            <a:avLst/>
          </a:prstGeom>
          <a:solidFill>
            <a:srgbClr val="06475F"/>
          </a:solidFill>
          <a:ln w="12700">
            <a:solidFill>
              <a:srgbClr val="0647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8" name="Shape 16"/>
          <p:cNvSpPr/>
          <p:nvPr/>
        </p:nvSpPr>
        <p:spPr>
          <a:xfrm>
            <a:off x="1636776" y="1671923"/>
            <a:ext cx="73152" cy="219456"/>
          </a:xfrm>
          <a:prstGeom prst="rect">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9" name="Text 17"/>
          <p:cNvSpPr/>
          <p:nvPr/>
        </p:nvSpPr>
        <p:spPr>
          <a:xfrm>
            <a:off x="384048" y="2468880"/>
            <a:ext cx="1901952" cy="20116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D1</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0" name="Text 18"/>
          <p:cNvSpPr/>
          <p:nvPr/>
        </p:nvSpPr>
        <p:spPr>
          <a:xfrm>
            <a:off x="384048" y="2651760"/>
            <a:ext cx="1901952" cy="47548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15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データおよびシステム準備状況レポート</a:t>
            </a:r>
            <a:endParaRPr kumimoji="0" lang="en-US" sz="11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1" name="Text 19"/>
          <p:cNvSpPr/>
          <p:nvPr/>
        </p:nvSpPr>
        <p:spPr>
          <a:xfrm>
            <a:off x="384048" y="3163824"/>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・購入データの品質と範囲</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2" name="Text 20"/>
          <p:cNvSpPr/>
          <p:nvPr/>
        </p:nvSpPr>
        <p:spPr>
          <a:xfrm>
            <a:off x="384048" y="3401568"/>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・カタログフォーマットの多様性監査</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3" name="Text 21"/>
          <p:cNvSpPr/>
          <p:nvPr/>
        </p:nvSpPr>
        <p:spPr>
          <a:xfrm>
            <a:off x="384048" y="3639312"/>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・GPUインフラストラクチャのレビュー</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4" name="Text 22"/>
          <p:cNvSpPr/>
          <p:nvPr/>
        </p:nvSpPr>
        <p:spPr>
          <a:xfrm>
            <a:off x="384048" y="3877056"/>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・5名の同僚へのインタビュー</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5" name="Text 23"/>
          <p:cNvSpPr/>
          <p:nvPr/>
        </p:nvSpPr>
        <p:spPr>
          <a:xfrm>
            <a:off x="384048" y="4114800"/>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・データギャップが特定された</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6" name="Shape 24"/>
          <p:cNvSpPr/>
          <p:nvPr/>
        </p:nvSpPr>
        <p:spPr>
          <a:xfrm>
            <a:off x="384048" y="4480560"/>
            <a:ext cx="1901952"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7" name="Text 25"/>
          <p:cNvSpPr/>
          <p:nvPr/>
        </p:nvSpPr>
        <p:spPr>
          <a:xfrm>
            <a:off x="384048" y="4553712"/>
            <a:ext cx="1901952" cy="201168"/>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これは何をするものか：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8" name="Text 26"/>
          <p:cNvSpPr/>
          <p:nvPr/>
        </p:nvSpPr>
        <p:spPr>
          <a:xfrm>
            <a:off x="384048" y="4754880"/>
            <a:ext cx="1901952" cy="731520"/>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すべてのデータ入力が利用可能であり、PoC（概念実証）の準備が整っていることを確認します。構築開始前に技術的なベースラインを確立します。</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2" name="Text 30"/>
          <p:cNvSpPr/>
          <p:nvPr/>
        </p:nvSpPr>
        <p:spPr>
          <a:xfrm>
            <a:off x="347472" y="6181344"/>
            <a:ext cx="1975104"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コンサルティング＆戦略 - 主要業務</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3" name="Text 31"/>
          <p:cNvSpPr/>
          <p:nvPr/>
        </p:nvSpPr>
        <p:spPr>
          <a:xfrm>
            <a:off x="347472" y="6345936"/>
            <a:ext cx="1975104"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06475F"/>
                </a:solidFill>
                <a:effectLst/>
                <a:uLnTx/>
                <a:uFillTx/>
                <a:latin typeface="Yu Gothic" panose="020B0400000000000000" pitchFamily="34" charset="-128"/>
                <a:ea typeface="Yu Gothic" panose="020B0400000000000000" pitchFamily="34" charset="-128"/>
                <a:cs typeface="Calibri" pitchFamily="34" charset="-120"/>
              </a:rPr>
              <a:t>アーキテクチャ - サポート</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4" name="Shape 32"/>
          <p:cNvSpPr/>
          <p:nvPr/>
        </p:nvSpPr>
        <p:spPr>
          <a:xfrm>
            <a:off x="2587752" y="2267712"/>
            <a:ext cx="2231136" cy="3877056"/>
          </a:xfrm>
          <a:prstGeom prst="roundRect">
            <a:avLst>
              <a:gd name="adj" fmla="val 0"/>
            </a:avLst>
          </a:prstGeom>
          <a:solidFill>
            <a:srgbClr val="F9F9F9"/>
          </a:solidFill>
          <a:ln w="6350">
            <a:solidFill>
              <a:srgbClr val="D7D7D8"/>
            </a:solidFill>
            <a:prstDash val="solid"/>
          </a:ln>
          <a:effectLst>
            <a:outerShdw blurRad="762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8" name="Shape 36"/>
          <p:cNvSpPr/>
          <p:nvPr/>
        </p:nvSpPr>
        <p:spPr>
          <a:xfrm>
            <a:off x="3191256" y="1335024"/>
            <a:ext cx="1024128" cy="201168"/>
          </a:xfrm>
          <a:prstGeom prst="roundRect">
            <a:avLst>
              <a:gd name="adj" fmla="val 18182"/>
            </a:avLst>
          </a:prstGeom>
          <a:solidFill>
            <a:srgbClr val="534AB7"/>
          </a:solidFill>
          <a:ln w="1016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9" name="Shape 37"/>
          <p:cNvSpPr/>
          <p:nvPr/>
        </p:nvSpPr>
        <p:spPr>
          <a:xfrm>
            <a:off x="3191256" y="1591056"/>
            <a:ext cx="1024128" cy="201168"/>
          </a:xfrm>
          <a:prstGeom prst="roundRect">
            <a:avLst>
              <a:gd name="adj" fmla="val 18182"/>
            </a:avLst>
          </a:prstGeom>
          <a:solidFill>
            <a:srgbClr val="53BDBE"/>
          </a:solidFill>
          <a:ln w="1016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0" name="Shape 38"/>
          <p:cNvSpPr/>
          <p:nvPr/>
        </p:nvSpPr>
        <p:spPr>
          <a:xfrm>
            <a:off x="3191256" y="1847088"/>
            <a:ext cx="1024128" cy="201168"/>
          </a:xfrm>
          <a:prstGeom prst="roundRect">
            <a:avLst>
              <a:gd name="adj" fmla="val 18182"/>
            </a:avLst>
          </a:prstGeom>
          <a:solidFill>
            <a:srgbClr val="06475F"/>
          </a:solidFill>
          <a:ln w="10160">
            <a:solidFill>
              <a:srgbClr val="0647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1" name="Text 39"/>
          <p:cNvSpPr/>
          <p:nvPr/>
        </p:nvSpPr>
        <p:spPr>
          <a:xfrm>
            <a:off x="3191256" y="1335024"/>
            <a:ext cx="10241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データ</a:t>
            </a:r>
            <a:endParaRPr kumimoji="0" lang="en-US" sz="7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2" name="Text 40"/>
          <p:cNvSpPr/>
          <p:nvPr/>
        </p:nvSpPr>
        <p:spPr>
          <a:xfrm>
            <a:off x="3191256" y="1591056"/>
            <a:ext cx="10241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AIエンジン</a:t>
            </a:r>
            <a:endParaRPr kumimoji="0" lang="en-US" sz="7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3" name="Text 41"/>
          <p:cNvSpPr/>
          <p:nvPr/>
        </p:nvSpPr>
        <p:spPr>
          <a:xfrm>
            <a:off x="3191256" y="1847088"/>
            <a:ext cx="10241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出力</a:t>
            </a:r>
            <a:endParaRPr kumimoji="0" lang="en-US" sz="7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4" name="Text 42"/>
          <p:cNvSpPr/>
          <p:nvPr/>
        </p:nvSpPr>
        <p:spPr>
          <a:xfrm>
            <a:off x="2752344" y="2468880"/>
            <a:ext cx="1901952" cy="20116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D2</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5" name="Text 43"/>
          <p:cNvSpPr/>
          <p:nvPr/>
        </p:nvSpPr>
        <p:spPr>
          <a:xfrm>
            <a:off x="2752344" y="2651760"/>
            <a:ext cx="1901952" cy="47548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15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ユースケースと精度設計</a:t>
            </a:r>
            <a:endParaRPr kumimoji="0" lang="en-US" sz="11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6" name="Text 44"/>
          <p:cNvSpPr/>
          <p:nvPr/>
        </p:nvSpPr>
        <p:spPr>
          <a:xfrm>
            <a:off x="2752344" y="3163824"/>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・SKU/機能の信頼度しきい値</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7" name="Text 45"/>
          <p:cNvSpPr/>
          <p:nvPr/>
        </p:nvSpPr>
        <p:spPr>
          <a:xfrm>
            <a:off x="2752344" y="3401568"/>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・3層高精度ゲートロジック</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8" name="Text 46"/>
          <p:cNvSpPr/>
          <p:nvPr/>
        </p:nvSpPr>
        <p:spPr>
          <a:xfrm>
            <a:off x="2752344" y="3639312"/>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・POSクーポンメカニズムを確認済み</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9" name="Text 47"/>
          <p:cNvSpPr/>
          <p:nvPr/>
        </p:nvSpPr>
        <p:spPr>
          <a:xfrm>
            <a:off x="2752344" y="3877056"/>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・設定インターフェース仕様</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0" name="Text 48"/>
          <p:cNvSpPr/>
          <p:nvPr/>
        </p:nvSpPr>
        <p:spPr>
          <a:xfrm>
            <a:off x="2752344" y="4114800"/>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・合否判定基準に合意</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1" name="Shape 49"/>
          <p:cNvSpPr/>
          <p:nvPr/>
        </p:nvSpPr>
        <p:spPr>
          <a:xfrm>
            <a:off x="2752344" y="4480560"/>
            <a:ext cx="1901952"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2" name="Text 50"/>
          <p:cNvSpPr/>
          <p:nvPr/>
        </p:nvSpPr>
        <p:spPr>
          <a:xfrm>
            <a:off x="2752344" y="4553712"/>
            <a:ext cx="1901952" cy="201168"/>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これは何をするものか：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3" name="Text 51"/>
          <p:cNvSpPr/>
          <p:nvPr/>
        </p:nvSpPr>
        <p:spPr>
          <a:xfrm>
            <a:off x="2752344" y="4754880"/>
            <a:ext cx="1901952" cy="731520"/>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コードを書く前に、各ユースケースの技術的な動作を定義します。GLと野島氏の精度に関する要件を整合させます。</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7" name="Text 55"/>
          <p:cNvSpPr/>
          <p:nvPr/>
        </p:nvSpPr>
        <p:spPr>
          <a:xfrm>
            <a:off x="2715768" y="6181344"/>
            <a:ext cx="1975104"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建築コース — 主専攻</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8" name="Text 56"/>
          <p:cNvSpPr/>
          <p:nvPr/>
        </p:nvSpPr>
        <p:spPr>
          <a:xfrm>
            <a:off x="2715768" y="6345936"/>
            <a:ext cx="1975104"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製品・デザインサポート</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9" name="Shape 57"/>
          <p:cNvSpPr/>
          <p:nvPr/>
        </p:nvSpPr>
        <p:spPr>
          <a:xfrm>
            <a:off x="4956048" y="2267712"/>
            <a:ext cx="2231136" cy="3877056"/>
          </a:xfrm>
          <a:prstGeom prst="roundRect">
            <a:avLst>
              <a:gd name="adj" fmla="val 0"/>
            </a:avLst>
          </a:prstGeom>
          <a:solidFill>
            <a:srgbClr val="F9F9F9"/>
          </a:solidFill>
          <a:ln w="6350">
            <a:solidFill>
              <a:srgbClr val="D7D7D8"/>
            </a:solidFill>
            <a:prstDash val="solid"/>
          </a:ln>
          <a:effectLst>
            <a:outerShdw blurRad="762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3" name="Shape 61"/>
          <p:cNvSpPr/>
          <p:nvPr/>
        </p:nvSpPr>
        <p:spPr>
          <a:xfrm>
            <a:off x="5559552" y="1335024"/>
            <a:ext cx="1024128" cy="201168"/>
          </a:xfrm>
          <a:prstGeom prst="roundRect">
            <a:avLst>
              <a:gd name="adj" fmla="val 18182"/>
            </a:avLst>
          </a:prstGeom>
          <a:solidFill>
            <a:srgbClr val="53BDBE"/>
          </a:solidFill>
          <a:ln w="1016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4" name="Shape 62"/>
          <p:cNvSpPr/>
          <p:nvPr/>
        </p:nvSpPr>
        <p:spPr>
          <a:xfrm>
            <a:off x="5559552" y="1591056"/>
            <a:ext cx="1024128" cy="201168"/>
          </a:xfrm>
          <a:prstGeom prst="roundRect">
            <a:avLst>
              <a:gd name="adj" fmla="val 18182"/>
            </a:avLst>
          </a:prstGeom>
          <a:solidFill>
            <a:srgbClr val="53BDBE"/>
          </a:solidFill>
          <a:ln w="1016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5" name="Shape 63"/>
          <p:cNvSpPr/>
          <p:nvPr/>
        </p:nvSpPr>
        <p:spPr>
          <a:xfrm>
            <a:off x="5559552" y="1847088"/>
            <a:ext cx="1024128" cy="201168"/>
          </a:xfrm>
          <a:prstGeom prst="roundRect">
            <a:avLst>
              <a:gd name="adj" fmla="val 18182"/>
            </a:avLst>
          </a:prstGeom>
          <a:solidFill>
            <a:srgbClr val="06475F"/>
          </a:solidFill>
          <a:ln w="10160">
            <a:solidFill>
              <a:srgbClr val="0647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6" name="Text 64"/>
          <p:cNvSpPr/>
          <p:nvPr/>
        </p:nvSpPr>
        <p:spPr>
          <a:xfrm>
            <a:off x="5559552" y="1335024"/>
            <a:ext cx="10241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データ</a:t>
            </a:r>
            <a:endParaRPr kumimoji="0" lang="en-US" sz="7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7" name="Text 65"/>
          <p:cNvSpPr/>
          <p:nvPr/>
        </p:nvSpPr>
        <p:spPr>
          <a:xfrm>
            <a:off x="5559552" y="1591056"/>
            <a:ext cx="10241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AIエンジン</a:t>
            </a:r>
            <a:endParaRPr kumimoji="0" lang="en-US" sz="7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8" name="Text 66"/>
          <p:cNvSpPr/>
          <p:nvPr/>
        </p:nvSpPr>
        <p:spPr>
          <a:xfrm>
            <a:off x="5559552" y="1847088"/>
            <a:ext cx="10241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7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出力</a:t>
            </a:r>
            <a:endParaRPr kumimoji="0" lang="en-US" sz="7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9" name="Text 67"/>
          <p:cNvSpPr/>
          <p:nvPr/>
        </p:nvSpPr>
        <p:spPr>
          <a:xfrm>
            <a:off x="5120640" y="2468880"/>
            <a:ext cx="1901952" cy="20116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D3</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0" name="Text 68"/>
          <p:cNvSpPr/>
          <p:nvPr/>
        </p:nvSpPr>
        <p:spPr>
          <a:xfrm>
            <a:off x="5120640" y="2651760"/>
            <a:ext cx="1901952" cy="47548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15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将来のソリューションアーキテクチャ</a:t>
            </a:r>
            <a:endParaRPr kumimoji="0" lang="en-US" sz="11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1" name="Text 69"/>
          <p:cNvSpPr/>
          <p:nvPr/>
        </p:nvSpPr>
        <p:spPr>
          <a:xfrm>
            <a:off x="5120640" y="3163824"/>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・エンドツーエンドのリファレンスアーキテクチャ</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2" name="Text 70"/>
          <p:cNvSpPr/>
          <p:nvPr/>
        </p:nvSpPr>
        <p:spPr>
          <a:xfrm>
            <a:off x="5120640" y="3401568"/>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・ユーザー体験（4つのペルソナすべて）</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3" name="Text 71"/>
          <p:cNvSpPr/>
          <p:nvPr/>
        </p:nvSpPr>
        <p:spPr>
          <a:xfrm>
            <a:off x="5120640" y="3639312"/>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・ワイヤーフレーム：UIを関連付け、</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4" name="Text 72"/>
          <p:cNvSpPr/>
          <p:nvPr/>
        </p:nvSpPr>
        <p:spPr>
          <a:xfrm>
            <a:off x="5120640" y="3877056"/>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・BYODメモ、設定、ダッシュボード</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5" name="Text 73"/>
          <p:cNvSpPr/>
          <p:nvPr/>
        </p:nvSpPr>
        <p:spPr>
          <a:xfrm>
            <a:off x="5120640" y="4114800"/>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・GLクラウド → オンプレミスパス</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6" name="Shape 74"/>
          <p:cNvSpPr/>
          <p:nvPr/>
        </p:nvSpPr>
        <p:spPr>
          <a:xfrm>
            <a:off x="5120640" y="4480560"/>
            <a:ext cx="1901952"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7" name="Text 75"/>
          <p:cNvSpPr/>
          <p:nvPr/>
        </p:nvSpPr>
        <p:spPr>
          <a:xfrm>
            <a:off x="5120640" y="4553712"/>
            <a:ext cx="1901952" cy="201168"/>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53BDBE"/>
                </a:solidFill>
                <a:effectLst/>
                <a:uLnTx/>
                <a:uFillTx/>
                <a:latin typeface="Yu Gothic" panose="020B0400000000000000" pitchFamily="34" charset="-128"/>
                <a:ea typeface="Yu Gothic" panose="020B0400000000000000" pitchFamily="34" charset="-128"/>
                <a:cs typeface="Calibri" pitchFamily="34" charset="-120"/>
              </a:rPr>
              <a:t>これは何をするものか：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78" name="Text 76"/>
          <p:cNvSpPr/>
          <p:nvPr/>
        </p:nvSpPr>
        <p:spPr>
          <a:xfrm>
            <a:off x="5120640" y="4754880"/>
            <a:ext cx="1901952" cy="731520"/>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包括的なソリューションのための決定版設計。3つのユースケース、データフロー、LLMオーケストレーション、インフラストラクチャ移行パスのすべてを網羅しています。</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2" name="Text 80"/>
          <p:cNvSpPr/>
          <p:nvPr/>
        </p:nvSpPr>
        <p:spPr>
          <a:xfrm>
            <a:off x="5084064" y="6181344"/>
            <a:ext cx="1975104"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53BDBE"/>
                </a:solidFill>
                <a:effectLst/>
                <a:uLnTx/>
                <a:uFillTx/>
                <a:latin typeface="Yu Gothic" panose="020B0400000000000000" pitchFamily="34" charset="-128"/>
                <a:ea typeface="Yu Gothic" panose="020B0400000000000000" pitchFamily="34" charset="-128"/>
                <a:cs typeface="Calibri" pitchFamily="34" charset="-120"/>
              </a:rPr>
              <a:t>建築コース — 主専攻</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3" name="Text 81"/>
          <p:cNvSpPr/>
          <p:nvPr/>
        </p:nvSpPr>
        <p:spPr>
          <a:xfrm>
            <a:off x="5084064" y="6345936"/>
            <a:ext cx="1975104"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53BDBE"/>
                </a:solidFill>
                <a:effectLst/>
                <a:uLnTx/>
                <a:uFillTx/>
                <a:latin typeface="Yu Gothic" panose="020B0400000000000000" pitchFamily="34" charset="-128"/>
                <a:ea typeface="Yu Gothic" panose="020B0400000000000000" pitchFamily="34" charset="-128"/>
                <a:cs typeface="Calibri" pitchFamily="34" charset="-120"/>
              </a:rPr>
              <a:t>製品・デザインサポート</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4" name="Shape 82"/>
          <p:cNvSpPr/>
          <p:nvPr/>
        </p:nvSpPr>
        <p:spPr>
          <a:xfrm>
            <a:off x="7324344" y="2267712"/>
            <a:ext cx="2231136" cy="3877056"/>
          </a:xfrm>
          <a:prstGeom prst="roundRect">
            <a:avLst>
              <a:gd name="adj" fmla="val 0"/>
            </a:avLst>
          </a:prstGeom>
          <a:solidFill>
            <a:srgbClr val="F9F9F9"/>
          </a:solidFill>
          <a:ln w="6350">
            <a:solidFill>
              <a:srgbClr val="D7D7D8"/>
            </a:solidFill>
            <a:prstDash val="solid"/>
          </a:ln>
          <a:effectLst>
            <a:outerShdw blurRad="762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8" name="Shape 86"/>
          <p:cNvSpPr/>
          <p:nvPr/>
        </p:nvSpPr>
        <p:spPr>
          <a:xfrm>
            <a:off x="7964424" y="1481328"/>
            <a:ext cx="274320" cy="274320"/>
          </a:xfrm>
          <a:prstGeom prst="ellipse">
            <a:avLst/>
          </a:prstGeom>
          <a:solidFill>
            <a:srgbClr val="E4002B"/>
          </a:solidFill>
          <a:ln w="12700">
            <a:solidFill>
              <a:srgbClr val="E400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89" name="Shape 87"/>
          <p:cNvSpPr/>
          <p:nvPr/>
        </p:nvSpPr>
        <p:spPr>
          <a:xfrm>
            <a:off x="8293608" y="1481328"/>
            <a:ext cx="274320" cy="274320"/>
          </a:xfrm>
          <a:prstGeom prst="ellipse">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0" name="Shape 88"/>
          <p:cNvSpPr/>
          <p:nvPr/>
        </p:nvSpPr>
        <p:spPr>
          <a:xfrm>
            <a:off x="8622792" y="1481328"/>
            <a:ext cx="274320" cy="274320"/>
          </a:xfrm>
          <a:prstGeom prst="ellipse">
            <a:avLst/>
          </a:prstGeom>
          <a:solidFill>
            <a:srgbClr val="06475F"/>
          </a:solidFill>
          <a:ln w="12700">
            <a:solidFill>
              <a:srgbClr val="0647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1" name="Shape 89"/>
          <p:cNvSpPr/>
          <p:nvPr/>
        </p:nvSpPr>
        <p:spPr>
          <a:xfrm>
            <a:off x="8238744" y="1618488"/>
            <a:ext cx="310896" cy="0"/>
          </a:xfrm>
          <a:prstGeom prst="line">
            <a:avLst/>
          </a:prstGeom>
          <a:noFill/>
          <a:ln w="12700">
            <a:solidFill>
              <a:srgbClr val="D7D7D8"/>
            </a:solidFill>
            <a:prstDash val="solid"/>
            <a:tailEnd type="arrow"/>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2" name="Shape 90"/>
          <p:cNvSpPr/>
          <p:nvPr/>
        </p:nvSpPr>
        <p:spPr>
          <a:xfrm>
            <a:off x="8586216" y="1828800"/>
            <a:ext cx="329184" cy="256032"/>
          </a:xfrm>
          <a:prstGeom prst="roundRect">
            <a:avLst>
              <a:gd name="adj" fmla="val 14286"/>
            </a:avLst>
          </a:prstGeom>
          <a:solidFill>
            <a:srgbClr val="FFFFFF"/>
          </a:solidFill>
          <a:ln w="1016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3" name="Text 91"/>
          <p:cNvSpPr/>
          <p:nvPr/>
        </p:nvSpPr>
        <p:spPr>
          <a:xfrm>
            <a:off x="8586216" y="1828800"/>
            <a:ext cx="329184"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8EC549"/>
                </a:solidFill>
                <a:effectLst/>
                <a:uLnTx/>
                <a:uFillTx/>
                <a:latin typeface="Yu Gothic" panose="020B0400000000000000" pitchFamily="34" charset="-128"/>
                <a:ea typeface="Yu Gothic" panose="020B0400000000000000" pitchFamily="34" charset="-128"/>
                <a:cs typeface="Calibri" pitchFamily="34" charset="-120"/>
              </a:rPr>
              <a:t>✓ 合格</a:t>
            </a:r>
            <a:endParaRPr kumimoji="0" lang="en-US"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9" name="Shape 107"/>
          <p:cNvSpPr/>
          <p:nvPr/>
        </p:nvSpPr>
        <p:spPr>
          <a:xfrm>
            <a:off x="9692640" y="2267712"/>
            <a:ext cx="2231136" cy="3877056"/>
          </a:xfrm>
          <a:prstGeom prst="roundRect">
            <a:avLst>
              <a:gd name="adj" fmla="val 0"/>
            </a:avLst>
          </a:prstGeom>
          <a:solidFill>
            <a:srgbClr val="F9F9F9"/>
          </a:solidFill>
          <a:ln w="6350">
            <a:solidFill>
              <a:srgbClr val="D7D7D8"/>
            </a:solidFill>
            <a:prstDash val="solid"/>
          </a:ln>
          <a:effectLst>
            <a:outerShdw blurRad="762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13" name="Shape 111"/>
          <p:cNvSpPr/>
          <p:nvPr/>
        </p:nvSpPr>
        <p:spPr>
          <a:xfrm>
            <a:off x="10351008" y="1280160"/>
            <a:ext cx="274320" cy="91440"/>
          </a:xfrm>
          <a:prstGeom prst="rect">
            <a:avLst/>
          </a:prstGeom>
          <a:solidFill>
            <a:srgbClr val="D7D7D8"/>
          </a:solidFill>
          <a:ln w="1270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14" name="Text 112"/>
          <p:cNvSpPr/>
          <p:nvPr/>
        </p:nvSpPr>
        <p:spPr>
          <a:xfrm>
            <a:off x="10351008" y="1280160"/>
            <a:ext cx="274320" cy="914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400" b="1"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やるべきこと</a:t>
            </a:r>
            <a:endParaRPr kumimoji="0" lang="en-US" sz="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15" name="Shape 113"/>
          <p:cNvSpPr/>
          <p:nvPr/>
        </p:nvSpPr>
        <p:spPr>
          <a:xfrm>
            <a:off x="10369296" y="1426464"/>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16" name="Shape 114"/>
          <p:cNvSpPr/>
          <p:nvPr/>
        </p:nvSpPr>
        <p:spPr>
          <a:xfrm>
            <a:off x="10369296" y="1627632"/>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17" name="Shape 115"/>
          <p:cNvSpPr/>
          <p:nvPr/>
        </p:nvSpPr>
        <p:spPr>
          <a:xfrm>
            <a:off x="10369296" y="1828800"/>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18" name="Shape 116"/>
          <p:cNvSpPr/>
          <p:nvPr/>
        </p:nvSpPr>
        <p:spPr>
          <a:xfrm>
            <a:off x="10680192" y="1280160"/>
            <a:ext cx="274320" cy="91440"/>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19" name="Text 117"/>
          <p:cNvSpPr/>
          <p:nvPr/>
        </p:nvSpPr>
        <p:spPr>
          <a:xfrm>
            <a:off x="10680192" y="1280160"/>
            <a:ext cx="274320" cy="914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4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進行中</a:t>
            </a:r>
            <a:endParaRPr kumimoji="0" lang="en-US" sz="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0" name="Shape 118"/>
          <p:cNvSpPr/>
          <p:nvPr/>
        </p:nvSpPr>
        <p:spPr>
          <a:xfrm>
            <a:off x="10698480" y="1426464"/>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1" name="Shape 119"/>
          <p:cNvSpPr/>
          <p:nvPr/>
        </p:nvSpPr>
        <p:spPr>
          <a:xfrm>
            <a:off x="10698480" y="1627632"/>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2" name="Shape 120"/>
          <p:cNvSpPr/>
          <p:nvPr/>
        </p:nvSpPr>
        <p:spPr>
          <a:xfrm>
            <a:off x="11009376" y="1280160"/>
            <a:ext cx="274320" cy="91440"/>
          </a:xfrm>
          <a:prstGeom prst="rect">
            <a:avLst/>
          </a:prstGeom>
          <a:solidFill>
            <a:srgbClr val="8EC549"/>
          </a:solidFill>
          <a:ln w="12700">
            <a:solidFill>
              <a:srgbClr val="8EC54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3" name="Text 121"/>
          <p:cNvSpPr/>
          <p:nvPr/>
        </p:nvSpPr>
        <p:spPr>
          <a:xfrm>
            <a:off x="11009376" y="1280160"/>
            <a:ext cx="274320" cy="914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4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終わり</a:t>
            </a:r>
            <a:endParaRPr kumimoji="0" lang="en-US" sz="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4" name="Shape 122"/>
          <p:cNvSpPr/>
          <p:nvPr/>
        </p:nvSpPr>
        <p:spPr>
          <a:xfrm>
            <a:off x="11027664" y="1426464"/>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2" name="Shape 130"/>
          <p:cNvSpPr/>
          <p:nvPr/>
        </p:nvSpPr>
        <p:spPr>
          <a:xfrm>
            <a:off x="9857232" y="4480560"/>
            <a:ext cx="1901952"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nvGrpSpPr>
          <p:cNvPr id="143" name="Group 142">
            <a:extLst>
              <a:ext uri="{FF2B5EF4-FFF2-40B4-BE49-F238E27FC236}">
                <a16:creationId xmlns:a16="http://schemas.microsoft.com/office/drawing/2014/main" id="{8D4DE34E-4C5A-7275-7836-97C0011AEC1F}"/>
              </a:ext>
            </a:extLst>
          </p:cNvPr>
          <p:cNvGrpSpPr/>
          <p:nvPr/>
        </p:nvGrpSpPr>
        <p:grpSpPr>
          <a:xfrm>
            <a:off x="7464552" y="2468880"/>
            <a:ext cx="1975104" cy="4032504"/>
            <a:chOff x="9820656" y="2468880"/>
            <a:chExt cx="1975104" cy="4032504"/>
          </a:xfrm>
        </p:grpSpPr>
        <p:sp>
          <p:nvSpPr>
            <p:cNvPr id="125" name="Text 123"/>
            <p:cNvSpPr/>
            <p:nvPr/>
          </p:nvSpPr>
          <p:spPr>
            <a:xfrm>
              <a:off x="9857232" y="2468880"/>
              <a:ext cx="1901952" cy="20116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D4</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6" name="Text 124"/>
            <p:cNvSpPr/>
            <p:nvPr/>
          </p:nvSpPr>
          <p:spPr>
            <a:xfrm>
              <a:off x="9857232" y="2651760"/>
              <a:ext cx="1901952" cy="47548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15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MVPバックログ</a:t>
              </a:r>
              <a:endParaRPr kumimoji="0" lang="en-US" sz="11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7" name="Text 125"/>
            <p:cNvSpPr/>
            <p:nvPr/>
          </p:nvSpPr>
          <p:spPr>
            <a:xfrm>
              <a:off x="9857232" y="3163824"/>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・優先順位付けされたユーザーストーリー</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8" name="Text 126"/>
            <p:cNvSpPr/>
            <p:nvPr/>
          </p:nvSpPr>
          <p:spPr>
            <a:xfrm>
              <a:off x="9857232" y="3401568"/>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・3つのユースケースすべてを網羅</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29" name="Text 127"/>
            <p:cNvSpPr/>
            <p:nvPr/>
          </p:nvSpPr>
          <p:spPr>
            <a:xfrm>
              <a:off x="9857232" y="3639312"/>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・コード不要の設定インターフェースを搭載</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0" name="Text 128"/>
            <p:cNvSpPr/>
            <p:nvPr/>
          </p:nvSpPr>
          <p:spPr>
            <a:xfrm>
              <a:off x="9857232" y="3877056"/>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・オンプレミス移行パスの範囲</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1" name="Text 129"/>
            <p:cNvSpPr/>
            <p:nvPr/>
          </p:nvSpPr>
          <p:spPr>
            <a:xfrm>
              <a:off x="9857232" y="4114800"/>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・サイズ調整済みで、スプリントにも対応可能</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3" name="Text 131"/>
            <p:cNvSpPr/>
            <p:nvPr/>
          </p:nvSpPr>
          <p:spPr>
            <a:xfrm>
              <a:off x="9857232" y="4553712"/>
              <a:ext cx="1901952" cy="201168"/>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これは何をするものか：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4" name="Text 132"/>
            <p:cNvSpPr/>
            <p:nvPr/>
          </p:nvSpPr>
          <p:spPr>
            <a:xfrm>
              <a:off x="9857232" y="4754880"/>
              <a:ext cx="1901952" cy="731520"/>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生産ロードマップ。PoC完了時にスプリント計画にすぐに使用できる、包括的で優先順位付けされたバックログ。ソリューションの全範囲を網羅しています。</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8" name="Text 136"/>
            <p:cNvSpPr/>
            <p:nvPr/>
          </p:nvSpPr>
          <p:spPr>
            <a:xfrm>
              <a:off x="9820656" y="6181344"/>
              <a:ext cx="1975104"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製品管理 — 主要</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9" name="Text 137"/>
            <p:cNvSpPr/>
            <p:nvPr/>
          </p:nvSpPr>
          <p:spPr>
            <a:xfrm>
              <a:off x="9820656" y="6345936"/>
              <a:ext cx="1975104"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アーキテクチャ - サポート</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grpSp>
        <p:nvGrpSpPr>
          <p:cNvPr id="142" name="Group 141">
            <a:extLst>
              <a:ext uri="{FF2B5EF4-FFF2-40B4-BE49-F238E27FC236}">
                <a16:creationId xmlns:a16="http://schemas.microsoft.com/office/drawing/2014/main" id="{4C263A69-5231-CB8B-F1CC-18EE6B8C695B}"/>
              </a:ext>
            </a:extLst>
          </p:cNvPr>
          <p:cNvGrpSpPr/>
          <p:nvPr/>
        </p:nvGrpSpPr>
        <p:grpSpPr>
          <a:xfrm>
            <a:off x="9832848" y="2464308"/>
            <a:ext cx="1975104" cy="4032504"/>
            <a:chOff x="7452360" y="2468880"/>
            <a:chExt cx="1975104" cy="4032504"/>
          </a:xfrm>
        </p:grpSpPr>
        <p:sp>
          <p:nvSpPr>
            <p:cNvPr id="94" name="Text 92"/>
            <p:cNvSpPr/>
            <p:nvPr/>
          </p:nvSpPr>
          <p:spPr>
            <a:xfrm>
              <a:off x="7488936" y="2468880"/>
              <a:ext cx="1901952" cy="20116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D5</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5" name="Text 93"/>
            <p:cNvSpPr/>
            <p:nvPr/>
          </p:nvSpPr>
          <p:spPr>
            <a:xfrm>
              <a:off x="7488936" y="2651760"/>
              <a:ext cx="1901952" cy="47548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15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PoCアーキテクチャとバックログ</a:t>
              </a:r>
              <a:endParaRPr kumimoji="0" lang="en-US" sz="11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6" name="Text 94"/>
            <p:cNvSpPr/>
            <p:nvPr/>
          </p:nvSpPr>
          <p:spPr>
            <a:xfrm>
              <a:off x="7488936" y="3163824"/>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・PoCアーキテクチャ — GLクラウドスコープ</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7" name="Text 95"/>
            <p:cNvSpPr/>
            <p:nvPr/>
          </p:nvSpPr>
          <p:spPr>
            <a:xfrm>
              <a:off x="7488936" y="3401568"/>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・ユースケースごとの実証ポイント</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8" name="Text 96"/>
            <p:cNvSpPr/>
            <p:nvPr/>
          </p:nvSpPr>
          <p:spPr>
            <a:xfrm>
              <a:off x="7488936" y="3639312"/>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・テスト可能なストーリー</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99" name="Text 97"/>
            <p:cNvSpPr/>
            <p:nvPr/>
          </p:nvSpPr>
          <p:spPr>
            <a:xfrm>
              <a:off x="7488936" y="3877056"/>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・合意された合否判定基準</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0" name="Text 98"/>
            <p:cNvSpPr/>
            <p:nvPr/>
          </p:nvSpPr>
          <p:spPr>
            <a:xfrm>
              <a:off x="7488936" y="4114800"/>
              <a:ext cx="1901952"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・建設開始前に共同署名済み</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1" name="Shape 99"/>
            <p:cNvSpPr/>
            <p:nvPr/>
          </p:nvSpPr>
          <p:spPr>
            <a:xfrm>
              <a:off x="7488936" y="4480560"/>
              <a:ext cx="1901952"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2" name="Text 100"/>
            <p:cNvSpPr/>
            <p:nvPr/>
          </p:nvSpPr>
          <p:spPr>
            <a:xfrm>
              <a:off x="7488936" y="4553712"/>
              <a:ext cx="1901952" cy="201168"/>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E4002B"/>
                  </a:solidFill>
                  <a:effectLst/>
                  <a:uLnTx/>
                  <a:uFillTx/>
                  <a:latin typeface="Yu Gothic" panose="020B0400000000000000" pitchFamily="34" charset="-128"/>
                  <a:ea typeface="Yu Gothic" panose="020B0400000000000000" pitchFamily="34" charset="-128"/>
                  <a:cs typeface="Calibri" pitchFamily="34" charset="-120"/>
                </a:rPr>
                <a:t>これは何をするものか：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3" name="Text 101"/>
            <p:cNvSpPr/>
            <p:nvPr/>
          </p:nvSpPr>
          <p:spPr>
            <a:xfrm>
              <a:off x="7488936" y="4754880"/>
              <a:ext cx="1901952" cy="731520"/>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検証が必要な事項のみを対象とした、範囲を絞った技術設計。焦点を絞ったバックログにより、PoC（概念実証）は迅速かつ的確に、そして測定可能なものとなる。</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7" name="Text 105"/>
            <p:cNvSpPr/>
            <p:nvPr/>
          </p:nvSpPr>
          <p:spPr>
            <a:xfrm>
              <a:off x="7452360" y="6181344"/>
              <a:ext cx="1975104"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E4002B"/>
                  </a:solidFill>
                  <a:effectLst/>
                  <a:uLnTx/>
                  <a:uFillTx/>
                  <a:latin typeface="Yu Gothic" panose="020B0400000000000000" pitchFamily="34" charset="-128"/>
                  <a:ea typeface="Yu Gothic" panose="020B0400000000000000" pitchFamily="34" charset="-128"/>
                  <a:cs typeface="Calibri" pitchFamily="34" charset="-120"/>
                </a:rPr>
                <a:t>建築コース — 主専攻</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08" name="Text 106"/>
            <p:cNvSpPr/>
            <p:nvPr/>
          </p:nvSpPr>
          <p:spPr>
            <a:xfrm>
              <a:off x="7452360" y="6345936"/>
              <a:ext cx="1975104"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E4002B"/>
                  </a:solidFill>
                  <a:effectLst/>
                  <a:uLnTx/>
                  <a:uFillTx/>
                  <a:latin typeface="Yu Gothic" panose="020B0400000000000000" pitchFamily="34" charset="-128"/>
                  <a:ea typeface="Yu Gothic" panose="020B0400000000000000" pitchFamily="34" charset="-128"/>
                  <a:cs typeface="Calibri" pitchFamily="34" charset="-120"/>
                </a:rPr>
                <a:t>戦略トラック - サポート</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
        <p:nvSpPr>
          <p:cNvPr id="144" name="Shape 99">
            <a:extLst>
              <a:ext uri="{FF2B5EF4-FFF2-40B4-BE49-F238E27FC236}">
                <a16:creationId xmlns:a16="http://schemas.microsoft.com/office/drawing/2014/main" id="{ECD2D465-2A2B-0E84-9C0B-235AA1662BE4}"/>
              </a:ext>
            </a:extLst>
          </p:cNvPr>
          <p:cNvSpPr/>
          <p:nvPr/>
        </p:nvSpPr>
        <p:spPr>
          <a:xfrm>
            <a:off x="7490659" y="4480560"/>
            <a:ext cx="1901952"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12" name="Google Shape;1059;p158">
            <a:extLst>
              <a:ext uri="{FF2B5EF4-FFF2-40B4-BE49-F238E27FC236}">
                <a16:creationId xmlns:a16="http://schemas.microsoft.com/office/drawing/2014/main" id="{72CE0308-1881-204A-C458-F55CBF1468EE}"/>
              </a:ext>
            </a:extLst>
          </p:cNvPr>
          <p:cNvSpPr txBox="1">
            <a:spLocks/>
          </p:cNvSpPr>
          <p:nvPr/>
        </p:nvSpPr>
        <p:spPr>
          <a:xfrm>
            <a:off x="250098" y="527620"/>
            <a:ext cx="11061000" cy="745200"/>
          </a:xfrm>
          <a:prstGeom prst="rect">
            <a:avLst/>
          </a:prstGeom>
          <a:noFill/>
          <a:ln>
            <a:noFill/>
          </a:ln>
        </p:spPr>
        <p:txBody>
          <a:bodyPr spcFirstLastPara="1" wrap="square" lIns="121900" tIns="27425" rIns="121900" bIns="27425" anchor="t" anchorCtr="0">
            <a:noAutofit/>
          </a:bodyPr>
          <a:lstStyle>
            <a:defPPr marR="0" lvl="0" algn="l" rtl="0">
              <a:lnSpc>
                <a:spcPct val="100000"/>
              </a:lnSpc>
              <a:spcBef>
                <a:spcPts val="0"/>
              </a:spcBef>
              <a:spcAft>
                <a:spcPts val="0"/>
              </a:spcAft>
            </a:defPPr>
            <a:lvl1pPr marR="0" lvl="0" algn="l" rtl="0">
              <a:lnSpc>
                <a:spcPct val="100000"/>
              </a:lnSpc>
              <a:spcBef>
                <a:spcPts val="267"/>
              </a:spcBef>
              <a:spcAft>
                <a:spcPts val="0"/>
              </a:spcAft>
              <a:buClr>
                <a:srgbClr val="000000"/>
              </a:buClr>
              <a:buSzPts val="2200"/>
              <a:buFont typeface="Helvetica Neue"/>
              <a:buNone/>
              <a:defRPr sz="2933"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80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9pPr>
          </a:lstStyle>
          <a:p>
            <a:pPr marL="0" marR="0" lvl="0" indent="0" algn="l" defTabSz="914400" rtl="0" eaLnBrk="1" fontAlgn="auto" latinLnBrk="0" hangingPunct="1">
              <a:lnSpc>
                <a:spcPct val="100000"/>
              </a:lnSpc>
              <a:spcBef>
                <a:spcPts val="267"/>
              </a:spcBef>
              <a:spcAft>
                <a:spcPts val="0"/>
              </a:spcAft>
              <a:buClr>
                <a:srgbClr val="000000"/>
              </a:buClr>
              <a:buSzPts val="2200"/>
              <a:buFont typeface="Helvetica Neue"/>
              <a:buNone/>
              <a:tabLst/>
              <a:defRPr/>
            </a:pPr>
            <a:r>
              <a:rPr kumimoji="0" lang="ja" altLang="ja-JP" sz="2800" b="1" i="0" u="none" strike="noStrike" kern="0" cap="none" spc="0" normalizeH="0" baseline="0" noProof="0" dirty="0">
                <a:ln>
                  <a:noFill/>
                </a:ln>
                <a:solidFill>
                  <a:srgbClr val="F37037"/>
                </a:solidFill>
                <a:effectLst/>
                <a:uLnTx/>
                <a:uFillTx/>
                <a:latin typeface="Yu Gothic" panose="020B0400000000000000" pitchFamily="34" charset="-128"/>
                <a:ea typeface="Yu Gothic" panose="020B0400000000000000" pitchFamily="34" charset="-128"/>
                <a:cs typeface="Helvetica Neue"/>
                <a:sym typeface="Helvetica Neue"/>
              </a:rPr>
              <a:t>エンゲージメント成果物 – POCフェーズ</a:t>
            </a:r>
            <a:endParaRPr kumimoji="0" lang="en-US" altLang="ja-JP" sz="2800" b="1" i="0" u="none" strike="noStrike" kern="0" cap="none" spc="0" normalizeH="0" baseline="0" noProof="0" dirty="0">
              <a:ln>
                <a:noFill/>
              </a:ln>
              <a:solidFill>
                <a:srgbClr val="F37037"/>
              </a:solidFill>
              <a:effectLst/>
              <a:uLnTx/>
              <a:uFillTx/>
              <a:latin typeface="Yu Gothic" panose="020B0400000000000000" pitchFamily="34" charset="-128"/>
              <a:ea typeface="Yu Gothic" panose="020B0400000000000000" pitchFamily="34" charset="-128"/>
              <a:cs typeface="Helvetica Neue"/>
              <a:sym typeface="Helvetica Neue"/>
            </a:endParaRPr>
          </a:p>
        </p:txBody>
      </p:sp>
      <p:sp>
        <p:nvSpPr>
          <p:cNvPr id="8" name="Shape 6">
            <a:extLst>
              <a:ext uri="{FF2B5EF4-FFF2-40B4-BE49-F238E27FC236}">
                <a16:creationId xmlns:a16="http://schemas.microsoft.com/office/drawing/2014/main" id="{857EECAE-A39D-E024-8B64-294D8CA791C6}"/>
              </a:ext>
            </a:extLst>
          </p:cNvPr>
          <p:cNvSpPr/>
          <p:nvPr/>
        </p:nvSpPr>
        <p:spPr>
          <a:xfrm>
            <a:off x="239334" y="1128820"/>
            <a:ext cx="2743200" cy="5413248"/>
          </a:xfrm>
          <a:prstGeom prst="roundRect">
            <a:avLst>
              <a:gd name="adj" fmla="val 3333"/>
            </a:avLst>
          </a:prstGeom>
          <a:solidFill>
            <a:srgbClr val="F9F9F9"/>
          </a:solidFill>
          <a:ln w="6350">
            <a:solidFill>
              <a:srgbClr val="D7D7D8"/>
            </a:solidFill>
            <a:prstDash val="solid"/>
          </a:ln>
          <a:effectLst>
            <a:outerShdw blurRad="762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1" name="Shape 7">
            <a:extLst>
              <a:ext uri="{FF2B5EF4-FFF2-40B4-BE49-F238E27FC236}">
                <a16:creationId xmlns:a16="http://schemas.microsoft.com/office/drawing/2014/main" id="{677553AB-7006-0E21-356A-C5371BFCCCE4}"/>
              </a:ext>
            </a:extLst>
          </p:cNvPr>
          <p:cNvSpPr/>
          <p:nvPr/>
        </p:nvSpPr>
        <p:spPr>
          <a:xfrm>
            <a:off x="239334" y="1128820"/>
            <a:ext cx="2743200" cy="1243584"/>
          </a:xfrm>
          <a:prstGeom prst="roundRect">
            <a:avLst>
              <a:gd name="adj" fmla="val 7353"/>
            </a:avLst>
          </a:prstGeom>
          <a:solidFill>
            <a:srgbClr val="E8F8F8"/>
          </a:solidFill>
          <a:ln w="10160">
            <a:solidFill>
              <a:srgbClr val="E8F8F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3" name="Shape 8">
            <a:extLst>
              <a:ext uri="{FF2B5EF4-FFF2-40B4-BE49-F238E27FC236}">
                <a16:creationId xmlns:a16="http://schemas.microsoft.com/office/drawing/2014/main" id="{A8571CCF-76BF-B03F-F2BB-8BFD216517E4}"/>
              </a:ext>
            </a:extLst>
          </p:cNvPr>
          <p:cNvSpPr/>
          <p:nvPr/>
        </p:nvSpPr>
        <p:spPr>
          <a:xfrm>
            <a:off x="239334" y="1128820"/>
            <a:ext cx="2743200" cy="1243584"/>
          </a:xfrm>
          <a:prstGeom prst="roundRect">
            <a:avLst>
              <a:gd name="adj" fmla="val 7353"/>
            </a:avLst>
          </a:prstGeom>
          <a:solidFill>
            <a:srgbClr val="E8F8F8"/>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4" name="Shape 9">
            <a:extLst>
              <a:ext uri="{FF2B5EF4-FFF2-40B4-BE49-F238E27FC236}">
                <a16:creationId xmlns:a16="http://schemas.microsoft.com/office/drawing/2014/main" id="{92A35155-8E8F-040E-9F5D-18BD230E2CF3}"/>
              </a:ext>
            </a:extLst>
          </p:cNvPr>
          <p:cNvSpPr/>
          <p:nvPr/>
        </p:nvSpPr>
        <p:spPr>
          <a:xfrm>
            <a:off x="239334" y="2280964"/>
            <a:ext cx="2743200" cy="109728"/>
          </a:xfrm>
          <a:prstGeom prst="rect">
            <a:avLst/>
          </a:prstGeom>
          <a:solidFill>
            <a:srgbClr val="E8F8F8"/>
          </a:solidFill>
          <a:ln w="12700">
            <a:solidFill>
              <a:srgbClr val="E8F8F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nvGrpSpPr>
          <p:cNvPr id="15" name="Group 14">
            <a:extLst>
              <a:ext uri="{FF2B5EF4-FFF2-40B4-BE49-F238E27FC236}">
                <a16:creationId xmlns:a16="http://schemas.microsoft.com/office/drawing/2014/main" id="{C3808853-6CC5-EFF1-2D4A-B8C174E197F6}"/>
              </a:ext>
            </a:extLst>
          </p:cNvPr>
          <p:cNvGrpSpPr/>
          <p:nvPr/>
        </p:nvGrpSpPr>
        <p:grpSpPr>
          <a:xfrm>
            <a:off x="1135446" y="1494580"/>
            <a:ext cx="950976" cy="603504"/>
            <a:chOff x="1115568" y="1481328"/>
            <a:chExt cx="950976" cy="603504"/>
          </a:xfrm>
        </p:grpSpPr>
        <p:sp>
          <p:nvSpPr>
            <p:cNvPr id="16" name="Shape 10">
              <a:extLst>
                <a:ext uri="{FF2B5EF4-FFF2-40B4-BE49-F238E27FC236}">
                  <a16:creationId xmlns:a16="http://schemas.microsoft.com/office/drawing/2014/main" id="{C37AC8F1-FCB1-F7C7-E986-919DFDFD5D32}"/>
                </a:ext>
              </a:extLst>
            </p:cNvPr>
            <p:cNvSpPr/>
            <p:nvPr/>
          </p:nvSpPr>
          <p:spPr>
            <a:xfrm>
              <a:off x="1115568" y="1481328"/>
              <a:ext cx="274320" cy="274320"/>
            </a:xfrm>
            <a:prstGeom prst="ellipse">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7" name="Shape 11">
              <a:extLst>
                <a:ext uri="{FF2B5EF4-FFF2-40B4-BE49-F238E27FC236}">
                  <a16:creationId xmlns:a16="http://schemas.microsoft.com/office/drawing/2014/main" id="{7B28498F-CE51-22FC-608E-D557EE24723E}"/>
                </a:ext>
              </a:extLst>
            </p:cNvPr>
            <p:cNvSpPr/>
            <p:nvPr/>
          </p:nvSpPr>
          <p:spPr>
            <a:xfrm>
              <a:off x="1444752" y="1481328"/>
              <a:ext cx="274320" cy="274320"/>
            </a:xfrm>
            <a:prstGeom prst="ellipse">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8" name="Shape 12">
              <a:extLst>
                <a:ext uri="{FF2B5EF4-FFF2-40B4-BE49-F238E27FC236}">
                  <a16:creationId xmlns:a16="http://schemas.microsoft.com/office/drawing/2014/main" id="{69E198F2-06B0-DF8A-D9C0-E514B7FA5BE8}"/>
                </a:ext>
              </a:extLst>
            </p:cNvPr>
            <p:cNvSpPr/>
            <p:nvPr/>
          </p:nvSpPr>
          <p:spPr>
            <a:xfrm>
              <a:off x="1773936" y="1481328"/>
              <a:ext cx="274320" cy="274320"/>
            </a:xfrm>
            <a:prstGeom prst="ellipse">
              <a:avLst/>
            </a:prstGeom>
            <a:solidFill>
              <a:srgbClr val="06475F"/>
            </a:solidFill>
            <a:ln w="12700">
              <a:solidFill>
                <a:srgbClr val="0647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9" name="Shape 13">
              <a:extLst>
                <a:ext uri="{FF2B5EF4-FFF2-40B4-BE49-F238E27FC236}">
                  <a16:creationId xmlns:a16="http://schemas.microsoft.com/office/drawing/2014/main" id="{E0D44C25-8E1B-10D2-658E-62AF3F4DD47C}"/>
                </a:ext>
              </a:extLst>
            </p:cNvPr>
            <p:cNvSpPr/>
            <p:nvPr/>
          </p:nvSpPr>
          <p:spPr>
            <a:xfrm flipV="1">
              <a:off x="1232452" y="1616764"/>
              <a:ext cx="569844" cy="6625"/>
            </a:xfrm>
            <a:prstGeom prst="line">
              <a:avLst/>
            </a:prstGeom>
            <a:noFill/>
            <a:ln w="19050">
              <a:solidFill>
                <a:schemeClr val="tx1">
                  <a:lumMod val="50000"/>
                  <a:lumOff val="50000"/>
                </a:schemeClr>
              </a:solidFill>
              <a:prstDash val="solid"/>
              <a:tailEnd type="arrow"/>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0" name="Shape 14">
              <a:extLst>
                <a:ext uri="{FF2B5EF4-FFF2-40B4-BE49-F238E27FC236}">
                  <a16:creationId xmlns:a16="http://schemas.microsoft.com/office/drawing/2014/main" id="{96113B0F-A2D1-983B-79F9-7CBCB00D31F0}"/>
                </a:ext>
              </a:extLst>
            </p:cNvPr>
            <p:cNvSpPr/>
            <p:nvPr/>
          </p:nvSpPr>
          <p:spPr>
            <a:xfrm>
              <a:off x="1737360" y="1828800"/>
              <a:ext cx="329184" cy="256032"/>
            </a:xfrm>
            <a:prstGeom prst="roundRect">
              <a:avLst>
                <a:gd name="adj" fmla="val 14286"/>
              </a:avLst>
            </a:prstGeom>
            <a:solidFill>
              <a:srgbClr val="FFFFFF"/>
            </a:solidFill>
            <a:ln w="1016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1" name="Text 15">
              <a:extLst>
                <a:ext uri="{FF2B5EF4-FFF2-40B4-BE49-F238E27FC236}">
                  <a16:creationId xmlns:a16="http://schemas.microsoft.com/office/drawing/2014/main" id="{E292B392-9300-AF3F-B49D-B1717A9CD9BF}"/>
                </a:ext>
              </a:extLst>
            </p:cNvPr>
            <p:cNvSpPr/>
            <p:nvPr/>
          </p:nvSpPr>
          <p:spPr>
            <a:xfrm>
              <a:off x="1737360" y="1828800"/>
              <a:ext cx="329184"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8EC549"/>
                  </a:solidFill>
                  <a:effectLst/>
                  <a:uLnTx/>
                  <a:uFillTx/>
                  <a:latin typeface="Yu Gothic" panose="020B0400000000000000" pitchFamily="34" charset="-128"/>
                  <a:ea typeface="Yu Gothic" panose="020B0400000000000000" pitchFamily="34" charset="-128"/>
                  <a:cs typeface="Calibri" pitchFamily="34" charset="-120"/>
                </a:rPr>
                <a:t>✓ 合格</a:t>
              </a:r>
              <a:endParaRPr kumimoji="0" lang="en-US"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
        <p:nvSpPr>
          <p:cNvPr id="22" name="Text 16">
            <a:extLst>
              <a:ext uri="{FF2B5EF4-FFF2-40B4-BE49-F238E27FC236}">
                <a16:creationId xmlns:a16="http://schemas.microsoft.com/office/drawing/2014/main" id="{E8CC325C-0D58-1A73-C10B-390CE253D470}"/>
              </a:ext>
            </a:extLst>
          </p:cNvPr>
          <p:cNvSpPr/>
          <p:nvPr/>
        </p:nvSpPr>
        <p:spPr>
          <a:xfrm>
            <a:off x="403926" y="2482132"/>
            <a:ext cx="2414016" cy="20116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D1</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3" name="Text 17">
            <a:extLst>
              <a:ext uri="{FF2B5EF4-FFF2-40B4-BE49-F238E27FC236}">
                <a16:creationId xmlns:a16="http://schemas.microsoft.com/office/drawing/2014/main" id="{E750FFA7-3BF5-984D-DB05-8342EAB71FD3}"/>
              </a:ext>
            </a:extLst>
          </p:cNvPr>
          <p:cNvSpPr/>
          <p:nvPr/>
        </p:nvSpPr>
        <p:spPr>
          <a:xfrm>
            <a:off x="403926" y="2665012"/>
            <a:ext cx="2414016" cy="47548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15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動作するAIパイプライン</a:t>
            </a:r>
            <a:endParaRPr kumimoji="0" lang="en-US" sz="11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4" name="Text 18">
            <a:extLst>
              <a:ext uri="{FF2B5EF4-FFF2-40B4-BE49-F238E27FC236}">
                <a16:creationId xmlns:a16="http://schemas.microsoft.com/office/drawing/2014/main" id="{6209AAD7-D8DE-C682-823D-A2B79E9B0C82}"/>
              </a:ext>
            </a:extLst>
          </p:cNvPr>
          <p:cNvSpPr/>
          <p:nvPr/>
        </p:nvSpPr>
        <p:spPr>
          <a:xfrm>
            <a:off x="403926" y="3177076"/>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・あらゆる形式のカタログを取り込む</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5" name="Text 19">
            <a:extLst>
              <a:ext uri="{FF2B5EF4-FFF2-40B4-BE49-F238E27FC236}">
                <a16:creationId xmlns:a16="http://schemas.microsoft.com/office/drawing/2014/main" id="{1828EEB7-8179-14ED-8C52-C7E01986BE74}"/>
              </a:ext>
            </a:extLst>
          </p:cNvPr>
          <p:cNvSpPr/>
          <p:nvPr/>
        </p:nvSpPr>
        <p:spPr>
          <a:xfrm>
            <a:off x="403926" y="3414820"/>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・SKUと機能の抽出</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26" name="Text 20">
            <a:extLst>
              <a:ext uri="{FF2B5EF4-FFF2-40B4-BE49-F238E27FC236}">
                <a16:creationId xmlns:a16="http://schemas.microsoft.com/office/drawing/2014/main" id="{C356453C-FA0D-3FD0-A04A-8EC6AD545E0B}"/>
              </a:ext>
            </a:extLst>
          </p:cNvPr>
          <p:cNvSpPr/>
          <p:nvPr/>
        </p:nvSpPr>
        <p:spPr>
          <a:xfrm>
            <a:off x="403926" y="3652564"/>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・フィールドごとの信頼度スコア</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5" name="Text 21">
            <a:extLst>
              <a:ext uri="{FF2B5EF4-FFF2-40B4-BE49-F238E27FC236}">
                <a16:creationId xmlns:a16="http://schemas.microsoft.com/office/drawing/2014/main" id="{F7EB6280-528A-0599-BCBC-9549DD963505}"/>
              </a:ext>
            </a:extLst>
          </p:cNvPr>
          <p:cNvSpPr/>
          <p:nvPr/>
        </p:nvSpPr>
        <p:spPr>
          <a:xfrm>
            <a:off x="403926" y="3890308"/>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・スコアリングエンジンの交換</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6" name="Text 22">
            <a:extLst>
              <a:ext uri="{FF2B5EF4-FFF2-40B4-BE49-F238E27FC236}">
                <a16:creationId xmlns:a16="http://schemas.microsoft.com/office/drawing/2014/main" id="{1BD8C3BE-BC9F-9036-9F77-1513BDE2384D}"/>
              </a:ext>
            </a:extLst>
          </p:cNvPr>
          <p:cNvSpPr/>
          <p:nvPr/>
        </p:nvSpPr>
        <p:spPr>
          <a:xfrm>
            <a:off x="403926" y="4128052"/>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・精度ゲート — 全3層</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7" name="Text 23">
            <a:extLst>
              <a:ext uri="{FF2B5EF4-FFF2-40B4-BE49-F238E27FC236}">
                <a16:creationId xmlns:a16="http://schemas.microsoft.com/office/drawing/2014/main" id="{A9528CBE-6CCB-BC84-8464-2FA9E2B2149A}"/>
              </a:ext>
            </a:extLst>
          </p:cNvPr>
          <p:cNvSpPr/>
          <p:nvPr/>
        </p:nvSpPr>
        <p:spPr>
          <a:xfrm>
            <a:off x="403926" y="4365796"/>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・実際のデータを使用してGLクラウド上で実行</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8" name="Shape 24">
            <a:extLst>
              <a:ext uri="{FF2B5EF4-FFF2-40B4-BE49-F238E27FC236}">
                <a16:creationId xmlns:a16="http://schemas.microsoft.com/office/drawing/2014/main" id="{A37A0CD9-D461-3739-41C4-616396C6BAC2}"/>
              </a:ext>
            </a:extLst>
          </p:cNvPr>
          <p:cNvSpPr/>
          <p:nvPr/>
        </p:nvSpPr>
        <p:spPr>
          <a:xfrm>
            <a:off x="403926" y="4731556"/>
            <a:ext cx="2414016"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39" name="Text 25">
            <a:extLst>
              <a:ext uri="{FF2B5EF4-FFF2-40B4-BE49-F238E27FC236}">
                <a16:creationId xmlns:a16="http://schemas.microsoft.com/office/drawing/2014/main" id="{14B12C6B-23D3-9C97-4AF2-26E2DFFFDF75}"/>
              </a:ext>
            </a:extLst>
          </p:cNvPr>
          <p:cNvSpPr/>
          <p:nvPr/>
        </p:nvSpPr>
        <p:spPr>
          <a:xfrm>
            <a:off x="403926" y="4804708"/>
            <a:ext cx="2414016" cy="201168"/>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53BDBE"/>
                </a:solidFill>
                <a:effectLst/>
                <a:uLnTx/>
                <a:uFillTx/>
                <a:latin typeface="Yu Gothic" panose="020B0400000000000000" pitchFamily="34" charset="-128"/>
                <a:ea typeface="Yu Gothic" panose="020B0400000000000000" pitchFamily="34" charset="-128"/>
                <a:cs typeface="Calibri" pitchFamily="34" charset="-120"/>
              </a:rPr>
              <a:t>これは何をするものか：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0" name="Text 26">
            <a:extLst>
              <a:ext uri="{FF2B5EF4-FFF2-40B4-BE49-F238E27FC236}">
                <a16:creationId xmlns:a16="http://schemas.microsoft.com/office/drawing/2014/main" id="{A0973324-BA0B-B368-C8BB-F5CD07AA3588}"/>
              </a:ext>
            </a:extLst>
          </p:cNvPr>
          <p:cNvSpPr/>
          <p:nvPr/>
        </p:nvSpPr>
        <p:spPr>
          <a:xfrm>
            <a:off x="403926" y="5005876"/>
            <a:ext cx="2414016" cy="731520"/>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UI構築前に、コアとなるAIフローをエンドツーエンドで検証します。カタログの取り込み、スコアリング、精度ゲートが実際の野島サンプルデータで正しく機能することを実証します。</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1" name="Shape 27">
            <a:extLst>
              <a:ext uri="{FF2B5EF4-FFF2-40B4-BE49-F238E27FC236}">
                <a16:creationId xmlns:a16="http://schemas.microsoft.com/office/drawing/2014/main" id="{52C6A7B7-67FA-245D-F608-B2A26154CDAE}"/>
              </a:ext>
            </a:extLst>
          </p:cNvPr>
          <p:cNvSpPr/>
          <p:nvPr/>
        </p:nvSpPr>
        <p:spPr>
          <a:xfrm>
            <a:off x="239334" y="6158020"/>
            <a:ext cx="2743200" cy="384048"/>
          </a:xfrm>
          <a:prstGeom prst="rect">
            <a:avLst/>
          </a:prstGeom>
          <a:solidFill>
            <a:srgbClr val="E8F8F8"/>
          </a:solidFill>
          <a:ln w="12700">
            <a:solidFill>
              <a:srgbClr val="E8F8F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2" name="Shape 28">
            <a:extLst>
              <a:ext uri="{FF2B5EF4-FFF2-40B4-BE49-F238E27FC236}">
                <a16:creationId xmlns:a16="http://schemas.microsoft.com/office/drawing/2014/main" id="{61F46135-9195-B329-99BD-698B02D0E070}"/>
              </a:ext>
            </a:extLst>
          </p:cNvPr>
          <p:cNvSpPr/>
          <p:nvPr/>
        </p:nvSpPr>
        <p:spPr>
          <a:xfrm>
            <a:off x="239334" y="6158020"/>
            <a:ext cx="2743200" cy="384048"/>
          </a:xfrm>
          <a:prstGeom prst="roundRect">
            <a:avLst>
              <a:gd name="adj" fmla="val 23810"/>
            </a:avLst>
          </a:prstGeom>
          <a:solidFill>
            <a:srgbClr val="E8F8F8"/>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3" name="Shape 29">
            <a:extLst>
              <a:ext uri="{FF2B5EF4-FFF2-40B4-BE49-F238E27FC236}">
                <a16:creationId xmlns:a16="http://schemas.microsoft.com/office/drawing/2014/main" id="{FA7AD828-3CCD-4001-813E-38BF7D6631B6}"/>
              </a:ext>
            </a:extLst>
          </p:cNvPr>
          <p:cNvSpPr/>
          <p:nvPr/>
        </p:nvSpPr>
        <p:spPr>
          <a:xfrm>
            <a:off x="239334" y="6158020"/>
            <a:ext cx="2743200" cy="73152"/>
          </a:xfrm>
          <a:prstGeom prst="rect">
            <a:avLst/>
          </a:prstGeom>
          <a:solidFill>
            <a:srgbClr val="E8F8F8"/>
          </a:solidFill>
          <a:ln w="12700">
            <a:solidFill>
              <a:srgbClr val="E8F8F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4" name="Text 30">
            <a:extLst>
              <a:ext uri="{FF2B5EF4-FFF2-40B4-BE49-F238E27FC236}">
                <a16:creationId xmlns:a16="http://schemas.microsoft.com/office/drawing/2014/main" id="{5B4FBFE1-88E7-997C-070C-AEDAC5A120A9}"/>
              </a:ext>
            </a:extLst>
          </p:cNvPr>
          <p:cNvSpPr/>
          <p:nvPr/>
        </p:nvSpPr>
        <p:spPr>
          <a:xfrm>
            <a:off x="367350" y="6194596"/>
            <a:ext cx="2487168"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53BDBE"/>
                </a:solidFill>
                <a:effectLst/>
                <a:uLnTx/>
                <a:uFillTx/>
                <a:latin typeface="Yu Gothic" panose="020B0400000000000000" pitchFamily="34" charset="-128"/>
                <a:ea typeface="Yu Gothic" panose="020B0400000000000000" pitchFamily="34" charset="-128"/>
                <a:cs typeface="Calibri" pitchFamily="34" charset="-120"/>
              </a:rPr>
              <a:t>エンジニアリングコース — 初級</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5" name="Text 31">
            <a:extLst>
              <a:ext uri="{FF2B5EF4-FFF2-40B4-BE49-F238E27FC236}">
                <a16:creationId xmlns:a16="http://schemas.microsoft.com/office/drawing/2014/main" id="{CDA18EED-D08D-1C64-8E05-3A8F4FEBF2A2}"/>
              </a:ext>
            </a:extLst>
          </p:cNvPr>
          <p:cNvSpPr/>
          <p:nvPr/>
        </p:nvSpPr>
        <p:spPr>
          <a:xfrm>
            <a:off x="367350" y="6359188"/>
            <a:ext cx="2487168"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53BDBE"/>
                </a:solidFill>
                <a:effectLst/>
                <a:uLnTx/>
                <a:uFillTx/>
                <a:latin typeface="Yu Gothic" panose="020B0400000000000000" pitchFamily="34" charset="-128"/>
                <a:ea typeface="Yu Gothic" panose="020B0400000000000000" pitchFamily="34" charset="-128"/>
                <a:cs typeface="Calibri" pitchFamily="34" charset="-120"/>
              </a:rPr>
              <a:t>アーキテクチャトラック - サポート</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6" name="Shape 32">
            <a:extLst>
              <a:ext uri="{FF2B5EF4-FFF2-40B4-BE49-F238E27FC236}">
                <a16:creationId xmlns:a16="http://schemas.microsoft.com/office/drawing/2014/main" id="{ACD870E9-C17D-EC14-85DB-1CD9BF8C45AE}"/>
              </a:ext>
            </a:extLst>
          </p:cNvPr>
          <p:cNvSpPr/>
          <p:nvPr/>
        </p:nvSpPr>
        <p:spPr>
          <a:xfrm>
            <a:off x="3165414" y="1128820"/>
            <a:ext cx="2743200" cy="5413248"/>
          </a:xfrm>
          <a:prstGeom prst="roundRect">
            <a:avLst>
              <a:gd name="adj" fmla="val 3333"/>
            </a:avLst>
          </a:prstGeom>
          <a:solidFill>
            <a:srgbClr val="F9F9F9"/>
          </a:solidFill>
          <a:ln w="6350">
            <a:solidFill>
              <a:srgbClr val="D7D7D8"/>
            </a:solidFill>
            <a:prstDash val="solid"/>
          </a:ln>
          <a:effectLst>
            <a:outerShdw blurRad="762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7" name="Shape 33">
            <a:extLst>
              <a:ext uri="{FF2B5EF4-FFF2-40B4-BE49-F238E27FC236}">
                <a16:creationId xmlns:a16="http://schemas.microsoft.com/office/drawing/2014/main" id="{5B59ACE7-6CCB-0138-0A5A-0A8D40908C14}"/>
              </a:ext>
            </a:extLst>
          </p:cNvPr>
          <p:cNvSpPr/>
          <p:nvPr/>
        </p:nvSpPr>
        <p:spPr>
          <a:xfrm>
            <a:off x="3165414" y="1128820"/>
            <a:ext cx="2743200" cy="1243584"/>
          </a:xfrm>
          <a:prstGeom prst="roundRect">
            <a:avLst>
              <a:gd name="adj" fmla="val 7353"/>
            </a:avLst>
          </a:prstGeom>
          <a:solidFill>
            <a:srgbClr val="FCE6EB"/>
          </a:solidFill>
          <a:ln w="10160">
            <a:solidFill>
              <a:srgbClr val="FCE6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8" name="Shape 34">
            <a:extLst>
              <a:ext uri="{FF2B5EF4-FFF2-40B4-BE49-F238E27FC236}">
                <a16:creationId xmlns:a16="http://schemas.microsoft.com/office/drawing/2014/main" id="{8EA4646A-F50A-007D-4E6F-57A12BDA3386}"/>
              </a:ext>
            </a:extLst>
          </p:cNvPr>
          <p:cNvSpPr/>
          <p:nvPr/>
        </p:nvSpPr>
        <p:spPr>
          <a:xfrm>
            <a:off x="3165414" y="1128820"/>
            <a:ext cx="2743200" cy="1243584"/>
          </a:xfrm>
          <a:prstGeom prst="roundRect">
            <a:avLst>
              <a:gd name="adj" fmla="val 7353"/>
            </a:avLst>
          </a:prstGeom>
          <a:solidFill>
            <a:srgbClr val="FCE6EB"/>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49" name="Shape 35">
            <a:extLst>
              <a:ext uri="{FF2B5EF4-FFF2-40B4-BE49-F238E27FC236}">
                <a16:creationId xmlns:a16="http://schemas.microsoft.com/office/drawing/2014/main" id="{E21D4CEE-84DC-1C59-5603-28A91F6B46C3}"/>
              </a:ext>
            </a:extLst>
          </p:cNvPr>
          <p:cNvSpPr/>
          <p:nvPr/>
        </p:nvSpPr>
        <p:spPr>
          <a:xfrm>
            <a:off x="3165414" y="2280964"/>
            <a:ext cx="2743200" cy="109728"/>
          </a:xfrm>
          <a:prstGeom prst="rect">
            <a:avLst/>
          </a:prstGeom>
          <a:solidFill>
            <a:srgbClr val="FCE6EB"/>
          </a:solidFill>
          <a:ln w="12700">
            <a:solidFill>
              <a:srgbClr val="FCE6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0" name="Text 43">
            <a:extLst>
              <a:ext uri="{FF2B5EF4-FFF2-40B4-BE49-F238E27FC236}">
                <a16:creationId xmlns:a16="http://schemas.microsoft.com/office/drawing/2014/main" id="{089A1CCF-D149-97A3-B092-E36D334966EE}"/>
              </a:ext>
            </a:extLst>
          </p:cNvPr>
          <p:cNvSpPr/>
          <p:nvPr/>
        </p:nvSpPr>
        <p:spPr>
          <a:xfrm>
            <a:off x="3330006" y="2482132"/>
            <a:ext cx="2414016" cy="20116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D2</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1" name="Text 44">
            <a:extLst>
              <a:ext uri="{FF2B5EF4-FFF2-40B4-BE49-F238E27FC236}">
                <a16:creationId xmlns:a16="http://schemas.microsoft.com/office/drawing/2014/main" id="{4B39F39F-7B18-0DB1-6195-F69730AF0B87}"/>
              </a:ext>
            </a:extLst>
          </p:cNvPr>
          <p:cNvSpPr/>
          <p:nvPr/>
        </p:nvSpPr>
        <p:spPr>
          <a:xfrm>
            <a:off x="3330006" y="2665012"/>
            <a:ext cx="2414016" cy="47548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15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精度検証レポート</a:t>
            </a:r>
            <a:endParaRPr kumimoji="0" lang="en-US" sz="11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2" name="Text 45">
            <a:extLst>
              <a:ext uri="{FF2B5EF4-FFF2-40B4-BE49-F238E27FC236}">
                <a16:creationId xmlns:a16="http://schemas.microsoft.com/office/drawing/2014/main" id="{41FDC99F-C4F5-DE70-94B7-4530A6C12950}"/>
              </a:ext>
            </a:extLst>
          </p:cNvPr>
          <p:cNvSpPr/>
          <p:nvPr/>
        </p:nvSpPr>
        <p:spPr>
          <a:xfrm>
            <a:off x="3330006" y="3177076"/>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・精度ゲートテスト結果</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3" name="Text 46">
            <a:extLst>
              <a:ext uri="{FF2B5EF4-FFF2-40B4-BE49-F238E27FC236}">
                <a16:creationId xmlns:a16="http://schemas.microsoft.com/office/drawing/2014/main" id="{204FDDA9-9F8F-7EFE-20B7-F7F3E01024F0}"/>
              </a:ext>
            </a:extLst>
          </p:cNvPr>
          <p:cNvSpPr/>
          <p:nvPr/>
        </p:nvSpPr>
        <p:spPr>
          <a:xfrm>
            <a:off x="3330006" y="3414820"/>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・フィールドタイプごとの信頼度スコア</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4" name="Text 47">
            <a:extLst>
              <a:ext uri="{FF2B5EF4-FFF2-40B4-BE49-F238E27FC236}">
                <a16:creationId xmlns:a16="http://schemas.microsoft.com/office/drawing/2014/main" id="{3C572988-30EE-0CA1-4993-24C4D36A3E3B}"/>
              </a:ext>
            </a:extLst>
          </p:cNvPr>
          <p:cNvSpPr/>
          <p:nvPr/>
        </p:nvSpPr>
        <p:spPr>
          <a:xfrm>
            <a:off x="3330006" y="3652564"/>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・偽陽性率 — 目標値：ゼロ</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5" name="Text 48">
            <a:extLst>
              <a:ext uri="{FF2B5EF4-FFF2-40B4-BE49-F238E27FC236}">
                <a16:creationId xmlns:a16="http://schemas.microsoft.com/office/drawing/2014/main" id="{69EA38C5-40AB-C27A-9489-F718B804815A}"/>
              </a:ext>
            </a:extLst>
          </p:cNvPr>
          <p:cNvSpPr/>
          <p:nvPr/>
        </p:nvSpPr>
        <p:spPr>
          <a:xfrm>
            <a:off x="3330006" y="3890308"/>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・人間のレビュー対象としてフラグが立てられたフィールド</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6" name="Text 49">
            <a:extLst>
              <a:ext uri="{FF2B5EF4-FFF2-40B4-BE49-F238E27FC236}">
                <a16:creationId xmlns:a16="http://schemas.microsoft.com/office/drawing/2014/main" id="{565DEACE-BCF0-5628-92FB-380880B98387}"/>
              </a:ext>
            </a:extLst>
          </p:cNvPr>
          <p:cNvSpPr/>
          <p:nvPr/>
        </p:nvSpPr>
        <p:spPr>
          <a:xfrm>
            <a:off x="3330006" y="4128052"/>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・閾値に関する推奨事項</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7" name="Text 50">
            <a:extLst>
              <a:ext uri="{FF2B5EF4-FFF2-40B4-BE49-F238E27FC236}">
                <a16:creationId xmlns:a16="http://schemas.microsoft.com/office/drawing/2014/main" id="{D206F7EF-F2A6-1E53-3541-EB7B0B08E919}"/>
              </a:ext>
            </a:extLst>
          </p:cNvPr>
          <p:cNvSpPr/>
          <p:nvPr/>
        </p:nvSpPr>
        <p:spPr>
          <a:xfrm>
            <a:off x="3330006" y="4365796"/>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・テストデータセットの手法</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8" name="Shape 51">
            <a:extLst>
              <a:ext uri="{FF2B5EF4-FFF2-40B4-BE49-F238E27FC236}">
                <a16:creationId xmlns:a16="http://schemas.microsoft.com/office/drawing/2014/main" id="{73E09344-0FF6-DD11-108F-2C5529FA2859}"/>
              </a:ext>
            </a:extLst>
          </p:cNvPr>
          <p:cNvSpPr/>
          <p:nvPr/>
        </p:nvSpPr>
        <p:spPr>
          <a:xfrm>
            <a:off x="3330006" y="4731556"/>
            <a:ext cx="2414016"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59" name="Text 52">
            <a:extLst>
              <a:ext uri="{FF2B5EF4-FFF2-40B4-BE49-F238E27FC236}">
                <a16:creationId xmlns:a16="http://schemas.microsoft.com/office/drawing/2014/main" id="{CD219D8D-A050-2362-C266-366C0C5B0BDF}"/>
              </a:ext>
            </a:extLst>
          </p:cNvPr>
          <p:cNvSpPr/>
          <p:nvPr/>
        </p:nvSpPr>
        <p:spPr>
          <a:xfrm>
            <a:off x="3330006" y="4804708"/>
            <a:ext cx="2414016" cy="201168"/>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E4002B"/>
                </a:solidFill>
                <a:effectLst/>
                <a:uLnTx/>
                <a:uFillTx/>
                <a:latin typeface="Yu Gothic" panose="020B0400000000000000" pitchFamily="34" charset="-128"/>
                <a:ea typeface="Yu Gothic" panose="020B0400000000000000" pitchFamily="34" charset="-128"/>
                <a:cs typeface="Calibri" pitchFamily="34" charset="-120"/>
              </a:rPr>
              <a:t>これは何をするものか：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0" name="Text 53">
            <a:extLst>
              <a:ext uri="{FF2B5EF4-FFF2-40B4-BE49-F238E27FC236}">
                <a16:creationId xmlns:a16="http://schemas.microsoft.com/office/drawing/2014/main" id="{08644C6B-E82D-76CA-3852-F1AA8CF8B604}"/>
              </a:ext>
            </a:extLst>
          </p:cNvPr>
          <p:cNvSpPr/>
          <p:nvPr/>
        </p:nvSpPr>
        <p:spPr>
          <a:xfrm>
            <a:off x="3330006" y="5005876"/>
            <a:ext cx="2414016" cy="731520"/>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システムが真に基準に合致する顧客のみを表示することを明記した文書。誤った通知を決して送信してはならないという野島氏の要求に直接応える内容となっている。</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1" name="Shape 54">
            <a:extLst>
              <a:ext uri="{FF2B5EF4-FFF2-40B4-BE49-F238E27FC236}">
                <a16:creationId xmlns:a16="http://schemas.microsoft.com/office/drawing/2014/main" id="{C544F449-0583-BEC3-6617-C0857356CFFD}"/>
              </a:ext>
            </a:extLst>
          </p:cNvPr>
          <p:cNvSpPr/>
          <p:nvPr/>
        </p:nvSpPr>
        <p:spPr>
          <a:xfrm>
            <a:off x="3165414" y="6158020"/>
            <a:ext cx="2743200" cy="384048"/>
          </a:xfrm>
          <a:prstGeom prst="rect">
            <a:avLst/>
          </a:prstGeom>
          <a:solidFill>
            <a:srgbClr val="FCE6EB"/>
          </a:solidFill>
          <a:ln w="12700">
            <a:solidFill>
              <a:srgbClr val="FCE6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2" name="Shape 55">
            <a:extLst>
              <a:ext uri="{FF2B5EF4-FFF2-40B4-BE49-F238E27FC236}">
                <a16:creationId xmlns:a16="http://schemas.microsoft.com/office/drawing/2014/main" id="{30BDDD47-B6AE-0199-AB14-254FCD8DA71D}"/>
              </a:ext>
            </a:extLst>
          </p:cNvPr>
          <p:cNvSpPr/>
          <p:nvPr/>
        </p:nvSpPr>
        <p:spPr>
          <a:xfrm>
            <a:off x="3165414" y="6158020"/>
            <a:ext cx="2743200" cy="384048"/>
          </a:xfrm>
          <a:prstGeom prst="roundRect">
            <a:avLst>
              <a:gd name="adj" fmla="val 23810"/>
            </a:avLst>
          </a:prstGeom>
          <a:solidFill>
            <a:srgbClr val="FCE6EB"/>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63" name="Shape 56">
            <a:extLst>
              <a:ext uri="{FF2B5EF4-FFF2-40B4-BE49-F238E27FC236}">
                <a16:creationId xmlns:a16="http://schemas.microsoft.com/office/drawing/2014/main" id="{2CFC66F0-27EE-A821-3979-248D25E5BACA}"/>
              </a:ext>
            </a:extLst>
          </p:cNvPr>
          <p:cNvSpPr/>
          <p:nvPr/>
        </p:nvSpPr>
        <p:spPr>
          <a:xfrm>
            <a:off x="3165414" y="6158020"/>
            <a:ext cx="2743200" cy="73152"/>
          </a:xfrm>
          <a:prstGeom prst="rect">
            <a:avLst/>
          </a:prstGeom>
          <a:solidFill>
            <a:srgbClr val="FCE6EB"/>
          </a:solidFill>
          <a:ln w="12700">
            <a:solidFill>
              <a:srgbClr val="FCE6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00" name="Text 57">
            <a:extLst>
              <a:ext uri="{FF2B5EF4-FFF2-40B4-BE49-F238E27FC236}">
                <a16:creationId xmlns:a16="http://schemas.microsoft.com/office/drawing/2014/main" id="{388F03DC-A322-DFB1-C899-5309948D355F}"/>
              </a:ext>
            </a:extLst>
          </p:cNvPr>
          <p:cNvSpPr/>
          <p:nvPr/>
        </p:nvSpPr>
        <p:spPr>
          <a:xfrm>
            <a:off x="3293430" y="6194596"/>
            <a:ext cx="2487168"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E4002B"/>
                </a:solidFill>
                <a:effectLst/>
                <a:uLnTx/>
                <a:uFillTx/>
                <a:latin typeface="Yu Gothic" panose="020B0400000000000000" pitchFamily="34" charset="-128"/>
                <a:ea typeface="Yu Gothic" panose="020B0400000000000000" pitchFamily="34" charset="-128"/>
                <a:cs typeface="Calibri" pitchFamily="34" charset="-120"/>
              </a:rPr>
              <a:t>建築コース — 主専攻</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01" name="Text 58">
            <a:extLst>
              <a:ext uri="{FF2B5EF4-FFF2-40B4-BE49-F238E27FC236}">
                <a16:creationId xmlns:a16="http://schemas.microsoft.com/office/drawing/2014/main" id="{9B741BC6-8428-9665-F2C5-79283CDE2E6F}"/>
              </a:ext>
            </a:extLst>
          </p:cNvPr>
          <p:cNvSpPr/>
          <p:nvPr/>
        </p:nvSpPr>
        <p:spPr>
          <a:xfrm>
            <a:off x="3293430" y="6359188"/>
            <a:ext cx="2487168"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E4002B"/>
                </a:solidFill>
                <a:effectLst/>
                <a:uLnTx/>
                <a:uFillTx/>
                <a:latin typeface="Yu Gothic" panose="020B0400000000000000" pitchFamily="34" charset="-128"/>
                <a:ea typeface="Yu Gothic" panose="020B0400000000000000" pitchFamily="34" charset="-128"/>
                <a:cs typeface="Calibri" pitchFamily="34" charset="-120"/>
              </a:rPr>
              <a:t>コンサルティング＆戦略トラック - サポート</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02" name="Shape 59">
            <a:extLst>
              <a:ext uri="{FF2B5EF4-FFF2-40B4-BE49-F238E27FC236}">
                <a16:creationId xmlns:a16="http://schemas.microsoft.com/office/drawing/2014/main" id="{828A8B4D-A061-D214-3AF6-E24D84A437B9}"/>
              </a:ext>
            </a:extLst>
          </p:cNvPr>
          <p:cNvSpPr/>
          <p:nvPr/>
        </p:nvSpPr>
        <p:spPr>
          <a:xfrm>
            <a:off x="6091494" y="1128820"/>
            <a:ext cx="2743200" cy="5413248"/>
          </a:xfrm>
          <a:prstGeom prst="roundRect">
            <a:avLst>
              <a:gd name="adj" fmla="val 3333"/>
            </a:avLst>
          </a:prstGeom>
          <a:solidFill>
            <a:srgbClr val="F9F9F9"/>
          </a:solidFill>
          <a:ln w="6350">
            <a:solidFill>
              <a:srgbClr val="D7D7D8"/>
            </a:solidFill>
            <a:prstDash val="solid"/>
          </a:ln>
          <a:effectLst>
            <a:outerShdw blurRad="762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03" name="Shape 60">
            <a:extLst>
              <a:ext uri="{FF2B5EF4-FFF2-40B4-BE49-F238E27FC236}">
                <a16:creationId xmlns:a16="http://schemas.microsoft.com/office/drawing/2014/main" id="{B90772F5-2F01-B58E-751A-D1447EFD42D0}"/>
              </a:ext>
            </a:extLst>
          </p:cNvPr>
          <p:cNvSpPr/>
          <p:nvPr/>
        </p:nvSpPr>
        <p:spPr>
          <a:xfrm>
            <a:off x="6091494" y="1128820"/>
            <a:ext cx="2743200" cy="1243584"/>
          </a:xfrm>
          <a:prstGeom prst="roundRect">
            <a:avLst>
              <a:gd name="adj" fmla="val 7353"/>
            </a:avLst>
          </a:prstGeom>
          <a:solidFill>
            <a:srgbClr val="EEEDFE"/>
          </a:solidFill>
          <a:ln w="10160">
            <a:solidFill>
              <a:srgbClr val="EEED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04" name="Shape 61">
            <a:extLst>
              <a:ext uri="{FF2B5EF4-FFF2-40B4-BE49-F238E27FC236}">
                <a16:creationId xmlns:a16="http://schemas.microsoft.com/office/drawing/2014/main" id="{08F9900D-297B-6373-8B3B-F21767425899}"/>
              </a:ext>
            </a:extLst>
          </p:cNvPr>
          <p:cNvSpPr/>
          <p:nvPr/>
        </p:nvSpPr>
        <p:spPr>
          <a:xfrm>
            <a:off x="6091494" y="1128820"/>
            <a:ext cx="2743200" cy="1243584"/>
          </a:xfrm>
          <a:prstGeom prst="roundRect">
            <a:avLst>
              <a:gd name="adj" fmla="val 7353"/>
            </a:avLst>
          </a:prstGeom>
          <a:solidFill>
            <a:srgbClr val="EEEDFE"/>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07" name="Shape 62">
            <a:extLst>
              <a:ext uri="{FF2B5EF4-FFF2-40B4-BE49-F238E27FC236}">
                <a16:creationId xmlns:a16="http://schemas.microsoft.com/office/drawing/2014/main" id="{875938B4-D209-639D-999C-FF395B710B4A}"/>
              </a:ext>
            </a:extLst>
          </p:cNvPr>
          <p:cNvSpPr/>
          <p:nvPr/>
        </p:nvSpPr>
        <p:spPr>
          <a:xfrm>
            <a:off x="6091494" y="2280964"/>
            <a:ext cx="2743200" cy="109728"/>
          </a:xfrm>
          <a:prstGeom prst="rect">
            <a:avLst/>
          </a:prstGeom>
          <a:solidFill>
            <a:srgbClr val="EEEDFE"/>
          </a:solidFill>
          <a:ln w="12700">
            <a:solidFill>
              <a:srgbClr val="EEED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nvGrpSpPr>
          <p:cNvPr id="1608" name="Group 1607">
            <a:extLst>
              <a:ext uri="{FF2B5EF4-FFF2-40B4-BE49-F238E27FC236}">
                <a16:creationId xmlns:a16="http://schemas.microsoft.com/office/drawing/2014/main" id="{29D2EF5B-3980-C8A4-D454-FA121A0E6686}"/>
              </a:ext>
            </a:extLst>
          </p:cNvPr>
          <p:cNvGrpSpPr/>
          <p:nvPr/>
        </p:nvGrpSpPr>
        <p:grpSpPr>
          <a:xfrm>
            <a:off x="6987606" y="1329988"/>
            <a:ext cx="950976" cy="731520"/>
            <a:chOff x="6967728" y="1316736"/>
            <a:chExt cx="950976" cy="731520"/>
          </a:xfrm>
        </p:grpSpPr>
        <p:sp>
          <p:nvSpPr>
            <p:cNvPr id="1609" name="Shape 63">
              <a:extLst>
                <a:ext uri="{FF2B5EF4-FFF2-40B4-BE49-F238E27FC236}">
                  <a16:creationId xmlns:a16="http://schemas.microsoft.com/office/drawing/2014/main" id="{E06072DA-F030-8A5A-D74A-59F8470991C9}"/>
                </a:ext>
              </a:extLst>
            </p:cNvPr>
            <p:cNvSpPr/>
            <p:nvPr/>
          </p:nvSpPr>
          <p:spPr>
            <a:xfrm>
              <a:off x="6967728" y="1316736"/>
              <a:ext cx="950976" cy="731520"/>
            </a:xfrm>
            <a:prstGeom prst="roundRect">
              <a:avLst>
                <a:gd name="adj" fmla="val 7500"/>
              </a:avLst>
            </a:prstGeom>
            <a:solidFill>
              <a:srgbClr val="FFFFFF"/>
            </a:solidFill>
            <a:ln w="1016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10" name="Text 64">
              <a:extLst>
                <a:ext uri="{FF2B5EF4-FFF2-40B4-BE49-F238E27FC236}">
                  <a16:creationId xmlns:a16="http://schemas.microsoft.com/office/drawing/2014/main" id="{19F68BC2-BC9E-C068-3BC8-FD4873517C8E}"/>
                </a:ext>
              </a:extLst>
            </p:cNvPr>
            <p:cNvSpPr/>
            <p:nvPr/>
          </p:nvSpPr>
          <p:spPr>
            <a:xfrm>
              <a:off x="6967728" y="1316736"/>
              <a:ext cx="950976"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800" b="1"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設定</a:t>
              </a:r>
              <a:endParaRPr kumimoji="0" lang="en-US" sz="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11" name="Shape 65">
              <a:extLst>
                <a:ext uri="{FF2B5EF4-FFF2-40B4-BE49-F238E27FC236}">
                  <a16:creationId xmlns:a16="http://schemas.microsoft.com/office/drawing/2014/main" id="{2A1A27B6-047E-A430-12A6-340EC1F3DE6B}"/>
                </a:ext>
              </a:extLst>
            </p:cNvPr>
            <p:cNvSpPr/>
            <p:nvPr/>
          </p:nvSpPr>
          <p:spPr>
            <a:xfrm>
              <a:off x="7040880" y="1554480"/>
              <a:ext cx="804672"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12" name="Shape 66">
              <a:extLst>
                <a:ext uri="{FF2B5EF4-FFF2-40B4-BE49-F238E27FC236}">
                  <a16:creationId xmlns:a16="http://schemas.microsoft.com/office/drawing/2014/main" id="{5B52F82B-E1AA-BEE6-9101-61D954C9076D}"/>
                </a:ext>
              </a:extLst>
            </p:cNvPr>
            <p:cNvSpPr/>
            <p:nvPr/>
          </p:nvSpPr>
          <p:spPr>
            <a:xfrm>
              <a:off x="7040880" y="1609724"/>
              <a:ext cx="402336" cy="91440"/>
            </a:xfrm>
            <a:prstGeom prst="rect">
              <a:avLst/>
            </a:prstGeom>
            <a:solidFill>
              <a:srgbClr val="D7D7D8"/>
            </a:solidFill>
            <a:ln w="1270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13" name="Shape 67">
              <a:extLst>
                <a:ext uri="{FF2B5EF4-FFF2-40B4-BE49-F238E27FC236}">
                  <a16:creationId xmlns:a16="http://schemas.microsoft.com/office/drawing/2014/main" id="{185C57AF-E810-29BB-5D87-600152A6E39D}"/>
                </a:ext>
              </a:extLst>
            </p:cNvPr>
            <p:cNvSpPr/>
            <p:nvPr/>
          </p:nvSpPr>
          <p:spPr>
            <a:xfrm>
              <a:off x="7507224" y="1618487"/>
              <a:ext cx="256032" cy="73152"/>
            </a:xfrm>
            <a:prstGeom prst="roundRect">
              <a:avLst>
                <a:gd name="adj" fmla="val 50000"/>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14" name="Shape 68">
              <a:extLst>
                <a:ext uri="{FF2B5EF4-FFF2-40B4-BE49-F238E27FC236}">
                  <a16:creationId xmlns:a16="http://schemas.microsoft.com/office/drawing/2014/main" id="{65F83485-76D5-0B7F-9399-4295C98B40F0}"/>
                </a:ext>
              </a:extLst>
            </p:cNvPr>
            <p:cNvSpPr/>
            <p:nvPr/>
          </p:nvSpPr>
          <p:spPr>
            <a:xfrm>
              <a:off x="7040880" y="1755648"/>
              <a:ext cx="402336" cy="91440"/>
            </a:xfrm>
            <a:prstGeom prst="rect">
              <a:avLst/>
            </a:prstGeom>
            <a:solidFill>
              <a:srgbClr val="D7D7D8"/>
            </a:solidFill>
            <a:ln w="1270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15" name="Shape 69">
              <a:extLst>
                <a:ext uri="{FF2B5EF4-FFF2-40B4-BE49-F238E27FC236}">
                  <a16:creationId xmlns:a16="http://schemas.microsoft.com/office/drawing/2014/main" id="{4AEDF1C7-C853-8DA3-786E-A800B8702E4C}"/>
                </a:ext>
              </a:extLst>
            </p:cNvPr>
            <p:cNvSpPr/>
            <p:nvPr/>
          </p:nvSpPr>
          <p:spPr>
            <a:xfrm>
              <a:off x="7498080" y="1763649"/>
              <a:ext cx="256032" cy="73152"/>
            </a:xfrm>
            <a:prstGeom prst="roundRect">
              <a:avLst>
                <a:gd name="adj" fmla="val 50000"/>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16" name="Shape 70">
              <a:extLst>
                <a:ext uri="{FF2B5EF4-FFF2-40B4-BE49-F238E27FC236}">
                  <a16:creationId xmlns:a16="http://schemas.microsoft.com/office/drawing/2014/main" id="{E4121DCC-5BD7-B2B4-2CCB-D5D5C7A77452}"/>
                </a:ext>
              </a:extLst>
            </p:cNvPr>
            <p:cNvSpPr/>
            <p:nvPr/>
          </p:nvSpPr>
          <p:spPr>
            <a:xfrm>
              <a:off x="7040880" y="1901572"/>
              <a:ext cx="402336" cy="91440"/>
            </a:xfrm>
            <a:prstGeom prst="rect">
              <a:avLst/>
            </a:prstGeom>
            <a:solidFill>
              <a:srgbClr val="D7D7D8"/>
            </a:solidFill>
            <a:ln w="1270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17" name="Shape 71">
              <a:extLst>
                <a:ext uri="{FF2B5EF4-FFF2-40B4-BE49-F238E27FC236}">
                  <a16:creationId xmlns:a16="http://schemas.microsoft.com/office/drawing/2014/main" id="{8FAAA7EB-CACA-AE05-672F-564A83EBC853}"/>
                </a:ext>
              </a:extLst>
            </p:cNvPr>
            <p:cNvSpPr/>
            <p:nvPr/>
          </p:nvSpPr>
          <p:spPr>
            <a:xfrm>
              <a:off x="7498080" y="1908811"/>
              <a:ext cx="256032" cy="73152"/>
            </a:xfrm>
            <a:prstGeom prst="roundRect">
              <a:avLst>
                <a:gd name="adj" fmla="val 50000"/>
              </a:avLst>
            </a:prstGeom>
            <a:solidFill>
              <a:srgbClr val="534AB7"/>
            </a:solidFill>
            <a:ln w="12700">
              <a:solidFill>
                <a:srgbClr val="534A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
        <p:nvSpPr>
          <p:cNvPr id="1618" name="Text 72">
            <a:extLst>
              <a:ext uri="{FF2B5EF4-FFF2-40B4-BE49-F238E27FC236}">
                <a16:creationId xmlns:a16="http://schemas.microsoft.com/office/drawing/2014/main" id="{2AAFA89D-CE7D-C392-EBA2-312C2428F290}"/>
              </a:ext>
            </a:extLst>
          </p:cNvPr>
          <p:cNvSpPr/>
          <p:nvPr/>
        </p:nvSpPr>
        <p:spPr>
          <a:xfrm>
            <a:off x="6256086" y="2482132"/>
            <a:ext cx="2414016" cy="20116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D3</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19" name="Text 73">
            <a:extLst>
              <a:ext uri="{FF2B5EF4-FFF2-40B4-BE49-F238E27FC236}">
                <a16:creationId xmlns:a16="http://schemas.microsoft.com/office/drawing/2014/main" id="{2555F170-3C12-5EE5-03D8-22EEA2BB1293}"/>
              </a:ext>
            </a:extLst>
          </p:cNvPr>
          <p:cNvSpPr/>
          <p:nvPr/>
        </p:nvSpPr>
        <p:spPr>
          <a:xfrm>
            <a:off x="6256086" y="2665012"/>
            <a:ext cx="2414016" cy="47548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15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設定インターフェースのプロトタイプ</a:t>
            </a:r>
            <a:endParaRPr kumimoji="0" lang="en-US" sz="11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20" name="Text 74">
            <a:extLst>
              <a:ext uri="{FF2B5EF4-FFF2-40B4-BE49-F238E27FC236}">
                <a16:creationId xmlns:a16="http://schemas.microsoft.com/office/drawing/2014/main" id="{C5EE60EF-6B76-ACA7-7345-54622B522AC9}"/>
              </a:ext>
            </a:extLst>
          </p:cNvPr>
          <p:cNvSpPr/>
          <p:nvPr/>
        </p:nvSpPr>
        <p:spPr>
          <a:xfrm>
            <a:off x="6256086" y="3177076"/>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・コード不要の設定UI</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21" name="Text 75">
            <a:extLst>
              <a:ext uri="{FF2B5EF4-FFF2-40B4-BE49-F238E27FC236}">
                <a16:creationId xmlns:a16="http://schemas.microsoft.com/office/drawing/2014/main" id="{0F819669-6053-404F-6C80-15911872288E}"/>
              </a:ext>
            </a:extLst>
          </p:cNvPr>
          <p:cNvSpPr/>
          <p:nvPr/>
        </p:nvSpPr>
        <p:spPr>
          <a:xfrm>
            <a:off x="6256086" y="3414820"/>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・日本語インターフェース</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23" name="Text 76">
            <a:extLst>
              <a:ext uri="{FF2B5EF4-FFF2-40B4-BE49-F238E27FC236}">
                <a16:creationId xmlns:a16="http://schemas.microsoft.com/office/drawing/2014/main" id="{B4C56AD1-7321-2F5F-43BB-F995E5F1DC6C}"/>
              </a:ext>
            </a:extLst>
          </p:cNvPr>
          <p:cNvSpPr/>
          <p:nvPr/>
        </p:nvSpPr>
        <p:spPr>
          <a:xfrm>
            <a:off x="6256086" y="3652564"/>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・しきい値とルールの調整ワークフロー</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24" name="Text 77">
            <a:extLst>
              <a:ext uri="{FF2B5EF4-FFF2-40B4-BE49-F238E27FC236}">
                <a16:creationId xmlns:a16="http://schemas.microsoft.com/office/drawing/2014/main" id="{EDFF9BB9-094D-5AE5-C53A-3378139F3A3C}"/>
              </a:ext>
            </a:extLst>
          </p:cNvPr>
          <p:cNvSpPr/>
          <p:nvPr/>
        </p:nvSpPr>
        <p:spPr>
          <a:xfrm>
            <a:off x="6256086" y="3890308"/>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・野島MDスタッフによるテスト済み</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25" name="Text 78">
            <a:extLst>
              <a:ext uri="{FF2B5EF4-FFF2-40B4-BE49-F238E27FC236}">
                <a16:creationId xmlns:a16="http://schemas.microsoft.com/office/drawing/2014/main" id="{01F71CEE-293E-1044-AFFE-C5A4C5EFE54E}"/>
              </a:ext>
            </a:extLst>
          </p:cNvPr>
          <p:cNvSpPr/>
          <p:nvPr/>
        </p:nvSpPr>
        <p:spPr>
          <a:xfrm>
            <a:off x="6256086" y="4128052"/>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・ユーザビリティに関する調査結果と修正を適用</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26" name="Text 79">
            <a:extLst>
              <a:ext uri="{FF2B5EF4-FFF2-40B4-BE49-F238E27FC236}">
                <a16:creationId xmlns:a16="http://schemas.microsoft.com/office/drawing/2014/main" id="{57AB73BE-66E0-4574-13C8-D077FEE57AF9}"/>
              </a:ext>
            </a:extLst>
          </p:cNvPr>
          <p:cNvSpPr/>
          <p:nvPr/>
        </p:nvSpPr>
        <p:spPr>
          <a:xfrm>
            <a:off x="6256086" y="4365796"/>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・GLからの独立が確認された</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27" name="Shape 80">
            <a:extLst>
              <a:ext uri="{FF2B5EF4-FFF2-40B4-BE49-F238E27FC236}">
                <a16:creationId xmlns:a16="http://schemas.microsoft.com/office/drawing/2014/main" id="{53733F4F-8D40-D7ED-9417-4B1CA072032A}"/>
              </a:ext>
            </a:extLst>
          </p:cNvPr>
          <p:cNvSpPr/>
          <p:nvPr/>
        </p:nvSpPr>
        <p:spPr>
          <a:xfrm>
            <a:off x="6256086" y="4731556"/>
            <a:ext cx="2414016"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28" name="Text 81">
            <a:extLst>
              <a:ext uri="{FF2B5EF4-FFF2-40B4-BE49-F238E27FC236}">
                <a16:creationId xmlns:a16="http://schemas.microsoft.com/office/drawing/2014/main" id="{502B1C76-4315-9F2D-FDA2-64C397719A25}"/>
              </a:ext>
            </a:extLst>
          </p:cNvPr>
          <p:cNvSpPr/>
          <p:nvPr/>
        </p:nvSpPr>
        <p:spPr>
          <a:xfrm>
            <a:off x="6256086" y="4804708"/>
            <a:ext cx="2414016" cy="201168"/>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これは何をするものか：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29" name="Text 82">
            <a:extLst>
              <a:ext uri="{FF2B5EF4-FFF2-40B4-BE49-F238E27FC236}">
                <a16:creationId xmlns:a16="http://schemas.microsoft.com/office/drawing/2014/main" id="{D99E9C9E-3966-92C1-0994-511951F60F3C}"/>
              </a:ext>
            </a:extLst>
          </p:cNvPr>
          <p:cNvSpPr/>
          <p:nvPr/>
        </p:nvSpPr>
        <p:spPr>
          <a:xfrm>
            <a:off x="6256086" y="5005876"/>
            <a:ext cx="2414016" cy="731520"/>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野島スタッフがGlobalLogicに連絡することなく、日本語で交換ルールとしきい値を自ら更新できることを確認。これはプラットフォームの長期的な持続可能性にとって極めて重要。</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30" name="Shape 83">
            <a:extLst>
              <a:ext uri="{FF2B5EF4-FFF2-40B4-BE49-F238E27FC236}">
                <a16:creationId xmlns:a16="http://schemas.microsoft.com/office/drawing/2014/main" id="{C254EABE-BE05-695F-4307-351450739972}"/>
              </a:ext>
            </a:extLst>
          </p:cNvPr>
          <p:cNvSpPr/>
          <p:nvPr/>
        </p:nvSpPr>
        <p:spPr>
          <a:xfrm>
            <a:off x="6091494" y="6158020"/>
            <a:ext cx="2743200" cy="384048"/>
          </a:xfrm>
          <a:prstGeom prst="rect">
            <a:avLst/>
          </a:prstGeom>
          <a:solidFill>
            <a:srgbClr val="EEEDFE"/>
          </a:solidFill>
          <a:ln w="12700">
            <a:solidFill>
              <a:srgbClr val="EEED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31" name="Shape 84">
            <a:extLst>
              <a:ext uri="{FF2B5EF4-FFF2-40B4-BE49-F238E27FC236}">
                <a16:creationId xmlns:a16="http://schemas.microsoft.com/office/drawing/2014/main" id="{053FFB40-7AA5-5436-3360-0087FEC4CAB9}"/>
              </a:ext>
            </a:extLst>
          </p:cNvPr>
          <p:cNvSpPr/>
          <p:nvPr/>
        </p:nvSpPr>
        <p:spPr>
          <a:xfrm>
            <a:off x="6091494" y="6158020"/>
            <a:ext cx="2743200" cy="384048"/>
          </a:xfrm>
          <a:prstGeom prst="roundRect">
            <a:avLst>
              <a:gd name="adj" fmla="val 23810"/>
            </a:avLst>
          </a:prstGeom>
          <a:solidFill>
            <a:srgbClr val="EEEDFE"/>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32" name="Shape 85">
            <a:extLst>
              <a:ext uri="{FF2B5EF4-FFF2-40B4-BE49-F238E27FC236}">
                <a16:creationId xmlns:a16="http://schemas.microsoft.com/office/drawing/2014/main" id="{32A5C202-A68C-5863-D8B3-08ECA38237BC}"/>
              </a:ext>
            </a:extLst>
          </p:cNvPr>
          <p:cNvSpPr/>
          <p:nvPr/>
        </p:nvSpPr>
        <p:spPr>
          <a:xfrm>
            <a:off x="6091494" y="6158020"/>
            <a:ext cx="2743200" cy="73152"/>
          </a:xfrm>
          <a:prstGeom prst="rect">
            <a:avLst/>
          </a:prstGeom>
          <a:solidFill>
            <a:srgbClr val="EEEDFE"/>
          </a:solidFill>
          <a:ln w="12700">
            <a:solidFill>
              <a:srgbClr val="EEED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33" name="Text 86">
            <a:extLst>
              <a:ext uri="{FF2B5EF4-FFF2-40B4-BE49-F238E27FC236}">
                <a16:creationId xmlns:a16="http://schemas.microsoft.com/office/drawing/2014/main" id="{23DF4E76-BCA9-FC8F-30F3-F21E3AC4CA0F}"/>
              </a:ext>
            </a:extLst>
          </p:cNvPr>
          <p:cNvSpPr/>
          <p:nvPr/>
        </p:nvSpPr>
        <p:spPr>
          <a:xfrm>
            <a:off x="6219510" y="6194596"/>
            <a:ext cx="2487168"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エンジニアリングコース — 初級</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34" name="Text 87">
            <a:extLst>
              <a:ext uri="{FF2B5EF4-FFF2-40B4-BE49-F238E27FC236}">
                <a16:creationId xmlns:a16="http://schemas.microsoft.com/office/drawing/2014/main" id="{3894E995-E262-1EA5-AD3B-45FC0B99AA21}"/>
              </a:ext>
            </a:extLst>
          </p:cNvPr>
          <p:cNvSpPr/>
          <p:nvPr/>
        </p:nvSpPr>
        <p:spPr>
          <a:xfrm>
            <a:off x="6219510" y="6359188"/>
            <a:ext cx="2487168"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534AB7"/>
                </a:solidFill>
                <a:effectLst/>
                <a:uLnTx/>
                <a:uFillTx/>
                <a:latin typeface="Yu Gothic" panose="020B0400000000000000" pitchFamily="34" charset="-128"/>
                <a:ea typeface="Yu Gothic" panose="020B0400000000000000" pitchFamily="34" charset="-128"/>
                <a:cs typeface="Calibri" pitchFamily="34" charset="-120"/>
              </a:rPr>
              <a:t>製品・デザイントラック - サポート</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35" name="Shape 88">
            <a:extLst>
              <a:ext uri="{FF2B5EF4-FFF2-40B4-BE49-F238E27FC236}">
                <a16:creationId xmlns:a16="http://schemas.microsoft.com/office/drawing/2014/main" id="{D0351786-171C-6FA6-20D4-94C1740246AF}"/>
              </a:ext>
            </a:extLst>
          </p:cNvPr>
          <p:cNvSpPr/>
          <p:nvPr/>
        </p:nvSpPr>
        <p:spPr>
          <a:xfrm>
            <a:off x="9017574" y="1128820"/>
            <a:ext cx="2743200" cy="5413248"/>
          </a:xfrm>
          <a:prstGeom prst="roundRect">
            <a:avLst>
              <a:gd name="adj" fmla="val 3333"/>
            </a:avLst>
          </a:prstGeom>
          <a:solidFill>
            <a:srgbClr val="F9F9F9"/>
          </a:solidFill>
          <a:ln w="6350">
            <a:solidFill>
              <a:srgbClr val="D7D7D8"/>
            </a:solidFill>
            <a:prstDash val="solid"/>
          </a:ln>
          <a:effectLst>
            <a:outerShdw blurRad="76200" dist="254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36" name="Shape 89">
            <a:extLst>
              <a:ext uri="{FF2B5EF4-FFF2-40B4-BE49-F238E27FC236}">
                <a16:creationId xmlns:a16="http://schemas.microsoft.com/office/drawing/2014/main" id="{B7AEF5D2-C286-2620-D156-462CC24FD98E}"/>
              </a:ext>
            </a:extLst>
          </p:cNvPr>
          <p:cNvSpPr/>
          <p:nvPr/>
        </p:nvSpPr>
        <p:spPr>
          <a:xfrm>
            <a:off x="9017574" y="1128820"/>
            <a:ext cx="2743200" cy="1243584"/>
          </a:xfrm>
          <a:prstGeom prst="roundRect">
            <a:avLst>
              <a:gd name="adj" fmla="val 7353"/>
            </a:avLst>
          </a:prstGeom>
          <a:solidFill>
            <a:srgbClr val="FFF0E6"/>
          </a:solidFill>
          <a:ln w="10160">
            <a:solidFill>
              <a:srgbClr val="FFF0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37" name="Shape 90">
            <a:extLst>
              <a:ext uri="{FF2B5EF4-FFF2-40B4-BE49-F238E27FC236}">
                <a16:creationId xmlns:a16="http://schemas.microsoft.com/office/drawing/2014/main" id="{6615FF71-3112-1A8D-F0D1-E0109200F65B}"/>
              </a:ext>
            </a:extLst>
          </p:cNvPr>
          <p:cNvSpPr/>
          <p:nvPr/>
        </p:nvSpPr>
        <p:spPr>
          <a:xfrm>
            <a:off x="9017574" y="1128820"/>
            <a:ext cx="2743200" cy="1243584"/>
          </a:xfrm>
          <a:prstGeom prst="roundRect">
            <a:avLst>
              <a:gd name="adj" fmla="val 7353"/>
            </a:avLst>
          </a:prstGeom>
          <a:solidFill>
            <a:srgbClr val="FFF0E6"/>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38" name="Shape 91">
            <a:extLst>
              <a:ext uri="{FF2B5EF4-FFF2-40B4-BE49-F238E27FC236}">
                <a16:creationId xmlns:a16="http://schemas.microsoft.com/office/drawing/2014/main" id="{C0F761E5-382F-9053-41A5-915D79815882}"/>
              </a:ext>
            </a:extLst>
          </p:cNvPr>
          <p:cNvSpPr/>
          <p:nvPr/>
        </p:nvSpPr>
        <p:spPr>
          <a:xfrm>
            <a:off x="9017574" y="2280964"/>
            <a:ext cx="2743200" cy="109728"/>
          </a:xfrm>
          <a:prstGeom prst="rect">
            <a:avLst/>
          </a:prstGeom>
          <a:solidFill>
            <a:srgbClr val="FFF0E6"/>
          </a:solidFill>
          <a:ln w="12700">
            <a:solidFill>
              <a:srgbClr val="FFF0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nvGrpSpPr>
          <p:cNvPr id="1647" name="Group 1646">
            <a:extLst>
              <a:ext uri="{FF2B5EF4-FFF2-40B4-BE49-F238E27FC236}">
                <a16:creationId xmlns:a16="http://schemas.microsoft.com/office/drawing/2014/main" id="{E59E9D19-80A3-CC23-CA47-D1692C134875}"/>
              </a:ext>
            </a:extLst>
          </p:cNvPr>
          <p:cNvGrpSpPr/>
          <p:nvPr/>
        </p:nvGrpSpPr>
        <p:grpSpPr>
          <a:xfrm>
            <a:off x="9931974" y="1293412"/>
            <a:ext cx="932688" cy="713232"/>
            <a:chOff x="9912096" y="1280160"/>
            <a:chExt cx="932688" cy="713232"/>
          </a:xfrm>
        </p:grpSpPr>
        <p:sp>
          <p:nvSpPr>
            <p:cNvPr id="1648" name="Shape 92">
              <a:extLst>
                <a:ext uri="{FF2B5EF4-FFF2-40B4-BE49-F238E27FC236}">
                  <a16:creationId xmlns:a16="http://schemas.microsoft.com/office/drawing/2014/main" id="{98CEDA79-973A-D571-43CB-02B5D2979B71}"/>
                </a:ext>
              </a:extLst>
            </p:cNvPr>
            <p:cNvSpPr/>
            <p:nvPr/>
          </p:nvSpPr>
          <p:spPr>
            <a:xfrm>
              <a:off x="9912096" y="1280160"/>
              <a:ext cx="274320" cy="91440"/>
            </a:xfrm>
            <a:prstGeom prst="rect">
              <a:avLst/>
            </a:prstGeom>
            <a:solidFill>
              <a:srgbClr val="D7D7D8"/>
            </a:solidFill>
            <a:ln w="1270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49" name="Text 93">
              <a:extLst>
                <a:ext uri="{FF2B5EF4-FFF2-40B4-BE49-F238E27FC236}">
                  <a16:creationId xmlns:a16="http://schemas.microsoft.com/office/drawing/2014/main" id="{F563DF67-16EF-FD09-890B-15E2A9576072}"/>
                </a:ext>
              </a:extLst>
            </p:cNvPr>
            <p:cNvSpPr/>
            <p:nvPr/>
          </p:nvSpPr>
          <p:spPr>
            <a:xfrm>
              <a:off x="9912096" y="1280160"/>
              <a:ext cx="274320" cy="914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400" b="1"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やるべきこと</a:t>
              </a:r>
              <a:endParaRPr kumimoji="0" lang="en-US" sz="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50" name="Shape 94">
              <a:extLst>
                <a:ext uri="{FF2B5EF4-FFF2-40B4-BE49-F238E27FC236}">
                  <a16:creationId xmlns:a16="http://schemas.microsoft.com/office/drawing/2014/main" id="{71167BDF-DCDB-140B-D503-BB3F1ED928D2}"/>
                </a:ext>
              </a:extLst>
            </p:cNvPr>
            <p:cNvSpPr/>
            <p:nvPr/>
          </p:nvSpPr>
          <p:spPr>
            <a:xfrm>
              <a:off x="9930384" y="1426464"/>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51" name="Shape 95">
              <a:extLst>
                <a:ext uri="{FF2B5EF4-FFF2-40B4-BE49-F238E27FC236}">
                  <a16:creationId xmlns:a16="http://schemas.microsoft.com/office/drawing/2014/main" id="{27D3FDE5-DF7B-FA83-84AE-B0AC2DE8A353}"/>
                </a:ext>
              </a:extLst>
            </p:cNvPr>
            <p:cNvSpPr/>
            <p:nvPr/>
          </p:nvSpPr>
          <p:spPr>
            <a:xfrm>
              <a:off x="9930384" y="1627632"/>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53" name="Shape 96">
              <a:extLst>
                <a:ext uri="{FF2B5EF4-FFF2-40B4-BE49-F238E27FC236}">
                  <a16:creationId xmlns:a16="http://schemas.microsoft.com/office/drawing/2014/main" id="{3943C46F-1BA1-FADA-47E1-9794ACB34259}"/>
                </a:ext>
              </a:extLst>
            </p:cNvPr>
            <p:cNvSpPr/>
            <p:nvPr/>
          </p:nvSpPr>
          <p:spPr>
            <a:xfrm>
              <a:off x="9930384" y="1828800"/>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54" name="Shape 97">
              <a:extLst>
                <a:ext uri="{FF2B5EF4-FFF2-40B4-BE49-F238E27FC236}">
                  <a16:creationId xmlns:a16="http://schemas.microsoft.com/office/drawing/2014/main" id="{D1DF4540-5E29-0A78-F328-8D310EFC08ED}"/>
                </a:ext>
              </a:extLst>
            </p:cNvPr>
            <p:cNvSpPr/>
            <p:nvPr/>
          </p:nvSpPr>
          <p:spPr>
            <a:xfrm>
              <a:off x="10241280" y="1280160"/>
              <a:ext cx="274320" cy="91440"/>
            </a:xfrm>
            <a:prstGeom prst="rect">
              <a:avLst/>
            </a:prstGeom>
            <a:solidFill>
              <a:srgbClr val="FF6600"/>
            </a:solidFill>
            <a:ln w="12700">
              <a:solidFill>
                <a:srgbClr val="FF66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55" name="Text 98">
              <a:extLst>
                <a:ext uri="{FF2B5EF4-FFF2-40B4-BE49-F238E27FC236}">
                  <a16:creationId xmlns:a16="http://schemas.microsoft.com/office/drawing/2014/main" id="{7ABA00A7-4464-7DD7-67E1-4B5EEF41C42D}"/>
                </a:ext>
              </a:extLst>
            </p:cNvPr>
            <p:cNvSpPr/>
            <p:nvPr/>
          </p:nvSpPr>
          <p:spPr>
            <a:xfrm>
              <a:off x="10241280" y="1280160"/>
              <a:ext cx="274320" cy="914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4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進行中</a:t>
              </a:r>
              <a:endParaRPr kumimoji="0" lang="en-US" sz="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56" name="Shape 99">
              <a:extLst>
                <a:ext uri="{FF2B5EF4-FFF2-40B4-BE49-F238E27FC236}">
                  <a16:creationId xmlns:a16="http://schemas.microsoft.com/office/drawing/2014/main" id="{499D163E-859B-A89A-D6BB-3BC80969861C}"/>
                </a:ext>
              </a:extLst>
            </p:cNvPr>
            <p:cNvSpPr/>
            <p:nvPr/>
          </p:nvSpPr>
          <p:spPr>
            <a:xfrm>
              <a:off x="10259568" y="1426464"/>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57" name="Shape 100">
              <a:extLst>
                <a:ext uri="{FF2B5EF4-FFF2-40B4-BE49-F238E27FC236}">
                  <a16:creationId xmlns:a16="http://schemas.microsoft.com/office/drawing/2014/main" id="{0799F4E5-DD56-5B8B-5855-EC27B2106E35}"/>
                </a:ext>
              </a:extLst>
            </p:cNvPr>
            <p:cNvSpPr/>
            <p:nvPr/>
          </p:nvSpPr>
          <p:spPr>
            <a:xfrm>
              <a:off x="10259568" y="1627632"/>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58" name="Shape 101">
              <a:extLst>
                <a:ext uri="{FF2B5EF4-FFF2-40B4-BE49-F238E27FC236}">
                  <a16:creationId xmlns:a16="http://schemas.microsoft.com/office/drawing/2014/main" id="{8143C843-B2DA-C10F-1F94-5CE3D04F6FE9}"/>
                </a:ext>
              </a:extLst>
            </p:cNvPr>
            <p:cNvSpPr/>
            <p:nvPr/>
          </p:nvSpPr>
          <p:spPr>
            <a:xfrm>
              <a:off x="10570464" y="1280160"/>
              <a:ext cx="274320" cy="91440"/>
            </a:xfrm>
            <a:prstGeom prst="rect">
              <a:avLst/>
            </a:prstGeom>
            <a:solidFill>
              <a:srgbClr val="8EC549"/>
            </a:solidFill>
            <a:ln w="12700">
              <a:solidFill>
                <a:srgbClr val="8EC54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59" name="Text 102">
              <a:extLst>
                <a:ext uri="{FF2B5EF4-FFF2-40B4-BE49-F238E27FC236}">
                  <a16:creationId xmlns:a16="http://schemas.microsoft.com/office/drawing/2014/main" id="{8FB2B51F-6087-22ED-3383-DF869AF5FDE9}"/>
                </a:ext>
              </a:extLst>
            </p:cNvPr>
            <p:cNvSpPr/>
            <p:nvPr/>
          </p:nvSpPr>
          <p:spPr>
            <a:xfrm>
              <a:off x="10570464" y="1280160"/>
              <a:ext cx="274320" cy="914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 sz="400" b="1" i="0" u="none" strike="noStrike" kern="1200" cap="none" spc="0" normalizeH="0" baseline="0" noProof="0">
                  <a:ln>
                    <a:noFill/>
                  </a:ln>
                  <a:solidFill>
                    <a:srgbClr val="FFFFFF"/>
                  </a:solidFill>
                  <a:effectLst/>
                  <a:uLnTx/>
                  <a:uFillTx/>
                  <a:latin typeface="Yu Gothic" panose="020B0400000000000000" pitchFamily="34" charset="-128"/>
                  <a:ea typeface="Yu Gothic" panose="020B0400000000000000" pitchFamily="34" charset="-128"/>
                  <a:cs typeface="Calibri" pitchFamily="34" charset="-120"/>
                </a:rPr>
                <a:t>終わり</a:t>
              </a:r>
              <a:endParaRPr kumimoji="0" lang="en-US" sz="4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60" name="Shape 103">
              <a:extLst>
                <a:ext uri="{FF2B5EF4-FFF2-40B4-BE49-F238E27FC236}">
                  <a16:creationId xmlns:a16="http://schemas.microsoft.com/office/drawing/2014/main" id="{4913509F-95C8-F26F-C4A8-0AC51556B2F1}"/>
                </a:ext>
              </a:extLst>
            </p:cNvPr>
            <p:cNvSpPr/>
            <p:nvPr/>
          </p:nvSpPr>
          <p:spPr>
            <a:xfrm>
              <a:off x="10588752" y="1426464"/>
              <a:ext cx="237744" cy="164592"/>
            </a:xfrm>
            <a:prstGeom prst="roundRect">
              <a:avLst>
                <a:gd name="adj" fmla="val 11111"/>
              </a:avLst>
            </a:prstGeom>
            <a:solidFill>
              <a:srgbClr val="FFFFFF"/>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
        <p:nvSpPr>
          <p:cNvPr id="1661" name="Text 104">
            <a:extLst>
              <a:ext uri="{FF2B5EF4-FFF2-40B4-BE49-F238E27FC236}">
                <a16:creationId xmlns:a16="http://schemas.microsoft.com/office/drawing/2014/main" id="{49BFF280-830F-28BC-36CF-229D409665D2}"/>
              </a:ext>
            </a:extLst>
          </p:cNvPr>
          <p:cNvSpPr/>
          <p:nvPr/>
        </p:nvSpPr>
        <p:spPr>
          <a:xfrm>
            <a:off x="9182166" y="2482132"/>
            <a:ext cx="2414016" cy="20116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000" b="0" i="0" u="none" strike="noStrike" kern="1200" cap="none" spc="0" normalizeH="0" baseline="0" noProof="0">
                <a:ln>
                  <a:noFill/>
                </a:ln>
                <a:solidFill>
                  <a:srgbClr val="6D6E71"/>
                </a:solidFill>
                <a:effectLst/>
                <a:uLnTx/>
                <a:uFillTx/>
                <a:latin typeface="Yu Gothic" panose="020B0400000000000000" pitchFamily="34" charset="-128"/>
                <a:ea typeface="Yu Gothic" panose="020B0400000000000000" pitchFamily="34" charset="-128"/>
                <a:cs typeface="Calibri" pitchFamily="34" charset="-120"/>
              </a:rPr>
              <a:t>D4</a:t>
            </a:r>
            <a:endParaRPr kumimoji="0" lang="en-US" sz="10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62" name="Text 105">
            <a:extLst>
              <a:ext uri="{FF2B5EF4-FFF2-40B4-BE49-F238E27FC236}">
                <a16:creationId xmlns:a16="http://schemas.microsoft.com/office/drawing/2014/main" id="{5738920D-50D9-4110-10FE-BF435DAEE2DD}"/>
              </a:ext>
            </a:extLst>
          </p:cNvPr>
          <p:cNvSpPr/>
          <p:nvPr/>
        </p:nvSpPr>
        <p:spPr>
          <a:xfrm>
            <a:off x="9182166" y="2665012"/>
            <a:ext cx="2414016" cy="475488"/>
          </a:xfrm>
          <a:prstGeom prst="rect">
            <a:avLst/>
          </a:prstGeom>
          <a:noFill/>
          <a:ln/>
        </p:spPr>
        <p:txBody>
          <a:bodyPr wrap="square" lIns="38100" tIns="38100" rIns="38100" bIns="381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1150" b="1"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Calibri" pitchFamily="34" charset="-120"/>
              </a:rPr>
              <a:t>概念実証（PoC）の結果と実施可否に関する推奨事項</a:t>
            </a:r>
            <a:endParaRPr kumimoji="0" lang="en-US" sz="11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63" name="Text 106">
            <a:extLst>
              <a:ext uri="{FF2B5EF4-FFF2-40B4-BE49-F238E27FC236}">
                <a16:creationId xmlns:a16="http://schemas.microsoft.com/office/drawing/2014/main" id="{F8FAD217-ED9C-D546-8D5C-7F57B6CD6E41}"/>
              </a:ext>
            </a:extLst>
          </p:cNvPr>
          <p:cNvSpPr/>
          <p:nvPr/>
        </p:nvSpPr>
        <p:spPr>
          <a:xfrm>
            <a:off x="9182166" y="3177076"/>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・結果と合意された合否基準との比較</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64" name="Text 107">
            <a:extLst>
              <a:ext uri="{FF2B5EF4-FFF2-40B4-BE49-F238E27FC236}">
                <a16:creationId xmlns:a16="http://schemas.microsoft.com/office/drawing/2014/main" id="{B9CE8971-8700-28F6-E5A3-BED2C81171D2}"/>
              </a:ext>
            </a:extLst>
          </p:cNvPr>
          <p:cNvSpPr/>
          <p:nvPr/>
        </p:nvSpPr>
        <p:spPr>
          <a:xfrm>
            <a:off x="9182166" y="3414820"/>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・ユースケースごとの実証ポイントの概要</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65" name="Text 108">
            <a:extLst>
              <a:ext uri="{FF2B5EF4-FFF2-40B4-BE49-F238E27FC236}">
                <a16:creationId xmlns:a16="http://schemas.microsoft.com/office/drawing/2014/main" id="{9C0D457B-7FBE-5FE4-2EE9-545E5CCC1031}"/>
              </a:ext>
            </a:extLst>
          </p:cNvPr>
          <p:cNvSpPr/>
          <p:nvPr/>
        </p:nvSpPr>
        <p:spPr>
          <a:xfrm>
            <a:off x="9182166" y="3652564"/>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・教訓とリスクログ</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66" name="Text 109">
            <a:extLst>
              <a:ext uri="{FF2B5EF4-FFF2-40B4-BE49-F238E27FC236}">
                <a16:creationId xmlns:a16="http://schemas.microsoft.com/office/drawing/2014/main" id="{62F823D8-72DA-FEDE-E92D-B66AC7F128A5}"/>
              </a:ext>
            </a:extLst>
          </p:cNvPr>
          <p:cNvSpPr/>
          <p:nvPr/>
        </p:nvSpPr>
        <p:spPr>
          <a:xfrm>
            <a:off x="9182166" y="3890308"/>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・範囲調整に関する推奨事項</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67" name="Text 110">
            <a:extLst>
              <a:ext uri="{FF2B5EF4-FFF2-40B4-BE49-F238E27FC236}">
                <a16:creationId xmlns:a16="http://schemas.microsoft.com/office/drawing/2014/main" id="{EA4ABAB1-6277-D904-1565-D3D8AB945B90}"/>
              </a:ext>
            </a:extLst>
          </p:cNvPr>
          <p:cNvSpPr/>
          <p:nvPr/>
        </p:nvSpPr>
        <p:spPr>
          <a:xfrm>
            <a:off x="9182166" y="4128052"/>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・明確な実行／中止の判断</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68" name="Text 111">
            <a:extLst>
              <a:ext uri="{FF2B5EF4-FFF2-40B4-BE49-F238E27FC236}">
                <a16:creationId xmlns:a16="http://schemas.microsoft.com/office/drawing/2014/main" id="{06FE6290-434E-3681-3F4E-EBFA10447352}"/>
              </a:ext>
            </a:extLst>
          </p:cNvPr>
          <p:cNvSpPr/>
          <p:nvPr/>
        </p:nvSpPr>
        <p:spPr>
          <a:xfrm>
            <a:off x="9182166" y="4365796"/>
            <a:ext cx="2414016" cy="219456"/>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・MVP準備状況評価</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69" name="Shape 112">
            <a:extLst>
              <a:ext uri="{FF2B5EF4-FFF2-40B4-BE49-F238E27FC236}">
                <a16:creationId xmlns:a16="http://schemas.microsoft.com/office/drawing/2014/main" id="{C18CD260-211D-FA4F-7DD5-97FA4FB120C1}"/>
              </a:ext>
            </a:extLst>
          </p:cNvPr>
          <p:cNvSpPr/>
          <p:nvPr/>
        </p:nvSpPr>
        <p:spPr>
          <a:xfrm>
            <a:off x="9182166" y="4731556"/>
            <a:ext cx="2414016" cy="0"/>
          </a:xfrm>
          <a:prstGeom prst="line">
            <a:avLst/>
          </a:prstGeom>
          <a:no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70" name="Text 113">
            <a:extLst>
              <a:ext uri="{FF2B5EF4-FFF2-40B4-BE49-F238E27FC236}">
                <a16:creationId xmlns:a16="http://schemas.microsoft.com/office/drawing/2014/main" id="{81C626C5-4AB7-133F-5882-3FC5AAF94AEF}"/>
              </a:ext>
            </a:extLst>
          </p:cNvPr>
          <p:cNvSpPr/>
          <p:nvPr/>
        </p:nvSpPr>
        <p:spPr>
          <a:xfrm>
            <a:off x="9182166" y="4804708"/>
            <a:ext cx="2414016" cy="201168"/>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900" b="1" i="0" u="none" strike="noStrike" kern="1200" cap="none" spc="0" normalizeH="0" baseline="0" noProof="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これは何をするものか：</a:t>
            </a:r>
            <a:endParaRPr kumimoji="0" lang="en-US" sz="9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71" name="Text 114">
            <a:extLst>
              <a:ext uri="{FF2B5EF4-FFF2-40B4-BE49-F238E27FC236}">
                <a16:creationId xmlns:a16="http://schemas.microsoft.com/office/drawing/2014/main" id="{1912F570-BD4A-3823-6551-E600899391DF}"/>
              </a:ext>
            </a:extLst>
          </p:cNvPr>
          <p:cNvSpPr/>
          <p:nvPr/>
        </p:nvSpPr>
        <p:spPr>
          <a:xfrm>
            <a:off x="9182166" y="5005876"/>
            <a:ext cx="2414016" cy="731520"/>
          </a:xfrm>
          <a:prstGeom prst="rect">
            <a:avLst/>
          </a:prstGeom>
          <a:noFill/>
          <a:ln/>
        </p:spPr>
        <p:txBody>
          <a:bodyPr wrap="square" lIns="12700" tIns="12700" rIns="12700" bIns="127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850" b="0" i="0" u="none" strike="noStrike" kern="1200" cap="none" spc="0" normalizeH="0" baseline="0" noProof="0">
                <a:ln>
                  <a:noFill/>
                </a:ln>
                <a:solidFill>
                  <a:srgbClr val="414042"/>
                </a:solidFill>
                <a:effectLst/>
                <a:uLnTx/>
                <a:uFillTx/>
                <a:latin typeface="Yu Gothic" panose="020B0400000000000000" pitchFamily="34" charset="-128"/>
                <a:ea typeface="Yu Gothic" panose="020B0400000000000000" pitchFamily="34" charset="-128"/>
                <a:cs typeface="Calibri" pitchFamily="34" charset="-120"/>
              </a:rPr>
              <a:t>ゲート文書。GLと野島氏に対し、MVP構築に進むべきかどうか、そして進む場合はどのような範囲調整を行うべきかについて、明確かつ証拠に基づいた判断を下すための指針を提供する。</a:t>
            </a:r>
            <a:endParaRPr kumimoji="0" lang="en-US" sz="8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72" name="Shape 115">
            <a:extLst>
              <a:ext uri="{FF2B5EF4-FFF2-40B4-BE49-F238E27FC236}">
                <a16:creationId xmlns:a16="http://schemas.microsoft.com/office/drawing/2014/main" id="{1EC28078-3763-5F9E-3E9D-D62454E6BD81}"/>
              </a:ext>
            </a:extLst>
          </p:cNvPr>
          <p:cNvSpPr/>
          <p:nvPr/>
        </p:nvSpPr>
        <p:spPr>
          <a:xfrm>
            <a:off x="9017574" y="6158020"/>
            <a:ext cx="2743200" cy="384048"/>
          </a:xfrm>
          <a:prstGeom prst="rect">
            <a:avLst/>
          </a:prstGeom>
          <a:solidFill>
            <a:srgbClr val="FFF0E6"/>
          </a:solidFill>
          <a:ln w="12700">
            <a:solidFill>
              <a:srgbClr val="FFF0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73" name="Shape 116">
            <a:extLst>
              <a:ext uri="{FF2B5EF4-FFF2-40B4-BE49-F238E27FC236}">
                <a16:creationId xmlns:a16="http://schemas.microsoft.com/office/drawing/2014/main" id="{1C3A71D6-2D71-67B8-A67E-D5BF79C533C5}"/>
              </a:ext>
            </a:extLst>
          </p:cNvPr>
          <p:cNvSpPr/>
          <p:nvPr/>
        </p:nvSpPr>
        <p:spPr>
          <a:xfrm>
            <a:off x="9017574" y="6158020"/>
            <a:ext cx="2743200" cy="384048"/>
          </a:xfrm>
          <a:prstGeom prst="roundRect">
            <a:avLst>
              <a:gd name="adj" fmla="val 23810"/>
            </a:avLst>
          </a:prstGeom>
          <a:solidFill>
            <a:srgbClr val="FFF0E6"/>
          </a:solidFill>
          <a:ln w="635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74" name="Shape 117">
            <a:extLst>
              <a:ext uri="{FF2B5EF4-FFF2-40B4-BE49-F238E27FC236}">
                <a16:creationId xmlns:a16="http://schemas.microsoft.com/office/drawing/2014/main" id="{4080A2CB-82C4-AC76-62B2-9138DC942FCA}"/>
              </a:ext>
            </a:extLst>
          </p:cNvPr>
          <p:cNvSpPr/>
          <p:nvPr/>
        </p:nvSpPr>
        <p:spPr>
          <a:xfrm>
            <a:off x="9017574" y="6158020"/>
            <a:ext cx="2743200" cy="73152"/>
          </a:xfrm>
          <a:prstGeom prst="rect">
            <a:avLst/>
          </a:prstGeom>
          <a:solidFill>
            <a:srgbClr val="FFF0E6"/>
          </a:solidFill>
          <a:ln w="12700">
            <a:solidFill>
              <a:srgbClr val="FFF0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75" name="Text 118">
            <a:extLst>
              <a:ext uri="{FF2B5EF4-FFF2-40B4-BE49-F238E27FC236}">
                <a16:creationId xmlns:a16="http://schemas.microsoft.com/office/drawing/2014/main" id="{DEF1C8F2-6D14-E181-434C-2D9B15FF115C}"/>
              </a:ext>
            </a:extLst>
          </p:cNvPr>
          <p:cNvSpPr/>
          <p:nvPr/>
        </p:nvSpPr>
        <p:spPr>
          <a:xfrm>
            <a:off x="9145590" y="6194596"/>
            <a:ext cx="2487168"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1" i="0" u="none" strike="noStrike" kern="1200" cap="none" spc="0" normalizeH="0" baseline="0" noProof="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コンサルティング＆戦略トラック — 主要</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76" name="Text 119">
            <a:extLst>
              <a:ext uri="{FF2B5EF4-FFF2-40B4-BE49-F238E27FC236}">
                <a16:creationId xmlns:a16="http://schemas.microsoft.com/office/drawing/2014/main" id="{42C529AA-676D-F262-E6A1-DBF39892EED2}"/>
              </a:ext>
            </a:extLst>
          </p:cNvPr>
          <p:cNvSpPr/>
          <p:nvPr/>
        </p:nvSpPr>
        <p:spPr>
          <a:xfrm>
            <a:off x="9145590" y="6359188"/>
            <a:ext cx="2487168" cy="1554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 sz="750" b="0" i="0" u="none" strike="noStrike" kern="1200" cap="none" spc="0" normalizeH="0" baseline="0" noProof="0">
                <a:ln>
                  <a:noFill/>
                </a:ln>
                <a:solidFill>
                  <a:srgbClr val="FF6600"/>
                </a:solidFill>
                <a:effectLst/>
                <a:uLnTx/>
                <a:uFillTx/>
                <a:latin typeface="Yu Gothic" panose="020B0400000000000000" pitchFamily="34" charset="-128"/>
                <a:ea typeface="Yu Gothic" panose="020B0400000000000000" pitchFamily="34" charset="-128"/>
                <a:cs typeface="Calibri" pitchFamily="34" charset="-120"/>
              </a:rPr>
              <a:t>製品管理トラック - サポート</a:t>
            </a:r>
            <a:endParaRPr kumimoji="0" lang="en-US" sz="75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nvGrpSpPr>
          <p:cNvPr id="1677" name="Group 1676">
            <a:extLst>
              <a:ext uri="{FF2B5EF4-FFF2-40B4-BE49-F238E27FC236}">
                <a16:creationId xmlns:a16="http://schemas.microsoft.com/office/drawing/2014/main" id="{84C1F794-CBA1-04E1-94E7-0774698B63ED}"/>
              </a:ext>
            </a:extLst>
          </p:cNvPr>
          <p:cNvGrpSpPr/>
          <p:nvPr/>
        </p:nvGrpSpPr>
        <p:grpSpPr>
          <a:xfrm>
            <a:off x="4079814" y="1293412"/>
            <a:ext cx="914400" cy="804672"/>
            <a:chOff x="4059936" y="1280160"/>
            <a:chExt cx="914400" cy="804672"/>
          </a:xfrm>
        </p:grpSpPr>
        <p:sp>
          <p:nvSpPr>
            <p:cNvPr id="1678" name="Shape 36">
              <a:extLst>
                <a:ext uri="{FF2B5EF4-FFF2-40B4-BE49-F238E27FC236}">
                  <a16:creationId xmlns:a16="http://schemas.microsoft.com/office/drawing/2014/main" id="{AEBC7A14-986C-8925-4A8E-78EF84E2B46D}"/>
                </a:ext>
              </a:extLst>
            </p:cNvPr>
            <p:cNvSpPr/>
            <p:nvPr/>
          </p:nvSpPr>
          <p:spPr>
            <a:xfrm>
              <a:off x="4059936" y="1280160"/>
              <a:ext cx="914400" cy="804672"/>
            </a:xfrm>
            <a:prstGeom prst="roundRect">
              <a:avLst>
                <a:gd name="adj" fmla="val 6818"/>
              </a:avLst>
            </a:prstGeom>
            <a:solidFill>
              <a:srgbClr val="FFFFFF"/>
            </a:solidFill>
            <a:ln w="10160">
              <a:solidFill>
                <a:srgbClr val="D7D7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79" name="Shape 37">
              <a:extLst>
                <a:ext uri="{FF2B5EF4-FFF2-40B4-BE49-F238E27FC236}">
                  <a16:creationId xmlns:a16="http://schemas.microsoft.com/office/drawing/2014/main" id="{23BBF2E9-6D74-EE8D-DE49-2DDEC906F2F2}"/>
                </a:ext>
              </a:extLst>
            </p:cNvPr>
            <p:cNvSpPr/>
            <p:nvPr/>
          </p:nvSpPr>
          <p:spPr>
            <a:xfrm>
              <a:off x="4187952" y="1426464"/>
              <a:ext cx="420624" cy="45719"/>
            </a:xfrm>
            <a:prstGeom prst="rect">
              <a:avLst/>
            </a:prstGeom>
            <a:solidFill>
              <a:srgbClr val="E4002B"/>
            </a:solidFill>
            <a:ln w="12700">
              <a:solidFill>
                <a:srgbClr val="E400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80" name="Shape 38">
              <a:extLst>
                <a:ext uri="{FF2B5EF4-FFF2-40B4-BE49-F238E27FC236}">
                  <a16:creationId xmlns:a16="http://schemas.microsoft.com/office/drawing/2014/main" id="{9D3BBC5B-6B6C-6563-9BB0-7DC25F6FB1A9}"/>
                </a:ext>
              </a:extLst>
            </p:cNvPr>
            <p:cNvSpPr/>
            <p:nvPr/>
          </p:nvSpPr>
          <p:spPr>
            <a:xfrm>
              <a:off x="4187952" y="1536192"/>
              <a:ext cx="566928" cy="45719"/>
            </a:xfrm>
            <a:prstGeom prst="rect">
              <a:avLst/>
            </a:prstGeom>
            <a:solidFill>
              <a:srgbClr val="E4002B"/>
            </a:solidFill>
            <a:ln w="12700">
              <a:solidFill>
                <a:srgbClr val="E400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81" name="Shape 39">
              <a:extLst>
                <a:ext uri="{FF2B5EF4-FFF2-40B4-BE49-F238E27FC236}">
                  <a16:creationId xmlns:a16="http://schemas.microsoft.com/office/drawing/2014/main" id="{6DE2F0FF-B902-4ACD-F150-BF3A493438A1}"/>
                </a:ext>
              </a:extLst>
            </p:cNvPr>
            <p:cNvSpPr/>
            <p:nvPr/>
          </p:nvSpPr>
          <p:spPr>
            <a:xfrm>
              <a:off x="4187952" y="1645920"/>
              <a:ext cx="493776" cy="45719"/>
            </a:xfrm>
            <a:prstGeom prst="rect">
              <a:avLst/>
            </a:prstGeom>
            <a:solidFill>
              <a:srgbClr val="E4002B"/>
            </a:solidFill>
            <a:ln w="12700">
              <a:solidFill>
                <a:srgbClr val="E400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82" name="Shape 40">
              <a:extLst>
                <a:ext uri="{FF2B5EF4-FFF2-40B4-BE49-F238E27FC236}">
                  <a16:creationId xmlns:a16="http://schemas.microsoft.com/office/drawing/2014/main" id="{FC17FDC4-5A18-DC65-3DE9-0DF1CCD7EDDD}"/>
                </a:ext>
              </a:extLst>
            </p:cNvPr>
            <p:cNvSpPr/>
            <p:nvPr/>
          </p:nvSpPr>
          <p:spPr>
            <a:xfrm>
              <a:off x="4187952" y="1755648"/>
              <a:ext cx="365760" cy="54864"/>
            </a:xfrm>
            <a:prstGeom prst="rect">
              <a:avLst/>
            </a:prstGeom>
            <a:solidFill>
              <a:srgbClr val="E4002B"/>
            </a:solidFill>
            <a:ln w="12700">
              <a:solidFill>
                <a:srgbClr val="E400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83" name="Shape 41">
              <a:extLst>
                <a:ext uri="{FF2B5EF4-FFF2-40B4-BE49-F238E27FC236}">
                  <a16:creationId xmlns:a16="http://schemas.microsoft.com/office/drawing/2014/main" id="{29CDCEAB-381B-FBB4-5CAB-139AB2BC30BD}"/>
                </a:ext>
              </a:extLst>
            </p:cNvPr>
            <p:cNvSpPr/>
            <p:nvPr/>
          </p:nvSpPr>
          <p:spPr>
            <a:xfrm>
              <a:off x="4736592" y="1682496"/>
              <a:ext cx="52832" cy="146304"/>
            </a:xfrm>
            <a:prstGeom prst="rect">
              <a:avLst/>
            </a:prstGeom>
            <a:solidFill>
              <a:srgbClr val="E4002B"/>
            </a:solidFill>
            <a:ln w="12700">
              <a:solidFill>
                <a:srgbClr val="E400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84" name="Shape 42">
              <a:extLst>
                <a:ext uri="{FF2B5EF4-FFF2-40B4-BE49-F238E27FC236}">
                  <a16:creationId xmlns:a16="http://schemas.microsoft.com/office/drawing/2014/main" id="{AEE79447-DD07-C6E3-CE2F-CEB73957713D}"/>
                </a:ext>
              </a:extLst>
            </p:cNvPr>
            <p:cNvSpPr/>
            <p:nvPr/>
          </p:nvSpPr>
          <p:spPr>
            <a:xfrm>
              <a:off x="4809744" y="1609344"/>
              <a:ext cx="52832" cy="219456"/>
            </a:xfrm>
            <a:prstGeom prst="rect">
              <a:avLst/>
            </a:prstGeom>
            <a:solidFill>
              <a:srgbClr val="53BDBE"/>
            </a:solidFill>
            <a:ln w="12700">
              <a:solidFill>
                <a:srgbClr val="53BD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sp>
          <p:nvSpPr>
            <p:cNvPr id="1685" name="Shape 42">
              <a:extLst>
                <a:ext uri="{FF2B5EF4-FFF2-40B4-BE49-F238E27FC236}">
                  <a16:creationId xmlns:a16="http://schemas.microsoft.com/office/drawing/2014/main" id="{843A1FB2-329B-3D3C-2834-C9733A1CAF27}"/>
                </a:ext>
              </a:extLst>
            </p:cNvPr>
            <p:cNvSpPr/>
            <p:nvPr/>
          </p:nvSpPr>
          <p:spPr>
            <a:xfrm>
              <a:off x="4665472" y="1737359"/>
              <a:ext cx="52832" cy="91441"/>
            </a:xfrm>
            <a:prstGeom prst="rect">
              <a:avLst/>
            </a:prstGeom>
            <a:solidFill>
              <a:srgbClr val="4442E3"/>
            </a:solidFill>
            <a:ln w="12700">
              <a:solidFill>
                <a:srgbClr val="4442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mn-cs"/>
              </a:endParaRPr>
            </a:p>
          </p:txBody>
        </p:sp>
      </p:grpSp>
    </p:spTree>
    <p:extLst>
      <p:ext uri="{BB962C8B-B14F-4D97-AF65-F5344CB8AC3E}">
        <p14:creationId xmlns:p14="http://schemas.microsoft.com/office/powerpoint/2010/main" val="887542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C2CA2-314F-8FFB-F726-33DEB7C37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181E4-B242-CCEC-6AB7-FE6C072BE474}"/>
              </a:ext>
            </a:extLst>
          </p:cNvPr>
          <p:cNvSpPr>
            <a:spLocks noGrp="1"/>
          </p:cNvSpPr>
          <p:nvPr>
            <p:ph type="title"/>
          </p:nvPr>
        </p:nvSpPr>
        <p:spPr/>
        <p:txBody>
          <a:bodyPr/>
          <a:lstStyle/>
          <a:p>
            <a:r>
              <a:rPr lang="ja" b="1">
                <a:solidFill>
                  <a:srgbClr val="F37037"/>
                </a:solidFill>
                <a:latin typeface="Yu Gothic" panose="020B0400000000000000" pitchFamily="34" charset="-128"/>
                <a:ea typeface="Yu Gothic" panose="020B0400000000000000" pitchFamily="34" charset="-128"/>
              </a:rPr>
              <a:t>リスクと対策</a:t>
            </a:r>
          </a:p>
        </p:txBody>
      </p:sp>
      <p:graphicFrame>
        <p:nvGraphicFramePr>
          <p:cNvPr id="7" name="Table 6">
            <a:extLst>
              <a:ext uri="{FF2B5EF4-FFF2-40B4-BE49-F238E27FC236}">
                <a16:creationId xmlns:a16="http://schemas.microsoft.com/office/drawing/2014/main" id="{DF25231F-CF7D-22FA-F85F-131D5F12DE0C}"/>
              </a:ext>
            </a:extLst>
          </p:cNvPr>
          <p:cNvGraphicFramePr>
            <a:graphicFrameLocks noGrp="1"/>
          </p:cNvGraphicFramePr>
          <p:nvPr/>
        </p:nvGraphicFramePr>
        <p:xfrm>
          <a:off x="1331843" y="1507236"/>
          <a:ext cx="9395791" cy="4480883"/>
        </p:xfrm>
        <a:graphic>
          <a:graphicData uri="http://schemas.openxmlformats.org/drawingml/2006/table">
            <a:tbl>
              <a:tblPr firstRow="1" bandRow="1" bandCol="1">
                <a:tableStyleId>{72833802-FEF1-4C79-8D5D-14CF1EAF98D9}</a:tableStyleId>
              </a:tblPr>
              <a:tblGrid>
                <a:gridCol w="2782957">
                  <a:extLst>
                    <a:ext uri="{9D8B030D-6E8A-4147-A177-3AD203B41FA5}">
                      <a16:colId xmlns:a16="http://schemas.microsoft.com/office/drawing/2014/main" val="3657710578"/>
                    </a:ext>
                  </a:extLst>
                </a:gridCol>
                <a:gridCol w="3081130">
                  <a:extLst>
                    <a:ext uri="{9D8B030D-6E8A-4147-A177-3AD203B41FA5}">
                      <a16:colId xmlns:a16="http://schemas.microsoft.com/office/drawing/2014/main" val="3800160392"/>
                    </a:ext>
                  </a:extLst>
                </a:gridCol>
                <a:gridCol w="3531704">
                  <a:extLst>
                    <a:ext uri="{9D8B030D-6E8A-4147-A177-3AD203B41FA5}">
                      <a16:colId xmlns:a16="http://schemas.microsoft.com/office/drawing/2014/main" val="1421823687"/>
                    </a:ext>
                  </a:extLst>
                </a:gridCol>
              </a:tblGrid>
              <a:tr h="356125">
                <a:tc>
                  <a:txBody>
                    <a:bodyPr/>
                    <a:lstStyle/>
                    <a:p>
                      <a:pPr>
                        <a:buNone/>
                      </a:pPr>
                      <a:r>
                        <a:rPr lang="ja" sz="1050"/>
                        <a:t>リスクシナリオ</a:t>
                      </a:r>
                    </a:p>
                  </a:txBody>
                  <a:tcPr anchor="ctr"/>
                </a:tc>
                <a:tc>
                  <a:txBody>
                    <a:bodyPr/>
                    <a:lstStyle/>
                    <a:p>
                      <a:pPr>
                        <a:buNone/>
                      </a:pPr>
                      <a:r>
                        <a:rPr lang="ja" sz="1050"/>
                        <a:t>インパクト</a:t>
                      </a:r>
                    </a:p>
                  </a:txBody>
                  <a:tcPr anchor="ctr"/>
                </a:tc>
                <a:tc>
                  <a:txBody>
                    <a:bodyPr/>
                    <a:lstStyle/>
                    <a:p>
                      <a:pPr>
                        <a:buNone/>
                      </a:pPr>
                      <a:r>
                        <a:rPr lang="ja" sz="1050"/>
                        <a:t>対策（緩和戦略）</a:t>
                      </a:r>
                    </a:p>
                  </a:txBody>
                  <a:tcPr anchor="ctr"/>
                </a:tc>
                <a:extLst>
                  <a:ext uri="{0D108BD9-81ED-4DB2-BD59-A6C34878D82A}">
                    <a16:rowId xmlns:a16="http://schemas.microsoft.com/office/drawing/2014/main" val="3203055788"/>
                  </a:ext>
                </a:extLst>
              </a:tr>
              <a:tr h="520431">
                <a:tc>
                  <a:txBody>
                    <a:bodyPr/>
                    <a:lstStyle/>
                    <a:p>
                      <a:pPr>
                        <a:buNone/>
                      </a:pPr>
                      <a:r>
                        <a:rPr lang="ja" sz="1000"/>
                        <a:t>野島データ引き渡し遅延 ― スプリント1開始時点で購入記録やカタログが利用できない</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概念実証（PoC）のスケジュールが遅れ、スコアリングエンジンを期日までに構築できない。</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データ要件はアドバイザリで定義され、合意済み。NDAおよびアクセス契約はスプリント0で完了。</a:t>
                      </a:r>
                      <a:endParaRPr lang="en-US" sz="1000">
                        <a:latin typeface="Yu Gothic" panose="020B0400000000000000" pitchFamily="34" charset="-128"/>
                        <a:ea typeface="Yu Gothic" panose="020B0400000000000000" pitchFamily="34" charset="-128"/>
                      </a:endParaRPr>
                    </a:p>
                  </a:txBody>
                  <a:tcPr anchor="ctr"/>
                </a:tc>
                <a:extLst>
                  <a:ext uri="{0D108BD9-81ED-4DB2-BD59-A6C34878D82A}">
                    <a16:rowId xmlns:a16="http://schemas.microsoft.com/office/drawing/2014/main" val="1321680809"/>
                  </a:ext>
                </a:extLst>
              </a:tr>
              <a:tr h="520431">
                <a:tc>
                  <a:txBody>
                    <a:bodyPr/>
                    <a:lstStyle/>
                    <a:p>
                      <a:pPr>
                        <a:buNone/>
                      </a:pPr>
                      <a:r>
                        <a:rPr lang="ja" sz="1000"/>
                        <a:t>購入データの品質が低い ― SKUの欠落、モデルコードの不一致、履歴記録の欠落など</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代替スコアリングは不正確であり、誤った顧客ターゲティングにつながる。</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アドバイザリウィーク1におけるデータ監査により、問題点が早期に明らかになる。PoCスコアリングエンジン構築前にサンプルベースの検証を実施。</a:t>
                      </a:r>
                      <a:endParaRPr lang="en-US" sz="1000">
                        <a:latin typeface="Yu Gothic" panose="020B0400000000000000" pitchFamily="34" charset="-128"/>
                        <a:ea typeface="Yu Gothic" panose="020B0400000000000000" pitchFamily="34" charset="-128"/>
                      </a:endParaRPr>
                    </a:p>
                  </a:txBody>
                  <a:tcPr anchor="ctr"/>
                </a:tc>
                <a:extLst>
                  <a:ext uri="{0D108BD9-81ED-4DB2-BD59-A6C34878D82A}">
                    <a16:rowId xmlns:a16="http://schemas.microsoft.com/office/drawing/2014/main" val="1596526125"/>
                  </a:ext>
                </a:extLst>
              </a:tr>
              <a:tr h="541734">
                <a:tc>
                  <a:txBody>
                    <a:bodyPr/>
                    <a:lstStyle/>
                    <a:p>
                      <a:pPr>
                        <a:buNone/>
                      </a:pPr>
                      <a:r>
                        <a:rPr lang="ja" sz="1000"/>
                        <a:t>カタログテキストは構造化されていないため、信頼性の高いAI抽出が困難です（例：画像のみのPDF、メーカー間で用語が統一されていないなど）。</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SKUおよび特徴抽出が失敗するか、信頼性の低い結果が生成される</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PoCスプリント1では、3～5個の代表的なカタログで抽出テストを実施します。信頼度スコアリングにより、低品質のフィールドが特定され、人間のレビュー対象となります。</a:t>
                      </a:r>
                      <a:endParaRPr lang="en-US" sz="1000">
                        <a:latin typeface="Yu Gothic" panose="020B0400000000000000" pitchFamily="34" charset="-128"/>
                        <a:ea typeface="Yu Gothic" panose="020B0400000000000000" pitchFamily="34" charset="-128"/>
                      </a:endParaRPr>
                    </a:p>
                  </a:txBody>
                  <a:tcPr anchor="ctr"/>
                </a:tc>
                <a:extLst>
                  <a:ext uri="{0D108BD9-81ED-4DB2-BD59-A6C34878D82A}">
                    <a16:rowId xmlns:a16="http://schemas.microsoft.com/office/drawing/2014/main" val="2949897468"/>
                  </a:ext>
                </a:extLst>
              </a:tr>
              <a:tr h="606397">
                <a:tc>
                  <a:txBody>
                    <a:bodyPr/>
                    <a:lstStyle/>
                    <a:p>
                      <a:pPr>
                        <a:buNone/>
                      </a:pPr>
                      <a:r>
                        <a:rPr lang="ja" sz="1000"/>
                        <a:t>誤検出通知が送信されました — 顧客は購入していない製品のアップグレードオファーを受け取ります。</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ブランドの信頼が損なわれます。顧客が無効なクエリを使用して来店した (石原様の最悪のシナリオ)</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UC2におけるSQL購入検証による3層精度ゲート。通知送信前に誤検知ゼロ目標を強制適用。</a:t>
                      </a:r>
                      <a:endParaRPr lang="en-US" sz="1000">
                        <a:latin typeface="Yu Gothic" panose="020B0400000000000000" pitchFamily="34" charset="-128"/>
                        <a:ea typeface="Yu Gothic" panose="020B0400000000000000" pitchFamily="34" charset="-128"/>
                      </a:endParaRPr>
                    </a:p>
                  </a:txBody>
                  <a:tcPr anchor="ctr"/>
                </a:tc>
                <a:extLst>
                  <a:ext uri="{0D108BD9-81ED-4DB2-BD59-A6C34878D82A}">
                    <a16:rowId xmlns:a16="http://schemas.microsoft.com/office/drawing/2014/main" val="1196742808"/>
                  </a:ext>
                </a:extLst>
              </a:tr>
              <a:tr h="582750">
                <a:tc>
                  <a:txBody>
                    <a:bodyPr/>
                    <a:lstStyle/>
                    <a:p>
                      <a:pPr>
                        <a:buNone/>
                      </a:pPr>
                      <a:r>
                        <a:rPr lang="ja" sz="1000"/>
                        <a:t>特徴抽出におけるLLMの幻覚 ― AIが製品の特徴を捏造または誤って割り当てる</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顧客に誤った後継製品を推奨した</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抽出フィールドごとの信頼度閾値。信頼度の低い出力はレビュー対象としてフラグ付けされ、自動的に承認されません。</a:t>
                      </a:r>
                      <a:endParaRPr lang="en-US" sz="1000">
                        <a:latin typeface="Yu Gothic" panose="020B0400000000000000" pitchFamily="34" charset="-128"/>
                        <a:ea typeface="Yu Gothic" panose="020B0400000000000000" pitchFamily="34" charset="-128"/>
                      </a:endParaRPr>
                    </a:p>
                  </a:txBody>
                  <a:tcPr anchor="ctr"/>
                </a:tc>
                <a:extLst>
                  <a:ext uri="{0D108BD9-81ED-4DB2-BD59-A6C34878D82A}">
                    <a16:rowId xmlns:a16="http://schemas.microsoft.com/office/drawing/2014/main" val="935522580"/>
                  </a:ext>
                </a:extLst>
              </a:tr>
              <a:tr h="582750">
                <a:tc>
                  <a:txBody>
                    <a:bodyPr/>
                    <a:lstStyle/>
                    <a:p>
                      <a:pPr>
                        <a:buNone/>
                      </a:pPr>
                      <a:r>
                        <a:rPr lang="ja" sz="1000"/>
                        <a:t>オンプレミスのGPU環境が、選択したLLMまたはパイプラインスタックと互換性がありません。</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MVPリリース後、GLクラウドから野島ハードウェアへの移行がブロックされる</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PoCおよびMVP全体を通してGLクラウドを使用。アドバイザリウィーク1でGPU仕様をレビュー。MVP終了前に移行計画を文書化。</a:t>
                      </a:r>
                      <a:endParaRPr lang="en-US" sz="1000">
                        <a:latin typeface="Yu Gothic" panose="020B0400000000000000" pitchFamily="34" charset="-128"/>
                        <a:ea typeface="Yu Gothic" panose="020B0400000000000000" pitchFamily="34" charset="-128"/>
                      </a:endParaRPr>
                    </a:p>
                  </a:txBody>
                  <a:tcPr anchor="ctr"/>
                </a:tc>
                <a:extLst>
                  <a:ext uri="{0D108BD9-81ED-4DB2-BD59-A6C34878D82A}">
                    <a16:rowId xmlns:a16="http://schemas.microsoft.com/office/drawing/2014/main" val="1984549842"/>
                  </a:ext>
                </a:extLst>
              </a:tr>
              <a:tr h="582750">
                <a:tc>
                  <a:txBody>
                    <a:bodyPr/>
                    <a:lstStyle/>
                    <a:p>
                      <a:pPr>
                        <a:buNone/>
                      </a:pPr>
                      <a:r>
                        <a:rPr lang="ja" sz="1000"/>
                        <a:t>POSクーポン引き換えシステムの統合は予想以上に複雑だった。</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閉ループ追跡（UC3）が遅延または不完全</a:t>
                      </a:r>
                      <a:endParaRPr lang="en-US" sz="1000">
                        <a:latin typeface="Yu Gothic" panose="020B0400000000000000" pitchFamily="34" charset="-128"/>
                        <a:ea typeface="Yu Gothic" panose="020B0400000000000000" pitchFamily="34" charset="-128"/>
                      </a:endParaRPr>
                    </a:p>
                  </a:txBody>
                  <a:tcPr anchor="ctr"/>
                </a:tc>
                <a:tc>
                  <a:txBody>
                    <a:bodyPr/>
                    <a:lstStyle/>
                    <a:p>
                      <a:pPr>
                        <a:buNone/>
                      </a:pPr>
                      <a:r>
                        <a:rPr lang="ja" sz="1000"/>
                        <a:t>POS APIドキュメントはアドバイザリでレビュー済み。クーポンメカニズムはスプリント3開始前に確認済み。</a:t>
                      </a:r>
                      <a:endParaRPr lang="en-US" sz="1000">
                        <a:latin typeface="Yu Gothic" panose="020B0400000000000000" pitchFamily="34" charset="-128"/>
                        <a:ea typeface="Yu Gothic" panose="020B0400000000000000" pitchFamily="34" charset="-128"/>
                      </a:endParaRPr>
                    </a:p>
                  </a:txBody>
                  <a:tcPr anchor="ctr"/>
                </a:tc>
                <a:extLst>
                  <a:ext uri="{0D108BD9-81ED-4DB2-BD59-A6C34878D82A}">
                    <a16:rowId xmlns:a16="http://schemas.microsoft.com/office/drawing/2014/main" val="721199057"/>
                  </a:ext>
                </a:extLst>
              </a:tr>
            </a:tbl>
          </a:graphicData>
        </a:graphic>
      </p:graphicFrame>
    </p:spTree>
    <p:extLst>
      <p:ext uri="{BB962C8B-B14F-4D97-AF65-F5344CB8AC3E}">
        <p14:creationId xmlns:p14="http://schemas.microsoft.com/office/powerpoint/2010/main" val="4134511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g3b3229198cb_1_8469"/>
          <p:cNvSpPr txBox="1">
            <a:spLocks noGrp="1"/>
          </p:cNvSpPr>
          <p:nvPr>
            <p:ph type="title"/>
          </p:nvPr>
        </p:nvSpPr>
        <p:spPr>
          <a:xfrm>
            <a:off x="389600" y="381600"/>
            <a:ext cx="5629500" cy="2109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SzPts val="1300"/>
              <a:buNone/>
            </a:pPr>
            <a:r>
              <a:rPr lang="ja"/>
              <a:t>野島氏に対するGLの期待</a:t>
            </a:r>
            <a:endParaRPr/>
          </a:p>
        </p:txBody>
      </p:sp>
      <p:sp>
        <p:nvSpPr>
          <p:cNvPr id="631" name="Google Shape;631;g3b3229198cb_1_8469"/>
          <p:cNvSpPr/>
          <p:nvPr/>
        </p:nvSpPr>
        <p:spPr>
          <a:xfrm>
            <a:off x="589733" y="1432115"/>
            <a:ext cx="3546900" cy="4556400"/>
          </a:xfrm>
          <a:prstGeom prst="rect">
            <a:avLst/>
          </a:prstGeom>
          <a:solidFill>
            <a:srgbClr val="F3F3F3"/>
          </a:solidFill>
          <a:ln>
            <a:noFill/>
          </a:ln>
        </p:spPr>
        <p:txBody>
          <a:bodyPr spcFirstLastPara="1" wrap="square" lIns="121900" tIns="210300" rIns="121900" bIns="121900" anchor="t" anchorCtr="0">
            <a:noAutofit/>
          </a:bodyPr>
          <a:lstStyle/>
          <a:p>
            <a:pPr marL="241300" marR="0" lvl="0" indent="-203200" algn="l" defTabSz="914400" rtl="0" eaLnBrk="1" fontAlgn="auto" latinLnBrk="0" hangingPunct="1">
              <a:lnSpc>
                <a:spcPct val="100000"/>
              </a:lnSpc>
              <a:spcBef>
                <a:spcPts val="0"/>
              </a:spcBef>
              <a:spcAft>
                <a:spcPts val="600"/>
              </a:spcAft>
              <a:buClr>
                <a:srgbClr val="2A2A2A"/>
              </a:buClr>
              <a:buSzPts val="1800"/>
              <a:buFont typeface="Helvetica Neue Light"/>
              <a:buChar char="●"/>
              <a:tabLst/>
              <a:defRPr/>
            </a:pPr>
            <a:r>
              <a:rPr kumimoji="0" lang="ja" sz="1300" b="1" i="0" u="none" strike="noStrike" kern="0" cap="none" spc="0" normalizeH="0" baseline="0" noProof="0">
                <a:ln>
                  <a:noFill/>
                </a:ln>
                <a:solidFill>
                  <a:srgbClr val="2A2A2A"/>
                </a:solidFill>
                <a:effectLst/>
                <a:uLnTx/>
                <a:uFillTx/>
                <a:latin typeface="Manrope"/>
                <a:ea typeface="+mn-ea"/>
                <a:cs typeface="Arial"/>
                <a:sym typeface="Arial"/>
              </a:rPr>
              <a:t>戦略的整合性</a:t>
            </a:r>
            <a:r>
              <a:rPr kumimoji="0" lang="ja" sz="1300" b="0" i="0" u="none" strike="noStrike" kern="0" cap="none" spc="0" normalizeH="0" baseline="0" noProof="0">
                <a:ln>
                  <a:noFill/>
                </a:ln>
                <a:solidFill>
                  <a:srgbClr val="2A2A2A"/>
                </a:solidFill>
                <a:effectLst/>
                <a:uLnTx/>
                <a:uFillTx/>
                <a:latin typeface="Manrope"/>
                <a:ea typeface="+mn-ea"/>
                <a:cs typeface="Arial"/>
                <a:sym typeface="Arial"/>
              </a:rPr>
              <a:t>：現状のワークフローをマッピングし、要件と設計の間でコンテキストが漏洩している箇所を特定するための合同セッション。</a:t>
            </a:r>
          </a:p>
          <a:p>
            <a:pPr marL="241300" marR="0" lvl="0" indent="-203200" algn="l" defTabSz="914400" rtl="0" eaLnBrk="1" fontAlgn="auto" latinLnBrk="0" hangingPunct="1">
              <a:lnSpc>
                <a:spcPct val="100000"/>
              </a:lnSpc>
              <a:spcBef>
                <a:spcPts val="0"/>
              </a:spcBef>
              <a:spcAft>
                <a:spcPts val="600"/>
              </a:spcAft>
              <a:buClr>
                <a:srgbClr val="2A2A2A"/>
              </a:buClr>
              <a:buSzPts val="1800"/>
              <a:buFont typeface="Helvetica Neue Light"/>
              <a:buChar char="●"/>
              <a:tabLst/>
              <a:defRPr/>
            </a:pPr>
            <a:r>
              <a:rPr kumimoji="0" lang="ja" sz="1300" b="1" i="0" u="none" strike="noStrike" kern="0" cap="none" spc="0" normalizeH="0" baseline="0" noProof="0">
                <a:ln>
                  <a:noFill/>
                </a:ln>
                <a:solidFill>
                  <a:srgbClr val="2A2A2A"/>
                </a:solidFill>
                <a:effectLst/>
                <a:uLnTx/>
                <a:uFillTx/>
                <a:latin typeface="Manrope"/>
                <a:ea typeface="+mn-ea"/>
                <a:cs typeface="Arial"/>
                <a:sym typeface="Arial"/>
              </a:rPr>
              <a:t>アジャイルな可用性： </a:t>
            </a:r>
            <a:r>
              <a:rPr kumimoji="0" lang="ja" sz="1300" b="0" i="0" u="none" strike="noStrike" kern="0" cap="none" spc="0" normalizeH="0" baseline="0" noProof="0">
                <a:ln>
                  <a:noFill/>
                </a:ln>
                <a:solidFill>
                  <a:srgbClr val="2A2A2A"/>
                </a:solidFill>
                <a:effectLst/>
                <a:uLnTx/>
                <a:uFillTx/>
                <a:latin typeface="Manrope"/>
                <a:ea typeface="+mn-ea"/>
                <a:cs typeface="Arial"/>
                <a:sym typeface="Arial"/>
              </a:rPr>
              <a:t>8週間のスプリント期間中、実行速度を維持するために、関係者の継続的な参加と、臨時の説明会への柔軟な対応が求められます。</a:t>
            </a:r>
          </a:p>
        </p:txBody>
      </p:sp>
      <p:sp>
        <p:nvSpPr>
          <p:cNvPr id="632" name="Google Shape;632;g3b3229198cb_1_8469"/>
          <p:cNvSpPr/>
          <p:nvPr/>
        </p:nvSpPr>
        <p:spPr>
          <a:xfrm>
            <a:off x="4424229" y="1432115"/>
            <a:ext cx="3546900" cy="4556400"/>
          </a:xfrm>
          <a:prstGeom prst="rect">
            <a:avLst/>
          </a:prstGeom>
          <a:solidFill>
            <a:srgbClr val="F3F3F3"/>
          </a:solidFill>
          <a:ln>
            <a:noFill/>
          </a:ln>
        </p:spPr>
        <p:txBody>
          <a:bodyPr spcFirstLastPara="1" wrap="square" lIns="121900" tIns="210300" rIns="121900" bIns="121900" anchor="t" anchorCtr="0">
            <a:noAutofit/>
          </a:bodyPr>
          <a:lstStyle/>
          <a:p>
            <a:pPr marL="241300" marR="0" lvl="0" indent="-203200" algn="l" defTabSz="914400" rtl="0" eaLnBrk="1" fontAlgn="auto" latinLnBrk="0" hangingPunct="1">
              <a:lnSpc>
                <a:spcPct val="100000"/>
              </a:lnSpc>
              <a:spcBef>
                <a:spcPts val="0"/>
              </a:spcBef>
              <a:spcAft>
                <a:spcPts val="600"/>
              </a:spcAft>
              <a:buClr>
                <a:srgbClr val="2A2A2A"/>
              </a:buClr>
              <a:buSzPts val="1800"/>
              <a:buFont typeface="Helvetica Neue Light"/>
              <a:buChar char="●"/>
              <a:tabLst/>
              <a:defRPr/>
            </a:pPr>
            <a:r>
              <a:rPr kumimoji="0" lang="ja" sz="1300" b="1" i="0" u="none" strike="noStrike" kern="0" cap="none" spc="0" normalizeH="0" baseline="0" noProof="0">
                <a:ln>
                  <a:noFill/>
                </a:ln>
                <a:solidFill>
                  <a:srgbClr val="2A2A2A"/>
                </a:solidFill>
                <a:effectLst/>
                <a:uLnTx/>
                <a:uFillTx/>
                <a:latin typeface="Manrope"/>
                <a:ea typeface="Manrope"/>
                <a:cs typeface="Manrope"/>
                <a:sym typeface="Manrope"/>
              </a:rPr>
              <a:t>検証デモ： </a:t>
            </a:r>
            <a:r>
              <a:rPr kumimoji="0" lang="ja" sz="1300" b="0" i="0" u="none" strike="noStrike" kern="0" cap="none" spc="0" normalizeH="0" baseline="0" noProof="0">
                <a:ln>
                  <a:noFill/>
                </a:ln>
                <a:solidFill>
                  <a:srgbClr val="2A2A2A"/>
                </a:solidFill>
                <a:effectLst/>
                <a:uLnTx/>
                <a:uFillTx/>
                <a:latin typeface="Manrope"/>
                <a:ea typeface="Manrope"/>
                <a:cs typeface="Manrope"/>
                <a:sym typeface="Manrope"/>
              </a:rPr>
              <a:t>GlobalLogicのエージェント型AIロジックを検証し、野島建築設計事務所のアーキテクトから率直かつ即時のフィードバックを収集するための定期的なセッション。</a:t>
            </a:r>
          </a:p>
          <a:p>
            <a:pPr marL="241300" marR="0" lvl="0" indent="-203200" algn="l" defTabSz="914400" rtl="0" eaLnBrk="1" fontAlgn="auto" latinLnBrk="0" hangingPunct="1">
              <a:lnSpc>
                <a:spcPct val="100000"/>
              </a:lnSpc>
              <a:spcBef>
                <a:spcPts val="0"/>
              </a:spcBef>
              <a:spcAft>
                <a:spcPts val="600"/>
              </a:spcAft>
              <a:buClr>
                <a:srgbClr val="2A2A2A"/>
              </a:buClr>
              <a:buSzPts val="1800"/>
              <a:buFont typeface="Helvetica Neue Light"/>
              <a:buChar char="●"/>
              <a:tabLst/>
              <a:defRPr/>
            </a:pPr>
            <a:r>
              <a:rPr kumimoji="0" lang="ja" sz="1300" b="1" i="0" u="none" strike="noStrike" kern="0" cap="none" spc="0" normalizeH="0" baseline="0" noProof="0">
                <a:ln>
                  <a:noFill/>
                </a:ln>
                <a:solidFill>
                  <a:srgbClr val="2A2A2A"/>
                </a:solidFill>
                <a:effectLst/>
                <a:uLnTx/>
                <a:uFillTx/>
                <a:latin typeface="Manrope"/>
                <a:ea typeface="Manrope"/>
                <a:cs typeface="Manrope"/>
                <a:sym typeface="Manrope"/>
              </a:rPr>
              <a:t>成果物レビュー：</a:t>
            </a:r>
            <a:r>
              <a:rPr kumimoji="0" lang="ja" sz="1300" b="0" i="0" u="none" strike="noStrike" kern="0" cap="none" spc="0" normalizeH="0" baseline="0" noProof="0">
                <a:ln>
                  <a:noFill/>
                </a:ln>
                <a:solidFill>
                  <a:srgbClr val="2A2A2A"/>
                </a:solidFill>
                <a:effectLst/>
                <a:uLnTx/>
                <a:uFillTx/>
                <a:latin typeface="Manrope"/>
                <a:ea typeface="Manrope"/>
                <a:cs typeface="Manrope"/>
                <a:sym typeface="Manrope"/>
              </a:rPr>
              <a:t>最終的なAI生成出力の前に、中間成果物（ロジックフロー、RAG検索精度、プロンプトチェーン）のデモンストレーションを行い、整合性を確認します。</a:t>
            </a:r>
            <a:endParaRPr kumimoji="0" sz="1300" b="0" i="0" u="none" strike="noStrike" kern="0" cap="none" spc="0" normalizeH="0" baseline="0" noProof="0">
              <a:ln>
                <a:noFill/>
              </a:ln>
              <a:solidFill>
                <a:srgbClr val="2A2A2A"/>
              </a:solidFill>
              <a:effectLst/>
              <a:uLnTx/>
              <a:uFillTx/>
              <a:latin typeface="Manrope"/>
              <a:ea typeface="Manrope"/>
              <a:cs typeface="Manrope"/>
              <a:sym typeface="Manrope"/>
            </a:endParaRPr>
          </a:p>
          <a:p>
            <a:pPr marL="241300" marR="0" lvl="0" indent="-114300" algn="l" defTabSz="914400" rtl="0" eaLnBrk="1" fontAlgn="auto" latinLnBrk="0" hangingPunct="1">
              <a:lnSpc>
                <a:spcPct val="100000"/>
              </a:lnSpc>
              <a:spcBef>
                <a:spcPts val="0"/>
              </a:spcBef>
              <a:spcAft>
                <a:spcPts val="0"/>
              </a:spcAft>
              <a:buClr>
                <a:srgbClr val="000000"/>
              </a:buClr>
              <a:buSzPts val="1300"/>
              <a:buFont typeface="Arial"/>
              <a:buNone/>
              <a:tabLst/>
              <a:defRPr/>
            </a:pPr>
            <a:endParaRPr kumimoji="0" sz="1300" b="0" i="0" u="none" strike="noStrike" kern="0" cap="none" spc="0" normalizeH="0" baseline="0" noProof="0">
              <a:ln>
                <a:noFill/>
              </a:ln>
              <a:solidFill>
                <a:srgbClr val="2A2A2A"/>
              </a:solidFill>
              <a:effectLst/>
              <a:uLnTx/>
              <a:uFillTx/>
              <a:latin typeface="Manrope"/>
              <a:ea typeface="Manrope"/>
              <a:cs typeface="Manrope"/>
              <a:sym typeface="Manrope"/>
            </a:endParaRPr>
          </a:p>
          <a:p>
            <a:pPr marL="60960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endParaRPr kumimoji="0" sz="1300" b="0" i="0" u="none" strike="noStrike" kern="0" cap="none" spc="0" normalizeH="0" baseline="0" noProof="0">
              <a:ln>
                <a:noFill/>
              </a:ln>
              <a:solidFill>
                <a:srgbClr val="2A2A2A"/>
              </a:solidFill>
              <a:effectLst/>
              <a:uLnTx/>
              <a:uFillTx/>
              <a:latin typeface="Manrope"/>
              <a:ea typeface="Manrope"/>
              <a:cs typeface="Manrope"/>
              <a:sym typeface="Manrope"/>
            </a:endParaRPr>
          </a:p>
        </p:txBody>
      </p:sp>
      <p:sp>
        <p:nvSpPr>
          <p:cNvPr id="633" name="Google Shape;633;g3b3229198cb_1_8469"/>
          <p:cNvSpPr/>
          <p:nvPr/>
        </p:nvSpPr>
        <p:spPr>
          <a:xfrm>
            <a:off x="8258700" y="1432115"/>
            <a:ext cx="3546900" cy="4556400"/>
          </a:xfrm>
          <a:prstGeom prst="rect">
            <a:avLst/>
          </a:prstGeom>
          <a:solidFill>
            <a:srgbClr val="F3F3F3"/>
          </a:solidFill>
          <a:ln>
            <a:noFill/>
          </a:ln>
        </p:spPr>
        <p:txBody>
          <a:bodyPr spcFirstLastPara="1" wrap="square" lIns="121900" tIns="210300" rIns="121900" bIns="121900" anchor="t" anchorCtr="0">
            <a:noAutofit/>
          </a:bodyPr>
          <a:lstStyle/>
          <a:p>
            <a:pPr marL="241300" marR="0" lvl="0" indent="-203200" algn="l" defTabSz="914400" rtl="0" eaLnBrk="1" fontAlgn="auto" latinLnBrk="0" hangingPunct="1">
              <a:lnSpc>
                <a:spcPct val="100000"/>
              </a:lnSpc>
              <a:spcBef>
                <a:spcPts val="0"/>
              </a:spcBef>
              <a:spcAft>
                <a:spcPts val="600"/>
              </a:spcAft>
              <a:buClr>
                <a:srgbClr val="2A2A2A"/>
              </a:buClr>
              <a:buSzPts val="1800"/>
              <a:buFont typeface="Helvetica Neue Light"/>
              <a:buChar char="●"/>
              <a:tabLst/>
              <a:defRPr/>
            </a:pPr>
            <a:r>
              <a:rPr kumimoji="0" lang="ja" sz="1300" b="1" i="0" u="none" strike="noStrike" kern="0" cap="none" spc="0" normalizeH="0" baseline="0" noProof="0">
                <a:ln>
                  <a:noFill/>
                </a:ln>
                <a:solidFill>
                  <a:srgbClr val="2A2A2A"/>
                </a:solidFill>
                <a:effectLst/>
                <a:uLnTx/>
                <a:uFillTx/>
                <a:latin typeface="Manrope"/>
                <a:ea typeface="+mn-ea"/>
                <a:cs typeface="Arial"/>
                <a:sym typeface="Manrope"/>
              </a:rPr>
              <a:t>前提条件となるアクセス：</a:t>
            </a:r>
            <a:r>
              <a:rPr kumimoji="0" lang="ja" sz="1300" b="0" i="0" u="none" strike="noStrike" kern="0" cap="none" spc="0" normalizeH="0" baseline="0" noProof="0">
                <a:ln>
                  <a:noFill/>
                </a:ln>
                <a:solidFill>
                  <a:srgbClr val="2A2A2A"/>
                </a:solidFill>
                <a:effectLst/>
                <a:uLnTx/>
                <a:uFillTx/>
                <a:latin typeface="Manrope"/>
                <a:ea typeface="+mn-ea"/>
                <a:cs typeface="Arial"/>
                <a:sym typeface="Manrope"/>
              </a:rPr>
              <a:t>セッション開始前に、必要なシステムアクセス（例：AWSサンドボックス）と、事前読解用の機密情報を含まないドキュメントを提供してください。</a:t>
            </a:r>
          </a:p>
          <a:p>
            <a:pPr marL="241300" marR="0" lvl="0" indent="-203200" algn="l" defTabSz="914400" rtl="0" eaLnBrk="1" fontAlgn="auto" latinLnBrk="0" hangingPunct="1">
              <a:lnSpc>
                <a:spcPct val="100000"/>
              </a:lnSpc>
              <a:spcBef>
                <a:spcPts val="0"/>
              </a:spcBef>
              <a:spcAft>
                <a:spcPts val="600"/>
              </a:spcAft>
              <a:buClr>
                <a:srgbClr val="2A2A2A"/>
              </a:buClr>
              <a:buSzPts val="1800"/>
              <a:buFont typeface="Helvetica Neue Light"/>
              <a:buChar char="●"/>
              <a:tabLst/>
              <a:defRPr/>
            </a:pPr>
            <a:r>
              <a:rPr kumimoji="0" lang="ja" sz="1300" b="1" i="0" u="none" strike="noStrike" kern="0" cap="none" spc="0" normalizeH="0" baseline="0" noProof="0">
                <a:ln>
                  <a:noFill/>
                </a:ln>
                <a:solidFill>
                  <a:srgbClr val="2A2A2A"/>
                </a:solidFill>
                <a:effectLst/>
                <a:uLnTx/>
                <a:uFillTx/>
                <a:latin typeface="Manrope"/>
                <a:ea typeface="+mn-ea"/>
                <a:cs typeface="Arial"/>
                <a:sym typeface="Arial"/>
              </a:rPr>
              <a:t>リーダーシップによる監督：</a:t>
            </a:r>
            <a:r>
              <a:rPr kumimoji="0" lang="ja" sz="1300" b="0" i="0" u="none" strike="noStrike" kern="0" cap="none" spc="0" normalizeH="0" baseline="0" noProof="0">
                <a:ln>
                  <a:noFill/>
                </a:ln>
                <a:solidFill>
                  <a:srgbClr val="2A2A2A"/>
                </a:solidFill>
                <a:effectLst/>
                <a:uLnTx/>
                <a:uFillTx/>
                <a:latin typeface="Manrope"/>
                <a:ea typeface="+mn-ea"/>
                <a:cs typeface="Arial"/>
                <a:sym typeface="Arial"/>
              </a:rPr>
              <a:t>主要スポンサーが毎週のレビュー会議に参加し、プロジェクトがプロジェクト目標に沿って進んでいることを確認する。</a:t>
            </a:r>
          </a:p>
          <a:p>
            <a:pPr marL="241300" marR="0" lvl="0" indent="-203200" algn="l" defTabSz="914400" rtl="0" eaLnBrk="1" fontAlgn="auto" latinLnBrk="0" hangingPunct="1">
              <a:lnSpc>
                <a:spcPct val="100000"/>
              </a:lnSpc>
              <a:spcBef>
                <a:spcPts val="0"/>
              </a:spcBef>
              <a:spcAft>
                <a:spcPts val="600"/>
              </a:spcAft>
              <a:buClr>
                <a:srgbClr val="2A2A2A"/>
              </a:buClr>
              <a:buSzPts val="1800"/>
              <a:buFont typeface="Helvetica Neue Light"/>
              <a:buChar char="●"/>
              <a:tabLst/>
              <a:defRPr/>
            </a:pPr>
            <a:r>
              <a:rPr kumimoji="0" lang="ja" sz="1300" b="1" i="0" u="none" strike="noStrike" kern="0" cap="none" spc="0" normalizeH="0" baseline="0" noProof="0">
                <a:ln>
                  <a:noFill/>
                </a:ln>
                <a:solidFill>
                  <a:srgbClr val="2A2A2A"/>
                </a:solidFill>
                <a:effectLst/>
                <a:uLnTx/>
                <a:uFillTx/>
                <a:latin typeface="Manrope"/>
                <a:ea typeface="+mn-ea"/>
                <a:cs typeface="Arial"/>
                <a:sym typeface="Arial"/>
              </a:rPr>
              <a:t>対応規律：</a:t>
            </a:r>
            <a:r>
              <a:rPr kumimoji="0" lang="ja" sz="1300" b="0" i="0" u="none" strike="noStrike" kern="0" cap="none" spc="0" normalizeH="0" baseline="0" noProof="0">
                <a:ln>
                  <a:noFill/>
                </a:ln>
                <a:solidFill>
                  <a:srgbClr val="2A2A2A"/>
                </a:solidFill>
                <a:effectLst/>
                <a:uLnTx/>
                <a:uFillTx/>
                <a:latin typeface="Manrope"/>
                <a:ea typeface="+mn-ea"/>
                <a:cs typeface="Arial"/>
                <a:sym typeface="Arial"/>
              </a:rPr>
              <a:t>スケジュール遅延を防ぐため、相互に合意した期限内に、アーキテクチャまたはロジックの明確化に関するタイムリーなフィードバックを提供する。</a:t>
            </a:r>
          </a:p>
          <a:p>
            <a:pPr marL="241300" marR="0" lvl="0" indent="-203200" algn="l" defTabSz="914400" rtl="0" eaLnBrk="1" fontAlgn="auto" latinLnBrk="0" hangingPunct="1">
              <a:lnSpc>
                <a:spcPct val="100000"/>
              </a:lnSpc>
              <a:spcBef>
                <a:spcPts val="0"/>
              </a:spcBef>
              <a:spcAft>
                <a:spcPts val="600"/>
              </a:spcAft>
              <a:buClr>
                <a:srgbClr val="2A2A2A"/>
              </a:buClr>
              <a:buSzPts val="1800"/>
              <a:buFont typeface="Helvetica Neue Light"/>
              <a:buChar char="●"/>
              <a:tabLst/>
              <a:defRPr/>
            </a:pPr>
            <a:r>
              <a:rPr kumimoji="0" lang="ja" sz="1300" b="1" i="0" u="none" strike="noStrike" kern="0" cap="none" spc="0" normalizeH="0" baseline="0" noProof="0">
                <a:ln>
                  <a:noFill/>
                </a:ln>
                <a:solidFill>
                  <a:srgbClr val="2A2A2A"/>
                </a:solidFill>
                <a:effectLst/>
                <a:uLnTx/>
                <a:uFillTx/>
                <a:latin typeface="Manrope"/>
                <a:ea typeface="+mn-ea"/>
                <a:cs typeface="Arial"/>
                <a:sym typeface="Arial"/>
              </a:rPr>
              <a:t>戦略レビュー：</a:t>
            </a:r>
            <a:r>
              <a:rPr kumimoji="0" lang="ja" sz="1300" b="0" i="0" u="none" strike="noStrike" kern="0" cap="none" spc="0" normalizeH="0" baseline="0" noProof="0">
                <a:ln>
                  <a:noFill/>
                </a:ln>
                <a:solidFill>
                  <a:srgbClr val="2A2A2A"/>
                </a:solidFill>
                <a:effectLst/>
                <a:uLnTx/>
                <a:uFillTx/>
                <a:latin typeface="Manrope"/>
                <a:ea typeface="+mn-ea"/>
                <a:cs typeface="Arial"/>
                <a:sym typeface="Arial"/>
              </a:rPr>
              <a:t>ソリューションアーキテクチャ、MVPバックログ、ROI推定モデルを評価するためのマイルストーンレビューに積極的に参加する。</a:t>
            </a:r>
            <a:endParaRPr kumimoji="0" sz="1300" b="0" i="0" u="none" strike="noStrike" kern="0" cap="none" spc="0" normalizeH="0" baseline="0" noProof="0">
              <a:ln>
                <a:noFill/>
              </a:ln>
              <a:solidFill>
                <a:srgbClr val="2A2A2A"/>
              </a:solidFill>
              <a:effectLst/>
              <a:uLnTx/>
              <a:uFillTx/>
              <a:latin typeface="Manrope"/>
              <a:ea typeface="+mn-ea"/>
              <a:cs typeface="Arial"/>
              <a:sym typeface="Manrope"/>
            </a:endParaRPr>
          </a:p>
          <a:p>
            <a:pPr marL="241300" marR="0" lvl="0" indent="-114300" algn="l" defTabSz="914400" rtl="0" eaLnBrk="1" fontAlgn="auto" latinLnBrk="0" hangingPunct="1">
              <a:lnSpc>
                <a:spcPct val="100000"/>
              </a:lnSpc>
              <a:spcBef>
                <a:spcPts val="0"/>
              </a:spcBef>
              <a:spcAft>
                <a:spcPts val="0"/>
              </a:spcAft>
              <a:buClr>
                <a:srgbClr val="000000"/>
              </a:buClr>
              <a:buSzPts val="1300"/>
              <a:buFont typeface="Arial"/>
              <a:buNone/>
              <a:tabLst/>
              <a:defRPr/>
            </a:pPr>
            <a:endParaRPr kumimoji="0" sz="1300" b="0" i="0" u="none" strike="noStrike" kern="0" cap="none" spc="0" normalizeH="0" baseline="0" noProof="0">
              <a:ln>
                <a:noFill/>
              </a:ln>
              <a:solidFill>
                <a:srgbClr val="2A2A2A"/>
              </a:solidFill>
              <a:effectLst/>
              <a:uLnTx/>
              <a:uFillTx/>
              <a:latin typeface="Manrope"/>
              <a:ea typeface="Manrope"/>
              <a:cs typeface="Manrope"/>
              <a:sym typeface="Manrope"/>
            </a:endParaRPr>
          </a:p>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endParaRPr kumimoji="0" sz="1300" b="0" i="0" u="none" strike="noStrike" kern="0" cap="none" spc="0" normalizeH="0" baseline="0" noProof="0">
              <a:ln>
                <a:noFill/>
              </a:ln>
              <a:solidFill>
                <a:srgbClr val="2A2A2A"/>
              </a:solidFill>
              <a:effectLst/>
              <a:uLnTx/>
              <a:uFillTx/>
              <a:latin typeface="Manrope"/>
              <a:ea typeface="Manrope"/>
              <a:cs typeface="Manrope"/>
              <a:sym typeface="Manrope"/>
            </a:endParaRPr>
          </a:p>
        </p:txBody>
      </p:sp>
      <p:sp>
        <p:nvSpPr>
          <p:cNvPr id="634" name="Google Shape;634;g3b3229198cb_1_8469"/>
          <p:cNvSpPr txBox="1"/>
          <p:nvPr/>
        </p:nvSpPr>
        <p:spPr>
          <a:xfrm>
            <a:off x="589733" y="957415"/>
            <a:ext cx="3546900" cy="446400"/>
          </a:xfrm>
          <a:prstGeom prst="rect">
            <a:avLst/>
          </a:prstGeom>
          <a:solidFill>
            <a:schemeClr val="accent3"/>
          </a:solidFill>
          <a:ln>
            <a:noFill/>
          </a:ln>
        </p:spPr>
        <p:txBody>
          <a:bodyPr spcFirstLastPara="1" wrap="square" lIns="121900" tIns="121900" rIns="121900" bIns="1219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 sz="1300" b="1" i="0" u="none" strike="noStrike" kern="0" cap="none" spc="0" normalizeH="0" baseline="0" noProof="0">
                <a:ln>
                  <a:noFill/>
                </a:ln>
                <a:solidFill>
                  <a:srgbClr val="000000"/>
                </a:solidFill>
                <a:effectLst/>
                <a:uLnTx/>
                <a:uFillTx/>
                <a:latin typeface="Manrope"/>
                <a:ea typeface="Manrope"/>
                <a:cs typeface="Manrope"/>
                <a:sym typeface="Manrope"/>
              </a:rPr>
              <a:t>発見セッション</a:t>
            </a:r>
            <a:endParaRPr kumimoji="0" sz="1300" b="1" i="0" u="none" strike="noStrike" kern="0" cap="none" spc="0" normalizeH="0" baseline="0" noProof="0">
              <a:ln>
                <a:noFill/>
              </a:ln>
              <a:solidFill>
                <a:srgbClr val="000000"/>
              </a:solidFill>
              <a:effectLst/>
              <a:uLnTx/>
              <a:uFillTx/>
              <a:latin typeface="Manrope"/>
              <a:ea typeface="Manrope"/>
              <a:cs typeface="Manrope"/>
              <a:sym typeface="Manrope"/>
            </a:endParaRPr>
          </a:p>
        </p:txBody>
      </p:sp>
      <p:sp>
        <p:nvSpPr>
          <p:cNvPr id="635" name="Google Shape;635;g3b3229198cb_1_8469"/>
          <p:cNvSpPr txBox="1"/>
          <p:nvPr/>
        </p:nvSpPr>
        <p:spPr>
          <a:xfrm>
            <a:off x="4424233" y="957415"/>
            <a:ext cx="3546900" cy="446400"/>
          </a:xfrm>
          <a:prstGeom prst="rect">
            <a:avLst/>
          </a:prstGeom>
          <a:solidFill>
            <a:schemeClr val="accent3"/>
          </a:solidFill>
          <a:ln>
            <a:noFill/>
          </a:ln>
        </p:spPr>
        <p:txBody>
          <a:bodyPr spcFirstLastPara="1" wrap="square" lIns="121900" tIns="121900" rIns="121900" bIns="1219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 sz="1300" b="1" i="0" u="none" strike="noStrike" kern="0" cap="none" spc="0" normalizeH="0" baseline="0" noProof="0">
                <a:ln>
                  <a:noFill/>
                </a:ln>
                <a:solidFill>
                  <a:srgbClr val="000000"/>
                </a:solidFill>
                <a:effectLst/>
                <a:uLnTx/>
                <a:uFillTx/>
                <a:latin typeface="Manrope"/>
                <a:ea typeface="Manrope"/>
                <a:cs typeface="Manrope"/>
                <a:sym typeface="Manrope"/>
              </a:rPr>
              <a:t>POC検証</a:t>
            </a:r>
            <a:endParaRPr kumimoji="0" sz="1300" b="1" i="0" u="none" strike="noStrike" kern="0" cap="none" spc="0" normalizeH="0" baseline="0" noProof="0">
              <a:ln>
                <a:noFill/>
              </a:ln>
              <a:solidFill>
                <a:srgbClr val="000000"/>
              </a:solidFill>
              <a:effectLst/>
              <a:uLnTx/>
              <a:uFillTx/>
              <a:latin typeface="Manrope"/>
              <a:ea typeface="Manrope"/>
              <a:cs typeface="Manrope"/>
              <a:sym typeface="Manrope"/>
            </a:endParaRPr>
          </a:p>
        </p:txBody>
      </p:sp>
      <p:sp>
        <p:nvSpPr>
          <p:cNvPr id="636" name="Google Shape;636;g3b3229198cb_1_8469"/>
          <p:cNvSpPr txBox="1"/>
          <p:nvPr/>
        </p:nvSpPr>
        <p:spPr>
          <a:xfrm>
            <a:off x="8258699" y="957415"/>
            <a:ext cx="3546900" cy="446400"/>
          </a:xfrm>
          <a:prstGeom prst="rect">
            <a:avLst/>
          </a:prstGeom>
          <a:solidFill>
            <a:schemeClr val="accent3"/>
          </a:solidFill>
          <a:ln>
            <a:noFill/>
          </a:ln>
        </p:spPr>
        <p:txBody>
          <a:bodyPr spcFirstLastPara="1" wrap="square" lIns="121900" tIns="121900" rIns="121900" bIns="1219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 sz="1300" b="1" i="0" u="none" strike="noStrike" kern="0" cap="none" spc="0" normalizeH="0" baseline="0" noProof="0">
                <a:ln>
                  <a:noFill/>
                </a:ln>
                <a:solidFill>
                  <a:srgbClr val="000000"/>
                </a:solidFill>
                <a:effectLst/>
                <a:uLnTx/>
                <a:uFillTx/>
                <a:latin typeface="Manrope"/>
                <a:ea typeface="Manrope"/>
                <a:cs typeface="Manrope"/>
                <a:sym typeface="Manrope"/>
              </a:rPr>
              <a:t>運営とガバナンス</a:t>
            </a:r>
            <a:endParaRPr kumimoji="0" sz="1300" b="1" i="0" u="none" strike="noStrike" kern="0" cap="none" spc="0" normalizeH="0" baseline="0" noProof="0">
              <a:ln>
                <a:noFill/>
              </a:ln>
              <a:solidFill>
                <a:srgbClr val="000000"/>
              </a:solidFill>
              <a:effectLst/>
              <a:uLnTx/>
              <a:uFillTx/>
              <a:latin typeface="Manrope"/>
              <a:ea typeface="Manrope"/>
              <a:cs typeface="Manrope"/>
              <a:sym typeface="Manrop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9">
          <a:extLst>
            <a:ext uri="{FF2B5EF4-FFF2-40B4-BE49-F238E27FC236}">
              <a16:creationId xmlns:a16="http://schemas.microsoft.com/office/drawing/2014/main" id="{8DF505F2-F0AB-4F67-6CEC-49E452E6FE2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1A3F62E-E477-9BFF-FE5C-009478EA327A}"/>
              </a:ext>
            </a:extLst>
          </p:cNvPr>
          <p:cNvSpPr txBox="1">
            <a:spLocks/>
          </p:cNvSpPr>
          <p:nvPr/>
        </p:nvSpPr>
        <p:spPr>
          <a:xfrm>
            <a:off x="755837" y="1532467"/>
            <a:ext cx="10953600" cy="4919100"/>
          </a:xfrm>
          <a:prstGeom prst="rect">
            <a:avLst/>
          </a:prstGeom>
        </p:spPr>
        <p:txBody>
          <a:bodyPr wrap="square" lIns="91440" tIns="45720" rIns="91440" bIns="45720" anchor="t">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20000"/>
              </a:lnSpc>
              <a:spcBef>
                <a:spcPts val="0"/>
              </a:spcBef>
              <a:spcAft>
                <a:spcPts val="600"/>
              </a:spcAft>
              <a:buClr>
                <a:srgbClr val="000000"/>
              </a:buClr>
              <a:buSzTx/>
              <a:buFont typeface="Arial"/>
              <a:buNone/>
              <a:tabLst/>
              <a:defRPr/>
            </a:pPr>
            <a:r>
              <a:rPr kumimoji="0" lang="ja" sz="13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前提条件</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ノジマは、アドバイザリー開始から2週間以内に、少なくとも5年間分の匿名化された購入データ（オンラインおよび実店舗）を提供する予定です。</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メーカーのカタログはデジタル形式（PDF、ウェブ、またはテキストベース）で入手可能であり、紙媒体のみのカタログは対象外です。</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野島氏のNVIDIA GPU環境は、MVP検証後にオンプレミス展開が可能になる予定です。</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GLと野島が既に提携関係にあるため、一般的な情報収集や関係構築に時間を費やす必要はありません。</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PoCスプリント4期間中、少なくとも1名の非技術系野島MDスタッフが設定インターフェースのテストに対応できる体制を整える。</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このPOSシステムは、QRコードまたは会員IDによるクーポン利用に対応しており、POSシステム全体を置き換えることなく統合できます。</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野島アプリとSNSチャンネルは既に稼働しており、API経由でプッシュ通知を受け付けることができます。</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、野島担当の連絡窓口（</a:t>
            </a:r>
            <a:r>
              <a:rPr kumimoji="0" lang="ja" altLang="en-US" sz="1200" b="0" i="0" u="none" strike="noStrike" kern="1200" cap="none" spc="0" normalizeH="0" baseline="0" noProof="0" err="1">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石原様</a:t>
            </a: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または同等の担当者）が2週間ごとに連絡対応を行います。</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LLMの選択はOSSベースで交換可能であり、野島独自のモデルを微調整することはない。</a:t>
            </a:r>
            <a:endParaRPr kumimoji="0" lang="en-US"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20000"/>
              </a:lnSpc>
              <a:spcBef>
                <a:spcPts val="0"/>
              </a:spcBef>
              <a:spcAft>
                <a:spcPts val="0"/>
              </a:spcAft>
              <a:buClr>
                <a:srgbClr val="000000"/>
              </a:buClr>
              <a:buSzTx/>
              <a:buFont typeface="Arial"/>
              <a:buNone/>
              <a:tabLst/>
              <a:defRPr/>
            </a:pPr>
            <a:endParaRPr kumimoji="0" lang="en-IN" sz="13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0" marR="0" lvl="0" indent="0" algn="l" defTabSz="914400" rtl="0" eaLnBrk="1" fontAlgn="auto" latinLnBrk="0" hangingPunct="1">
              <a:lnSpc>
                <a:spcPct val="100000"/>
              </a:lnSpc>
              <a:spcBef>
                <a:spcPts val="0"/>
              </a:spcBef>
              <a:spcAft>
                <a:spcPts val="600"/>
              </a:spcAft>
              <a:buClr>
                <a:srgbClr val="000000"/>
              </a:buClr>
              <a:buSzTx/>
              <a:buFont typeface="Arial"/>
              <a:buNone/>
              <a:tabLst/>
              <a:defRPr/>
            </a:pPr>
            <a:r>
              <a:rPr kumimoji="0" lang="ja" sz="13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依存関係</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野島データチームは、PoCスプリント1の前にサンプル購入記録とカタログ資産を提供する。</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野島ITはMVP計画に先立ち、NVIDIA GPUの仕様、OS環境、および提供開始時期を確認した。</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POS連携APIドキュメントは、スプリント3（精度ゲート）開始前に公開されます。</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補助金データベース（自治体グリーンポイント）は、APIまたはスケジュールされたエクスポート経由でアクセス可能であり、手動入力はできません。</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Nojimaアプリチームは、MVPフェーズ中に通知API統合に対応可能です。</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従業員指名</a:t>
            </a:r>
            <a:r>
              <a:rPr kumimoji="0" lang="ja" altLang="en-US" sz="1200" b="0" i="0" u="none" strike="noStrike" kern="1200" cap="none" spc="0" normalizeH="0" baseline="0" noProof="0" err="1">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制度</a:t>
            </a: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は、既存のSQLまたはAPIを介して顧客と従業員の関連付けデータを公開します。</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ja" altLang="en-US" sz="1200" b="0" i="0" u="none" strike="noStrike" kern="120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GLクラウド環境は、スプリント0終了前に野島セキュリティチームによってプロビジョニングおよび承認されました。</a:t>
            </a:r>
          </a:p>
        </p:txBody>
      </p:sp>
      <p:sp>
        <p:nvSpPr>
          <p:cNvPr id="5" name="Google Shape;1059;p158">
            <a:extLst>
              <a:ext uri="{FF2B5EF4-FFF2-40B4-BE49-F238E27FC236}">
                <a16:creationId xmlns:a16="http://schemas.microsoft.com/office/drawing/2014/main" id="{31D5EBDA-7E84-BF4D-A4B6-6AC0E5DDC4D0}"/>
              </a:ext>
            </a:extLst>
          </p:cNvPr>
          <p:cNvSpPr txBox="1">
            <a:spLocks/>
          </p:cNvSpPr>
          <p:nvPr/>
        </p:nvSpPr>
        <p:spPr>
          <a:xfrm>
            <a:off x="301975" y="662753"/>
            <a:ext cx="11061000" cy="745200"/>
          </a:xfrm>
          <a:prstGeom prst="rect">
            <a:avLst/>
          </a:prstGeom>
          <a:noFill/>
          <a:ln>
            <a:noFill/>
          </a:ln>
        </p:spPr>
        <p:txBody>
          <a:bodyPr spcFirstLastPara="1" wrap="square" lIns="121900" tIns="27425" rIns="121900" bIns="27425" anchor="t" anchorCtr="0">
            <a:noAutofit/>
          </a:bodyPr>
          <a:lstStyle>
            <a:defPPr marR="0" lvl="0" algn="l" rtl="0">
              <a:lnSpc>
                <a:spcPct val="100000"/>
              </a:lnSpc>
              <a:spcBef>
                <a:spcPts val="0"/>
              </a:spcBef>
              <a:spcAft>
                <a:spcPts val="0"/>
              </a:spcAft>
            </a:defPPr>
            <a:lvl1pPr marR="0" lvl="0" algn="l" rtl="0">
              <a:lnSpc>
                <a:spcPct val="100000"/>
              </a:lnSpc>
              <a:spcBef>
                <a:spcPts val="267"/>
              </a:spcBef>
              <a:spcAft>
                <a:spcPts val="0"/>
              </a:spcAft>
              <a:buClr>
                <a:srgbClr val="000000"/>
              </a:buClr>
              <a:buSzPts val="2200"/>
              <a:buFont typeface="Helvetica Neue"/>
              <a:buNone/>
              <a:defRPr sz="2933"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80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9pPr>
          </a:lstStyle>
          <a:p>
            <a:pPr marL="0" marR="0" lvl="0" indent="0" algn="l" defTabSz="914400" rtl="0" eaLnBrk="1" fontAlgn="auto" latinLnBrk="0" hangingPunct="1">
              <a:lnSpc>
                <a:spcPct val="100000"/>
              </a:lnSpc>
              <a:spcBef>
                <a:spcPts val="267"/>
              </a:spcBef>
              <a:spcAft>
                <a:spcPts val="0"/>
              </a:spcAft>
              <a:buClr>
                <a:srgbClr val="000000"/>
              </a:buClr>
              <a:buSzPts val="2200"/>
              <a:buFont typeface="Helvetica Neue"/>
              <a:buNone/>
              <a:tabLst/>
              <a:defRPr/>
            </a:pPr>
            <a:r>
              <a:rPr kumimoji="0" lang="ja" altLang="ja-JP" sz="2800" b="1" i="0" u="none" strike="noStrike" kern="0" cap="none" spc="0" normalizeH="0" baseline="0" noProof="0">
                <a:ln>
                  <a:noFill/>
                </a:ln>
                <a:solidFill>
                  <a:srgbClr val="F37037"/>
                </a:solidFill>
                <a:effectLst/>
                <a:uLnTx/>
                <a:uFillTx/>
                <a:latin typeface="Yu Gothic" panose="020B0400000000000000" pitchFamily="34" charset="-128"/>
                <a:ea typeface="Yu Gothic" panose="020B0400000000000000" pitchFamily="34" charset="-128"/>
                <a:cs typeface="Helvetica Neue"/>
                <a:sym typeface="Helvetica Neue"/>
              </a:rPr>
              <a:t>前提条件、依存関係、および範囲外</a:t>
            </a:r>
          </a:p>
        </p:txBody>
      </p:sp>
    </p:spTree>
    <p:extLst>
      <p:ext uri="{BB962C8B-B14F-4D97-AF65-F5344CB8AC3E}">
        <p14:creationId xmlns:p14="http://schemas.microsoft.com/office/powerpoint/2010/main" val="3400322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3" name="Text Placeholder 2">
            <a:extLst>
              <a:ext uri="{FF2B5EF4-FFF2-40B4-BE49-F238E27FC236}">
                <a16:creationId xmlns:a16="http://schemas.microsoft.com/office/drawing/2014/main" id="{4AD219AD-4DE7-62DC-E149-E84170137673}"/>
              </a:ext>
            </a:extLst>
          </p:cNvPr>
          <p:cNvSpPr txBox="1">
            <a:spLocks/>
          </p:cNvSpPr>
          <p:nvPr/>
        </p:nvSpPr>
        <p:spPr>
          <a:xfrm>
            <a:off x="755837" y="1532467"/>
            <a:ext cx="10953600" cy="4919100"/>
          </a:xfrm>
          <a:prstGeom prst="rect">
            <a:avLst/>
          </a:prstGeom>
        </p:spPr>
        <p:txBody>
          <a:bodyPr wrap="square" lIns="91440" tIns="45720" rIns="91440" bIns="4572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20000"/>
              </a:lnSpc>
              <a:spcBef>
                <a:spcPts val="0"/>
              </a:spcBef>
              <a:spcAft>
                <a:spcPts val="600"/>
              </a:spcAft>
              <a:buClr>
                <a:srgbClr val="000000"/>
              </a:buClr>
              <a:buSzTx/>
              <a:buFont typeface="Arial"/>
              <a:buNone/>
              <a:tabLst/>
              <a:defRPr/>
            </a:pPr>
            <a:r>
              <a:rPr kumimoji="0" lang="ja" sz="13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対象外</a:t>
            </a:r>
            <a:endParaRPr kumimoji="0" lang="en-IN" sz="2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Helvetica Neue Light"/>
              <a:sym typeface="Helvetica Neue Light"/>
            </a:endParaRPr>
          </a:p>
          <a:p>
            <a:pPr marL="285750" marR="0" lvl="1" indent="-285750" algn="l" defTabSz="914400" rtl="0" eaLnBrk="1" fontAlgn="auto" latinLnBrk="0" hangingPunct="1">
              <a:lnSpc>
                <a:spcPct val="120000"/>
              </a:lnSpc>
              <a:spcBef>
                <a:spcPts val="0"/>
              </a:spcBef>
              <a:spcAft>
                <a:spcPts val="600"/>
              </a:spcAft>
              <a:buClr>
                <a:srgbClr val="000000"/>
              </a:buClr>
              <a:buSzPts val="1500"/>
              <a:buFont typeface="Arial" panose="020B0604020202020204" pitchFamily="34" charset="0"/>
              <a:buChar char="•"/>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クーポン利用機能の統合にとどまらない、POSシステムの全面的な交換または変更</a:t>
            </a:r>
          </a:p>
          <a:p>
            <a:pPr marL="285750" marR="0" lvl="1" indent="-285750" algn="l" defTabSz="914400" rtl="0" eaLnBrk="1" fontAlgn="auto" latinLnBrk="0" hangingPunct="1">
              <a:lnSpc>
                <a:spcPct val="120000"/>
              </a:lnSpc>
              <a:spcBef>
                <a:spcPts val="0"/>
              </a:spcBef>
              <a:spcAft>
                <a:spcPts val="600"/>
              </a:spcAft>
              <a:buClr>
                <a:srgbClr val="000000"/>
              </a:buClr>
              <a:buSzPts val="1500"/>
              <a:buFont typeface="Arial" panose="020B0604020202020204" pitchFamily="34" charset="0"/>
              <a:buChar char="•"/>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購入データのリアルタイムストリーミング ― PoCおよびMVPではバッチ取り込みを前提とする</a:t>
            </a:r>
          </a:p>
          <a:p>
            <a:pPr marL="285750" marR="0" lvl="1" indent="-285750" algn="l" defTabSz="914400" rtl="0" eaLnBrk="1" fontAlgn="auto" latinLnBrk="0" hangingPunct="1">
              <a:lnSpc>
                <a:spcPct val="120000"/>
              </a:lnSpc>
              <a:spcBef>
                <a:spcPts val="0"/>
              </a:spcBef>
              <a:spcAft>
                <a:spcPts val="600"/>
              </a:spcAft>
              <a:buClr>
                <a:srgbClr val="000000"/>
              </a:buClr>
              <a:buSzPts val="1500"/>
              <a:buFont typeface="Arial" panose="020B0604020202020204" pitchFamily="34" charset="0"/>
              <a:buChar char="•"/>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物理フォーマットのみのカタログ取り込み（例：デジタル版のない印刷されたパンフレット）</a:t>
            </a:r>
          </a:p>
          <a:p>
            <a:pPr marL="285750" marR="0" lvl="1" indent="-285750" algn="l" defTabSz="914400" rtl="0" eaLnBrk="1" fontAlgn="auto" latinLnBrk="0" hangingPunct="1">
              <a:lnSpc>
                <a:spcPct val="120000"/>
              </a:lnSpc>
              <a:spcBef>
                <a:spcPts val="0"/>
              </a:spcBef>
              <a:spcAft>
                <a:spcPts val="600"/>
              </a:spcAft>
              <a:buClr>
                <a:srgbClr val="000000"/>
              </a:buClr>
              <a:buSzPts val="1500"/>
              <a:buFont typeface="Arial" panose="020B0604020202020204" pitchFamily="34" charset="0"/>
              <a:buChar char="•"/>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消耗品の顧客向けアプリ内購入完了（追加購入ユースケース）— 今後のパイロットフェーズ</a:t>
            </a:r>
          </a:p>
          <a:p>
            <a:pPr marL="285750" marR="0" lvl="1" indent="-285750" algn="l" defTabSz="914400" rtl="0" eaLnBrk="1" fontAlgn="auto" latinLnBrk="0" hangingPunct="1">
              <a:lnSpc>
                <a:spcPct val="120000"/>
              </a:lnSpc>
              <a:spcBef>
                <a:spcPts val="0"/>
              </a:spcBef>
              <a:spcAft>
                <a:spcPts val="600"/>
              </a:spcAft>
              <a:buClr>
                <a:srgbClr val="000000"/>
              </a:buClr>
              <a:buSzPts val="1500"/>
              <a:buFont typeface="Arial" panose="020B0604020202020204" pitchFamily="34" charset="0"/>
              <a:buChar char="•"/>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従業員ごとの予約フローのカスタマイズシステム — 今後のパイロット</a:t>
            </a:r>
            <a:r>
              <a:rPr kumimoji="0" lang="ja" sz="1200" b="0" i="0" u="none" strike="noStrike" kern="0" cap="none" spc="0" normalizeH="0" baseline="0" noProof="0" err="1">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フェーズ</a:t>
            </a:r>
          </a:p>
          <a:p>
            <a:pPr marL="285750" marR="0" lvl="1" indent="-285750" algn="l" defTabSz="914400" rtl="0" eaLnBrk="1" fontAlgn="auto" latinLnBrk="0" hangingPunct="1">
              <a:lnSpc>
                <a:spcPct val="120000"/>
              </a:lnSpc>
              <a:spcBef>
                <a:spcPts val="0"/>
              </a:spcBef>
              <a:spcAft>
                <a:spcPts val="600"/>
              </a:spcAft>
              <a:buClr>
                <a:srgbClr val="000000"/>
              </a:buClr>
              <a:buSzPts val="1500"/>
              <a:buFont typeface="Arial" panose="020B0604020202020204" pitchFamily="34" charset="0"/>
              <a:buChar char="•"/>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オンプレミスインフラストラクチャのセットアップと移行 - パイロットテスト後に延期</a:t>
            </a:r>
          </a:p>
          <a:p>
            <a:pPr marL="285750" marR="0" lvl="1" indent="-285750" algn="l" defTabSz="914400" rtl="0" eaLnBrk="1" fontAlgn="auto" latinLnBrk="0" hangingPunct="1">
              <a:lnSpc>
                <a:spcPct val="120000"/>
              </a:lnSpc>
              <a:spcBef>
                <a:spcPts val="0"/>
              </a:spcBef>
              <a:spcAft>
                <a:spcPts val="600"/>
              </a:spcAft>
              <a:buClr>
                <a:srgbClr val="000000"/>
              </a:buClr>
              <a:buSzPts val="1500"/>
              <a:buFont typeface="Arial" panose="020B0604020202020204" pitchFamily="34" charset="0"/>
              <a:buChar char="•"/>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メールとSMSによる通知チャネル - PoCおよびパイロット版ではモバイルアプリとSNSのみ</a:t>
            </a:r>
          </a:p>
          <a:p>
            <a:pPr marL="285750" marR="0" lvl="1" indent="-285750" algn="l" defTabSz="914400" rtl="0" eaLnBrk="1" fontAlgn="auto" latinLnBrk="0" hangingPunct="1">
              <a:lnSpc>
                <a:spcPct val="120000"/>
              </a:lnSpc>
              <a:spcBef>
                <a:spcPts val="0"/>
              </a:spcBef>
              <a:spcAft>
                <a:spcPts val="600"/>
              </a:spcAft>
              <a:buClr>
                <a:srgbClr val="000000"/>
              </a:buClr>
              <a:buSzPts val="1500"/>
              <a:buFont typeface="Arial" panose="020B0604020202020204" pitchFamily="34" charset="0"/>
              <a:buChar char="•"/>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野島独自のロイヤルティポイント以外の外部ロイヤルティプログラムや報酬プログラムとの連携</a:t>
            </a:r>
          </a:p>
          <a:p>
            <a:pPr marL="285750" marR="0" lvl="1" indent="-285750" algn="l" defTabSz="914400" rtl="0" eaLnBrk="1" fontAlgn="auto" latinLnBrk="0" hangingPunct="1">
              <a:lnSpc>
                <a:spcPct val="120000"/>
              </a:lnSpc>
              <a:spcBef>
                <a:spcPts val="0"/>
              </a:spcBef>
              <a:spcAft>
                <a:spcPts val="600"/>
              </a:spcAft>
              <a:buClr>
                <a:srgbClr val="000000"/>
              </a:buClr>
              <a:buSzPts val="1500"/>
              <a:buFont typeface="Arial" panose="020B0604020202020204" pitchFamily="34" charset="0"/>
              <a:buChar char="•"/>
              <a:tabLst/>
              <a:defRPr/>
            </a:pPr>
            <a:r>
              <a:rPr kumimoji="0" lang="ja" sz="12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日本語と英語以外の多言語サポート</a:t>
            </a:r>
          </a:p>
        </p:txBody>
      </p:sp>
      <p:sp>
        <p:nvSpPr>
          <p:cNvPr id="5" name="Google Shape;1059;p158">
            <a:extLst>
              <a:ext uri="{FF2B5EF4-FFF2-40B4-BE49-F238E27FC236}">
                <a16:creationId xmlns:a16="http://schemas.microsoft.com/office/drawing/2014/main" id="{D16D257B-BB3F-CAE7-44B9-DD6464D1EFAF}"/>
              </a:ext>
            </a:extLst>
          </p:cNvPr>
          <p:cNvSpPr txBox="1">
            <a:spLocks/>
          </p:cNvSpPr>
          <p:nvPr/>
        </p:nvSpPr>
        <p:spPr>
          <a:xfrm>
            <a:off x="301975" y="662753"/>
            <a:ext cx="11061000" cy="745200"/>
          </a:xfrm>
          <a:prstGeom prst="rect">
            <a:avLst/>
          </a:prstGeom>
          <a:noFill/>
          <a:ln>
            <a:noFill/>
          </a:ln>
        </p:spPr>
        <p:txBody>
          <a:bodyPr spcFirstLastPara="1" wrap="square" lIns="121900" tIns="27425" rIns="121900" bIns="27425" anchor="t" anchorCtr="0">
            <a:noAutofit/>
          </a:bodyPr>
          <a:lstStyle>
            <a:defPPr marR="0" lvl="0" algn="l" rtl="0">
              <a:lnSpc>
                <a:spcPct val="100000"/>
              </a:lnSpc>
              <a:spcBef>
                <a:spcPts val="0"/>
              </a:spcBef>
              <a:spcAft>
                <a:spcPts val="0"/>
              </a:spcAft>
            </a:defPPr>
            <a:lvl1pPr marR="0" lvl="0" algn="l" rtl="0">
              <a:lnSpc>
                <a:spcPct val="100000"/>
              </a:lnSpc>
              <a:spcBef>
                <a:spcPts val="267"/>
              </a:spcBef>
              <a:spcAft>
                <a:spcPts val="0"/>
              </a:spcAft>
              <a:buClr>
                <a:srgbClr val="000000"/>
              </a:buClr>
              <a:buSzPts val="2200"/>
              <a:buFont typeface="Helvetica Neue"/>
              <a:buNone/>
              <a:defRPr sz="2933"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80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9pPr>
          </a:lstStyle>
          <a:p>
            <a:pPr marL="0" marR="0" lvl="0" indent="0" algn="l" defTabSz="914400" rtl="0" eaLnBrk="1" fontAlgn="auto" latinLnBrk="0" hangingPunct="1">
              <a:lnSpc>
                <a:spcPct val="100000"/>
              </a:lnSpc>
              <a:spcBef>
                <a:spcPts val="267"/>
              </a:spcBef>
              <a:spcAft>
                <a:spcPts val="0"/>
              </a:spcAft>
              <a:buClr>
                <a:srgbClr val="000000"/>
              </a:buClr>
              <a:buSzPts val="2200"/>
              <a:buFont typeface="Helvetica Neue"/>
              <a:buNone/>
              <a:tabLst/>
              <a:defRPr/>
            </a:pPr>
            <a:r>
              <a:rPr kumimoji="0" lang="ja" altLang="ja-JP" sz="2800" b="1" i="0" u="none" strike="noStrike" kern="0" cap="none" spc="0" normalizeH="0" baseline="0" noProof="0">
                <a:ln>
                  <a:noFill/>
                </a:ln>
                <a:solidFill>
                  <a:srgbClr val="F37037"/>
                </a:solidFill>
                <a:effectLst/>
                <a:uLnTx/>
                <a:uFillTx/>
                <a:latin typeface="Yu Gothic" panose="020B0400000000000000" pitchFamily="34" charset="-128"/>
                <a:ea typeface="Yu Gothic" panose="020B0400000000000000" pitchFamily="34" charset="-128"/>
                <a:cs typeface="Helvetica Neue"/>
                <a:sym typeface="Helvetica Neue"/>
              </a:rPr>
              <a:t>前提条件、依存関係、および範囲外</a:t>
            </a:r>
          </a:p>
        </p:txBody>
      </p:sp>
    </p:spTree>
    <p:extLst>
      <p:ext uri="{BB962C8B-B14F-4D97-AF65-F5344CB8AC3E}">
        <p14:creationId xmlns:p14="http://schemas.microsoft.com/office/powerpoint/2010/main" val="3896943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37760-A107-D350-B584-A789089F7335}"/>
            </a:ext>
          </a:extLst>
        </p:cNvPr>
        <p:cNvGrpSpPr/>
        <p:nvPr/>
      </p:nvGrpSpPr>
      <p:grpSpPr>
        <a:xfrm>
          <a:off x="0" y="0"/>
          <a:ext cx="0" cy="0"/>
          <a:chOff x="0" y="0"/>
          <a:chExt cx="0" cy="0"/>
        </a:xfrm>
      </p:grpSpPr>
      <p:sp>
        <p:nvSpPr>
          <p:cNvPr id="3" name="Google Shape;213;g3b3229198cb_1_6513">
            <a:extLst>
              <a:ext uri="{FF2B5EF4-FFF2-40B4-BE49-F238E27FC236}">
                <a16:creationId xmlns:a16="http://schemas.microsoft.com/office/drawing/2014/main" id="{79C6806F-2843-6CA9-2B4C-03C6757CD43A}"/>
              </a:ext>
            </a:extLst>
          </p:cNvPr>
          <p:cNvSpPr txBox="1"/>
          <p:nvPr/>
        </p:nvSpPr>
        <p:spPr>
          <a:xfrm>
            <a:off x="650058" y="2520931"/>
            <a:ext cx="10156800" cy="3400500"/>
          </a:xfrm>
          <a:prstGeom prst="rect">
            <a:avLst/>
          </a:prstGeom>
          <a:noFill/>
          <a:ln>
            <a:noFill/>
          </a:ln>
        </p:spPr>
        <p:txBody>
          <a:bodyPr spcFirstLastPara="1" wrap="square" lIns="0" tIns="0" rIns="0" bIns="0" anchor="t" anchorCtr="0">
            <a:noAutofit/>
          </a:bodyPr>
          <a:lstStyle/>
          <a:p>
            <a:pPr marL="457200" marR="0" lvl="0" indent="-457200" algn="l" defTabSz="914400" rtl="0" eaLnBrk="1" fontAlgn="auto" latinLnBrk="0" hangingPunct="1">
              <a:lnSpc>
                <a:spcPct val="150000"/>
              </a:lnSpc>
              <a:spcBef>
                <a:spcPts val="0"/>
              </a:spcBef>
              <a:spcAft>
                <a:spcPts val="0"/>
              </a:spcAft>
              <a:buClr>
                <a:srgbClr val="F37037"/>
              </a:buClr>
              <a:buSzPts val="4000"/>
              <a:buFont typeface="Manrope"/>
              <a:buAutoNum type="arabicPeriod"/>
              <a:tabLst/>
              <a:defRPr/>
            </a:pPr>
            <a:r>
              <a:rPr kumimoji="0" lang="ja" sz="4000" b="0" i="0" u="none" strike="noStrike" kern="0" cap="none" spc="0" normalizeH="0" baseline="0" noProof="0" dirty="0">
                <a:ln>
                  <a:noFill/>
                </a:ln>
                <a:solidFill>
                  <a:srgbClr val="6D6E71"/>
                </a:solidFill>
                <a:effectLst/>
                <a:uLnTx/>
                <a:uFillTx/>
                <a:latin typeface="Yu Gothic" panose="020B0400000000000000" pitchFamily="34" charset="-128"/>
                <a:ea typeface="Yu Gothic" panose="020B0400000000000000" pitchFamily="34" charset="-128"/>
                <a:cs typeface="Manrope"/>
                <a:sym typeface="Manrope"/>
              </a:rPr>
              <a:t>エグゼクティブサマリー</a:t>
            </a:r>
          </a:p>
          <a:p>
            <a:pPr marL="457200" marR="0" lvl="0" indent="-457200" algn="l" defTabSz="914400" rtl="0" eaLnBrk="1" fontAlgn="auto" latinLnBrk="0" hangingPunct="1">
              <a:lnSpc>
                <a:spcPct val="150000"/>
              </a:lnSpc>
              <a:spcBef>
                <a:spcPts val="0"/>
              </a:spcBef>
              <a:spcAft>
                <a:spcPts val="0"/>
              </a:spcAft>
              <a:buClr>
                <a:srgbClr val="F37037"/>
              </a:buClr>
              <a:buSzPts val="4000"/>
              <a:buFont typeface="Manrope"/>
              <a:buAutoNum type="arabicPeriod"/>
              <a:tabLst/>
              <a:defRPr/>
            </a:pPr>
            <a:r>
              <a:rPr kumimoji="0" lang="ja" sz="4000" b="0" i="0" u="none" strike="noStrike" kern="0" cap="none" spc="0" normalizeH="0" baseline="0" noProof="0" dirty="0">
                <a:ln>
                  <a:noFill/>
                </a:ln>
                <a:solidFill>
                  <a:srgbClr val="6D6E71"/>
                </a:solidFill>
                <a:effectLst/>
                <a:uLnTx/>
                <a:uFillTx/>
                <a:latin typeface="Yu Gothic" panose="020B0400000000000000" pitchFamily="34" charset="-128"/>
                <a:ea typeface="Yu Gothic" panose="020B0400000000000000" pitchFamily="34" charset="-128"/>
                <a:cs typeface="Manrope"/>
                <a:sym typeface="Manrope"/>
              </a:rPr>
              <a:t>解決策の提案</a:t>
            </a:r>
          </a:p>
          <a:p>
            <a:pPr marL="457200" marR="0" lvl="0" indent="-457200" algn="l" defTabSz="914400" rtl="0" eaLnBrk="1" fontAlgn="auto" latinLnBrk="0" hangingPunct="1">
              <a:lnSpc>
                <a:spcPct val="150000"/>
              </a:lnSpc>
              <a:spcBef>
                <a:spcPts val="0"/>
              </a:spcBef>
              <a:spcAft>
                <a:spcPts val="0"/>
              </a:spcAft>
              <a:buClr>
                <a:srgbClr val="F37037"/>
              </a:buClr>
              <a:buSzPts val="4000"/>
              <a:buFont typeface="Manrope"/>
              <a:buAutoNum type="arabicPeriod"/>
              <a:tabLst/>
              <a:defRPr/>
            </a:pPr>
            <a:r>
              <a:rPr kumimoji="0" lang="ja" sz="4000" b="0" i="0" u="none" strike="noStrike" kern="0" cap="none" spc="0" normalizeH="0" baseline="0" noProof="0" dirty="0">
                <a:ln>
                  <a:noFill/>
                </a:ln>
                <a:solidFill>
                  <a:srgbClr val="6D6E71"/>
                </a:solidFill>
                <a:effectLst/>
                <a:uLnTx/>
                <a:uFillTx/>
                <a:latin typeface="Yu Gothic" panose="020B0400000000000000" pitchFamily="34" charset="-128"/>
                <a:ea typeface="Yu Gothic" panose="020B0400000000000000" pitchFamily="34" charset="-128"/>
                <a:cs typeface="Manrope"/>
                <a:sym typeface="Manrope"/>
              </a:rPr>
              <a:t>アプローチと範囲</a:t>
            </a:r>
          </a:p>
          <a:p>
            <a:pPr marL="457200" marR="0" lvl="0" indent="-457200" algn="l" defTabSz="914400" rtl="0" eaLnBrk="1" fontAlgn="auto" latinLnBrk="0" hangingPunct="1">
              <a:lnSpc>
                <a:spcPct val="150000"/>
              </a:lnSpc>
              <a:spcBef>
                <a:spcPts val="0"/>
              </a:spcBef>
              <a:spcAft>
                <a:spcPts val="0"/>
              </a:spcAft>
              <a:buClr>
                <a:srgbClr val="F37037"/>
              </a:buClr>
              <a:buSzPts val="4000"/>
              <a:buFont typeface="Manrope"/>
              <a:buAutoNum type="arabicPeriod"/>
              <a:tabLst/>
              <a:defRPr/>
            </a:pPr>
            <a:r>
              <a:rPr kumimoji="0" lang="ja" sz="4000" b="0" i="0" u="none" strike="noStrike" kern="0" cap="none" spc="0" normalizeH="0" baseline="0" noProof="0" dirty="0">
                <a:ln>
                  <a:noFill/>
                </a:ln>
                <a:solidFill>
                  <a:srgbClr val="F37037"/>
                </a:solidFill>
                <a:effectLst/>
                <a:uLnTx/>
                <a:uFillTx/>
                <a:latin typeface="Yu Gothic" panose="020B0400000000000000" pitchFamily="34" charset="-128"/>
                <a:ea typeface="Yu Gothic" panose="020B0400000000000000" pitchFamily="34" charset="-128"/>
                <a:cs typeface="Manrope"/>
                <a:sym typeface="Manrope"/>
              </a:rPr>
              <a:t>コマーシャル</a:t>
            </a:r>
            <a:endParaRPr kumimoji="0" sz="4000" b="0" i="0" u="none" strike="noStrike" kern="0" cap="none" spc="0" normalizeH="0" baseline="0" noProof="0" dirty="0">
              <a:ln>
                <a:noFill/>
              </a:ln>
              <a:solidFill>
                <a:srgbClr val="F37037"/>
              </a:solidFill>
              <a:effectLst/>
              <a:uLnTx/>
              <a:uFillTx/>
              <a:latin typeface="Yu Gothic" panose="020B0400000000000000" pitchFamily="34" charset="-128"/>
              <a:ea typeface="Yu Gothic" panose="020B0400000000000000" pitchFamily="34" charset="-128"/>
              <a:cs typeface="Manrope"/>
              <a:sym typeface="Manrope"/>
            </a:endParaRPr>
          </a:p>
        </p:txBody>
      </p:sp>
    </p:spTree>
    <p:extLst>
      <p:ext uri="{BB962C8B-B14F-4D97-AF65-F5344CB8AC3E}">
        <p14:creationId xmlns:p14="http://schemas.microsoft.com/office/powerpoint/2010/main" val="1350707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29">
          <a:extLst>
            <a:ext uri="{FF2B5EF4-FFF2-40B4-BE49-F238E27FC236}">
              <a16:creationId xmlns:a16="http://schemas.microsoft.com/office/drawing/2014/main" id="{71F24BDE-AA3A-68DE-F18F-C41AA5150792}"/>
            </a:ext>
          </a:extLst>
        </p:cNvPr>
        <p:cNvGrpSpPr/>
        <p:nvPr/>
      </p:nvGrpSpPr>
      <p:grpSpPr>
        <a:xfrm>
          <a:off x="0" y="0"/>
          <a:ext cx="0" cy="0"/>
          <a:chOff x="0" y="0"/>
          <a:chExt cx="0" cy="0"/>
        </a:xfrm>
      </p:grpSpPr>
      <p:graphicFrame>
        <p:nvGraphicFramePr>
          <p:cNvPr id="2" name="Google Shape;1212;p167">
            <a:extLst>
              <a:ext uri="{FF2B5EF4-FFF2-40B4-BE49-F238E27FC236}">
                <a16:creationId xmlns:a16="http://schemas.microsoft.com/office/drawing/2014/main" id="{A80D820B-9715-6FF6-E7E6-E2377B823FAB}"/>
              </a:ext>
            </a:extLst>
          </p:cNvPr>
          <p:cNvGraphicFramePr/>
          <p:nvPr>
            <p:extLst>
              <p:ext uri="{D42A27DB-BD31-4B8C-83A1-F6EECF244321}">
                <p14:modId xmlns:p14="http://schemas.microsoft.com/office/powerpoint/2010/main" val="514157208"/>
              </p:ext>
            </p:extLst>
          </p:nvPr>
        </p:nvGraphicFramePr>
        <p:xfrm>
          <a:off x="1005290" y="2129181"/>
          <a:ext cx="8069700" cy="1962304"/>
        </p:xfrm>
        <a:graphic>
          <a:graphicData uri="http://schemas.openxmlformats.org/drawingml/2006/table">
            <a:tbl>
              <a:tblPr>
                <a:noFill/>
              </a:tblPr>
              <a:tblGrid>
                <a:gridCol w="866642">
                  <a:extLst>
                    <a:ext uri="{9D8B030D-6E8A-4147-A177-3AD203B41FA5}">
                      <a16:colId xmlns:a16="http://schemas.microsoft.com/office/drawing/2014/main" val="20000"/>
                    </a:ext>
                  </a:extLst>
                </a:gridCol>
                <a:gridCol w="4684143">
                  <a:extLst>
                    <a:ext uri="{9D8B030D-6E8A-4147-A177-3AD203B41FA5}">
                      <a16:colId xmlns:a16="http://schemas.microsoft.com/office/drawing/2014/main" val="20001"/>
                    </a:ext>
                  </a:extLst>
                </a:gridCol>
                <a:gridCol w="2518915">
                  <a:extLst>
                    <a:ext uri="{9D8B030D-6E8A-4147-A177-3AD203B41FA5}">
                      <a16:colId xmlns:a16="http://schemas.microsoft.com/office/drawing/2014/main" val="27100666"/>
                    </a:ext>
                  </a:extLst>
                </a:gridCol>
              </a:tblGrid>
              <a:tr h="251710">
                <a:tc>
                  <a:txBody>
                    <a:bodyPr/>
                    <a:lstStyle/>
                    <a:p>
                      <a:pPr algn="ctr"/>
                      <a:r>
                        <a:rPr lang="ja" altLang="ja-JP" b="1">
                          <a:solidFill>
                            <a:schemeClr val="bg1"/>
                          </a:solidFill>
                          <a:effectLst/>
                        </a:rPr>
                        <a:t>#</a:t>
                      </a:r>
                      <a:endParaRPr lang="ja-JP" altLang="en-US">
                        <a:solidFill>
                          <a:schemeClr val="bg1"/>
                        </a:solidFill>
                        <a:effectLst/>
                      </a:endParaRPr>
                    </a:p>
                  </a:txBody>
                  <a:tcPr anchor="ctr">
                    <a:lnL w="9525" cap="flat" cmpd="sng">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solidFill>
                        <a:srgbClr val="F3F3F3"/>
                      </a:solidFill>
                      <a:prstDash val="solid"/>
                      <a:round/>
                      <a:headEnd type="none" w="sm" len="sm"/>
                      <a:tailEnd type="none" w="sm" len="sm"/>
                    </a:lnB>
                    <a:solidFill>
                      <a:srgbClr val="F69264"/>
                    </a:solidFill>
                  </a:tcPr>
                </a:tc>
                <a:tc>
                  <a:txBody>
                    <a:bodyPr/>
                    <a:lstStyle/>
                    <a:p>
                      <a:pPr algn="ctr"/>
                      <a:r>
                        <a:rPr lang="ja" b="1">
                          <a:solidFill>
                            <a:schemeClr val="bg1"/>
                          </a:solidFill>
                          <a:effectLst/>
                        </a:rPr>
                        <a:t>アイテム</a:t>
                      </a:r>
                      <a:endParaRPr lang="en-US">
                        <a:solidFill>
                          <a:schemeClr val="bg1"/>
                        </a:solidFill>
                        <a:effectLst/>
                      </a:endParaRPr>
                    </a:p>
                  </a:txBody>
                  <a:tcPr anchor="ctr">
                    <a:lnL w="9525" cap="flat" cmpd="sng">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solidFill>
                        <a:srgbClr val="F3F3F3"/>
                      </a:solidFill>
                      <a:prstDash val="solid"/>
                      <a:round/>
                      <a:headEnd type="none" w="sm" len="sm"/>
                      <a:tailEnd type="none" w="sm" len="sm"/>
                    </a:lnB>
                    <a:solidFill>
                      <a:srgbClr val="F69264"/>
                    </a:solidFill>
                  </a:tcPr>
                </a:tc>
                <a:tc>
                  <a:txBody>
                    <a:bodyPr/>
                    <a:lstStyle/>
                    <a:p>
                      <a:pPr algn="ctr"/>
                      <a:r>
                        <a:rPr lang="ja" b="1">
                          <a:solidFill>
                            <a:schemeClr val="bg1"/>
                          </a:solidFill>
                          <a:effectLst/>
                        </a:rPr>
                        <a:t>価格（円）</a:t>
                      </a:r>
                      <a:endParaRPr lang="en-US">
                        <a:solidFill>
                          <a:schemeClr val="bg1"/>
                        </a:solidFill>
                        <a:effectLst/>
                      </a:endParaRPr>
                    </a:p>
                  </a:txBody>
                  <a:tcPr anchor="ctr">
                    <a:lnL w="9525" cap="flat" cmpd="sng">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solidFill>
                      <a:srgbClr val="F69264"/>
                    </a:solidFill>
                  </a:tcPr>
                </a:tc>
                <a:extLst>
                  <a:ext uri="{0D108BD9-81ED-4DB2-BD59-A6C34878D82A}">
                    <a16:rowId xmlns:a16="http://schemas.microsoft.com/office/drawing/2014/main" val="10000"/>
                  </a:ext>
                </a:extLst>
              </a:tr>
              <a:tr h="414376">
                <a:tc>
                  <a:txBody>
                    <a:bodyPr/>
                    <a:lstStyle/>
                    <a:p>
                      <a:pPr algn="ctr"/>
                      <a:r>
                        <a:rPr lang="ja" altLang="ja-JP">
                          <a:effectLst/>
                        </a:rPr>
                        <a:t>1</a:t>
                      </a:r>
                    </a:p>
                  </a:txBody>
                  <a:tcPr anchor="ctr">
                    <a:lnL w="9525" cap="flat" cmpd="sng">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solidFill>
                      <a:srgbClr val="000000">
                        <a:alpha val="0"/>
                      </a:srgbClr>
                    </a:solidFill>
                  </a:tcPr>
                </a:tc>
                <a:tc>
                  <a:txBody>
                    <a:bodyPr/>
                    <a:lstStyle/>
                    <a:p>
                      <a:pPr lvl="2" algn="l"/>
                      <a:r>
                        <a:rPr lang="ja">
                          <a:effectLst/>
                        </a:rPr>
                        <a:t>アドバイザリーサービス</a:t>
                      </a:r>
                    </a:p>
                  </a:txBody>
                  <a:tcPr anchor="ctr">
                    <a:lnL w="9525" cap="flat" cmpd="sng">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tc>
                  <a:txBody>
                    <a:bodyPr/>
                    <a:lstStyle/>
                    <a:p>
                      <a:pPr algn="r"/>
                      <a:r>
                        <a:rPr kumimoji="0" lang="ja" sz="1400" i="0" u="none" strike="noStrike" kern="0" cap="none" spc="0" normalizeH="0" baseline="0" noProof="0" dirty="0">
                          <a:ln>
                            <a:noFill/>
                          </a:ln>
                          <a:solidFill>
                            <a:srgbClr val="000000"/>
                          </a:solidFill>
                          <a:effectLst/>
                          <a:highlight>
                            <a:srgbClr val="FFFFFF"/>
                          </a:highlight>
                          <a:uLnTx/>
                          <a:uFillTx/>
                          <a:latin typeface="Helvetica Neue Light"/>
                          <a:ea typeface="Helvetica Neue Light"/>
                          <a:cs typeface="Helvetica Neue Light"/>
                          <a:sym typeface="Helvetica Neue Light"/>
                        </a:rPr>
                        <a:t>33,316,500円</a:t>
                      </a:r>
                      <a:endParaRPr lang="en-US" altLang="ja-JP" dirty="0">
                        <a:effectLst/>
                      </a:endParaRPr>
                    </a:p>
                  </a:txBody>
                  <a:tcPr anchor="ctr">
                    <a:lnL w="9525" cap="flat" cmpd="sng">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lgn="ctr">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extLst>
                  <a:ext uri="{0D108BD9-81ED-4DB2-BD59-A6C34878D82A}">
                    <a16:rowId xmlns:a16="http://schemas.microsoft.com/office/drawing/2014/main" val="10001"/>
                  </a:ext>
                </a:extLst>
              </a:tr>
              <a:tr h="414376">
                <a:tc>
                  <a:txBody>
                    <a:bodyPr/>
                    <a:lstStyle/>
                    <a:p>
                      <a:pPr algn="ctr"/>
                      <a:r>
                        <a:rPr lang="ja" altLang="ja-JP">
                          <a:effectLst/>
                        </a:rPr>
                        <a:t>2</a:t>
                      </a:r>
                    </a:p>
                  </a:txBody>
                  <a:tcPr anchor="ctr">
                    <a:lnL w="9525" cap="flat" cmpd="sng">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solidFill>
                      <a:srgbClr val="000000">
                        <a:alpha val="0"/>
                      </a:srgbClr>
                    </a:solidFill>
                  </a:tcPr>
                </a:tc>
                <a:tc>
                  <a:txBody>
                    <a:bodyPr/>
                    <a:lstStyle/>
                    <a:p>
                      <a:pPr marL="0" marR="0" lvl="2" indent="0" algn="l" defTabSz="914400" rtl="0" eaLnBrk="1" fontAlgn="auto" latinLnBrk="0" hangingPunct="1">
                        <a:lnSpc>
                          <a:spcPct val="100000"/>
                        </a:lnSpc>
                        <a:spcBef>
                          <a:spcPts val="0"/>
                        </a:spcBef>
                        <a:spcAft>
                          <a:spcPts val="0"/>
                        </a:spcAft>
                        <a:buClr>
                          <a:srgbClr val="000000"/>
                        </a:buClr>
                        <a:buSzTx/>
                        <a:buFont typeface="Arial"/>
                        <a:buNone/>
                        <a:tabLst/>
                        <a:defRPr/>
                      </a:pPr>
                      <a:r>
                        <a:rPr lang="ja" dirty="0">
                          <a:effectLst/>
                        </a:rPr>
                        <a:t> </a:t>
                      </a:r>
                      <a:endParaRPr lang="en-US" altLang="ja-JP" dirty="0">
                        <a:effectLst/>
                      </a:endParaRPr>
                    </a:p>
                  </a:txBody>
                  <a:tcPr anchor="ctr">
                    <a:lnL w="9525" cap="flat" cmpd="sng" algn="ctr">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lang="en-US" altLang="ja-JP">
                        <a:effectLst/>
                      </a:endParaRPr>
                    </a:p>
                  </a:txBody>
                  <a:tcPr anchor="ctr">
                    <a:lnL w="9525" cap="flat" cmpd="sng" algn="ctr">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lgn="ctr">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extLst>
                  <a:ext uri="{0D108BD9-81ED-4DB2-BD59-A6C34878D82A}">
                    <a16:rowId xmlns:a16="http://schemas.microsoft.com/office/drawing/2014/main" val="1978593983"/>
                  </a:ext>
                </a:extLst>
              </a:tr>
              <a:tr h="414376">
                <a:tc>
                  <a:txBody>
                    <a:bodyPr/>
                    <a:lstStyle/>
                    <a:p>
                      <a:pPr algn="ctr"/>
                      <a:endParaRPr lang="en-US" altLang="ja-JP">
                        <a:effectLst/>
                      </a:endParaRPr>
                    </a:p>
                  </a:txBody>
                  <a:tcPr anchor="ctr">
                    <a:lnL w="9525" cap="flat" cmpd="sng">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solidFill>
                      <a:srgbClr val="000000">
                        <a:alpha val="0"/>
                      </a:srgbClr>
                    </a:solidFill>
                  </a:tcPr>
                </a:tc>
                <a:tc>
                  <a:txBody>
                    <a:bodyPr/>
                    <a:lstStyle/>
                    <a:p>
                      <a:pPr lvl="2" algn="l"/>
                      <a:endParaRPr lang="en-US">
                        <a:effectLst/>
                      </a:endParaRPr>
                    </a:p>
                  </a:txBody>
                  <a:tcPr anchor="ctr">
                    <a:lnL w="9525" cap="flat" cmpd="sng" algn="ctr">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tc>
                  <a:txBody>
                    <a:bodyPr/>
                    <a:lstStyle/>
                    <a:p>
                      <a:pPr algn="r"/>
                      <a:endParaRPr lang="en-US" altLang="ja-JP">
                        <a:effectLst/>
                      </a:endParaRPr>
                    </a:p>
                  </a:txBody>
                  <a:tcPr anchor="ctr">
                    <a:lnL w="9525" cap="flat" cmpd="sng" algn="ctr">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lgn="ctr">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extLst>
                  <a:ext uri="{0D108BD9-81ED-4DB2-BD59-A6C34878D82A}">
                    <a16:rowId xmlns:a16="http://schemas.microsoft.com/office/drawing/2014/main" val="2561676273"/>
                  </a:ext>
                </a:extLst>
              </a:tr>
              <a:tr h="414376">
                <a:tc gridSpan="2">
                  <a:txBody>
                    <a:bodyPr/>
                    <a:lstStyle/>
                    <a:p>
                      <a:pPr algn="ctr"/>
                      <a:r>
                        <a:rPr lang="ja" b="1">
                          <a:effectLst/>
                        </a:rPr>
                        <a:t>合計</a:t>
                      </a:r>
                      <a:endParaRPr lang="en-US">
                        <a:effectLst/>
                      </a:endParaRPr>
                    </a:p>
                  </a:txBody>
                  <a:tcPr anchor="ctr">
                    <a:lnL w="9525" cap="flat" cmpd="sng">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solidFill>
                        <a:srgbClr val="F3F3F3"/>
                      </a:solidFill>
                      <a:prstDash val="solid"/>
                      <a:round/>
                      <a:headEnd type="none" w="sm" len="sm"/>
                      <a:tailEnd type="none" w="sm" len="sm"/>
                    </a:lnB>
                    <a:solidFill>
                      <a:srgbClr val="000000">
                        <a:alpha val="0"/>
                      </a:srgbClr>
                    </a:solidFill>
                  </a:tcPr>
                </a:tc>
                <a:tc hMerge="1">
                  <a:txBody>
                    <a:bodyPr/>
                    <a:lstStyle/>
                    <a:p>
                      <a:endParaRPr kumimoji="1" lang="ja-JP" altLang="en-US"/>
                    </a:p>
                  </a:txBody>
                  <a:tcPr>
                    <a:lnL w="9525" cap="flat" cmpd="sng" algn="ctr">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solidFill>
                        <a:srgbClr val="F3F3F3"/>
                      </a:solidFill>
                      <a:prstDash val="solid"/>
                      <a:round/>
                      <a:headEnd type="none" w="sm" len="sm"/>
                      <a:tailEnd type="none" w="sm" len="sm"/>
                    </a:lnB>
                  </a:tcPr>
                </a:tc>
                <a:tc>
                  <a:txBody>
                    <a:bodyPr/>
                    <a:lstStyle/>
                    <a:p>
                      <a:pPr algn="r"/>
                      <a:r>
                        <a:rPr lang="ja" altLang="ja-JP" b="1" dirty="0">
                          <a:effectLst/>
                        </a:rPr>
                        <a:t>33,316,500</a:t>
                      </a:r>
                      <a:r>
                        <a:rPr lang="ja" altLang="en-US" b="1" dirty="0">
                          <a:effectLst/>
                        </a:rPr>
                        <a:t>円</a:t>
                      </a:r>
                      <a:endParaRPr lang="en-US" altLang="ja-JP" b="1" dirty="0">
                        <a:effectLst/>
                      </a:endParaRPr>
                    </a:p>
                  </a:txBody>
                  <a:tcPr anchor="ctr">
                    <a:lnL w="9525" cap="flat" cmpd="sng" algn="ctr">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lgn="ctr">
                      <a:solidFill>
                        <a:srgbClr val="F3F3F3"/>
                      </a:solidFill>
                      <a:prstDash val="solid"/>
                      <a:round/>
                      <a:headEnd type="none" w="sm" len="sm"/>
                      <a:tailEnd type="none" w="sm" len="sm"/>
                    </a:lnT>
                    <a:lnB w="9525" cap="flat" cmpd="sng">
                      <a:solidFill>
                        <a:srgbClr val="F3F3F3"/>
                      </a:solidFill>
                      <a:prstDash val="solid"/>
                      <a:round/>
                      <a:headEnd type="none" w="sm" len="sm"/>
                      <a:tailEnd type="none" w="sm" len="sm"/>
                    </a:lnB>
                  </a:tcPr>
                </a:tc>
                <a:extLst>
                  <a:ext uri="{0D108BD9-81ED-4DB2-BD59-A6C34878D82A}">
                    <a16:rowId xmlns:a16="http://schemas.microsoft.com/office/drawing/2014/main" val="1568235233"/>
                  </a:ext>
                </a:extLst>
              </a:tr>
            </a:tbl>
          </a:graphicData>
        </a:graphic>
      </p:graphicFrame>
      <p:sp>
        <p:nvSpPr>
          <p:cNvPr id="3" name="Google Shape;1213;p167">
            <a:extLst>
              <a:ext uri="{FF2B5EF4-FFF2-40B4-BE49-F238E27FC236}">
                <a16:creationId xmlns:a16="http://schemas.microsoft.com/office/drawing/2014/main" id="{70163D04-903F-63E3-4791-76785DA18931}"/>
              </a:ext>
            </a:extLst>
          </p:cNvPr>
          <p:cNvSpPr txBox="1"/>
          <p:nvPr/>
        </p:nvSpPr>
        <p:spPr>
          <a:xfrm>
            <a:off x="740966" y="1383982"/>
            <a:ext cx="7667537" cy="7452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1000"/>
              </a:spcBef>
              <a:spcAft>
                <a:spcPts val="1000"/>
              </a:spcAft>
              <a:buClr>
                <a:srgbClr val="000000"/>
              </a:buClr>
              <a:buSzTx/>
              <a:buFont typeface="Arial"/>
              <a:buNone/>
              <a:tabLst/>
              <a:defRPr/>
            </a:pPr>
            <a:r>
              <a:rPr kumimoji="0" lang="ja" sz="1900" b="1" i="0" u="none" strike="noStrike" kern="0" cap="none" spc="0" normalizeH="0" baseline="0" noProof="0" dirty="0">
                <a:ln>
                  <a:noFill/>
                </a:ln>
                <a:solidFill>
                  <a:srgbClr val="000000"/>
                </a:solidFill>
                <a:effectLst/>
                <a:highlight>
                  <a:srgbClr val="FFFFFF"/>
                </a:highlight>
                <a:uLnTx/>
                <a:uFillTx/>
                <a:latin typeface="Yu Gothic" panose="020B0400000000000000" pitchFamily="34" charset="-128"/>
                <a:ea typeface="Yu Gothic" panose="020B0400000000000000" pitchFamily="34" charset="-128"/>
                <a:cs typeface="Helvetica Neue"/>
                <a:sym typeface="Helvetica Neue"/>
              </a:rPr>
              <a:t>概算手数料</a:t>
            </a:r>
            <a:r>
              <a:rPr kumimoji="0" lang="ja" sz="1900" b="0" i="0" u="none" strike="noStrike" kern="0" cap="none" spc="0" normalizeH="0" baseline="0" noProof="0" dirty="0">
                <a:ln>
                  <a:noFill/>
                </a:ln>
                <a:solidFill>
                  <a:srgbClr val="000000"/>
                </a:solidFill>
                <a:effectLst/>
                <a:highlight>
                  <a:srgbClr val="FFFFFF"/>
                </a:highlight>
                <a:uLnTx/>
                <a:uFillTx/>
                <a:latin typeface="Yu Gothic" panose="020B0400000000000000" pitchFamily="34" charset="-128"/>
                <a:ea typeface="Yu Gothic" panose="020B0400000000000000" pitchFamily="34" charset="-128"/>
                <a:cs typeface="Helvetica Neue Light"/>
                <a:sym typeface="Helvetica Neue Light"/>
              </a:rPr>
              <a:t>：33,316,500円</a:t>
            </a:r>
            <a:r>
              <a:rPr kumimoji="0" lang="ja" sz="1200" b="0" i="0" u="none" strike="noStrike" kern="0" cap="none" spc="0" normalizeH="0" baseline="0" noProof="0" dirty="0">
                <a:ln>
                  <a:noFill/>
                </a:ln>
                <a:solidFill>
                  <a:srgbClr val="000000"/>
                </a:solidFill>
                <a:effectLst/>
                <a:highlight>
                  <a:srgbClr val="FFFFFF"/>
                </a:highlight>
                <a:uLnTx/>
                <a:uFillTx/>
                <a:latin typeface="Yu Gothic" panose="020B0400000000000000" pitchFamily="34" charset="-128"/>
                <a:ea typeface="Yu Gothic" panose="020B0400000000000000" pitchFamily="34" charset="-128"/>
                <a:cs typeface="Helvetica Neue Light"/>
                <a:sym typeface="Helvetica Neue Light"/>
              </a:rPr>
              <a:t>（米ドル／円</a:t>
            </a:r>
            <a:r>
              <a:rPr kumimoji="0" lang="ja" sz="1200" b="0" i="0" u="none" strike="noStrike" kern="0" cap="none" spc="0" normalizeH="0" baseline="0" noProof="0" dirty="0">
                <a:ln>
                  <a:noFill/>
                </a:ln>
                <a:solidFill>
                  <a:srgbClr val="000000"/>
                </a:solidFill>
                <a:effectLst/>
                <a:highlight>
                  <a:srgbClr val="FFFFFF"/>
                </a:highlight>
                <a:uLnTx/>
                <a:uFillTx/>
                <a:latin typeface="Yu Gothic" panose="020B0400000000000000" pitchFamily="34" charset="-128"/>
                <a:ea typeface="Yu Gothic" panose="020B0400000000000000" pitchFamily="34" charset="-128"/>
                <a:cs typeface="Arial"/>
                <a:sym typeface="Helvetica Neue Light"/>
              </a:rPr>
              <a:t>Y＝157）</a:t>
            </a:r>
            <a:endParaRPr kumimoji="0" lang="en-US" sz="1200" b="0" i="0" u="none" strike="noStrike" kern="0" cap="none" spc="0" normalizeH="0" baseline="0" noProof="0" dirty="0">
              <a:ln>
                <a:noFill/>
              </a:ln>
              <a:solidFill>
                <a:srgbClr val="000000"/>
              </a:solidFill>
              <a:effectLst/>
              <a:highlight>
                <a:srgbClr val="FFFFFF"/>
              </a:highlight>
              <a:uLnTx/>
              <a:uFillTx/>
              <a:latin typeface="Yu Gothic" panose="020B0400000000000000" pitchFamily="34" charset="-128"/>
              <a:ea typeface="Yu Gothic" panose="020B0400000000000000" pitchFamily="34" charset="-128"/>
              <a:cs typeface="Arial"/>
              <a:sym typeface="Arial"/>
            </a:endParaRPr>
          </a:p>
        </p:txBody>
      </p:sp>
      <p:sp>
        <p:nvSpPr>
          <p:cNvPr id="5" name="Google Shape;1216;p167">
            <a:extLst>
              <a:ext uri="{FF2B5EF4-FFF2-40B4-BE49-F238E27FC236}">
                <a16:creationId xmlns:a16="http://schemas.microsoft.com/office/drawing/2014/main" id="{7955393A-FAB6-903C-FDE3-86B9283B3FD6}"/>
              </a:ext>
            </a:extLst>
          </p:cNvPr>
          <p:cNvSpPr txBox="1"/>
          <p:nvPr/>
        </p:nvSpPr>
        <p:spPr>
          <a:xfrm>
            <a:off x="570086" y="4214810"/>
            <a:ext cx="10706839" cy="1450929"/>
          </a:xfrm>
          <a:prstGeom prst="rect">
            <a:avLst/>
          </a:prstGeom>
          <a:noFill/>
          <a:ln w="9525" cap="flat" cmpd="sng">
            <a:noFill/>
            <a:prstDash val="solid"/>
            <a:round/>
            <a:headEnd type="none" w="sm" len="sm"/>
            <a:tailEnd type="none" w="sm" len="sm"/>
          </a:ln>
        </p:spPr>
        <p:txBody>
          <a:bodyPr spcFirstLastPara="1" wrap="square" lIns="121899" tIns="121899" rIns="121899" bIns="121899"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ja" sz="1300" b="1"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Helvetica Neue"/>
                <a:sym typeface="Helvetica Neue"/>
              </a:rPr>
              <a:t>注記</a:t>
            </a:r>
            <a:endParaRPr kumimoji="0" 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a:p>
            <a:pPr marL="342900" marR="0" lvl="0" indent="-317500" algn="l" defTabSz="914400" rtl="0" eaLnBrk="1" fontAlgn="auto" latinLnBrk="0" hangingPunct="1">
              <a:lnSpc>
                <a:spcPct val="100000"/>
              </a:lnSpc>
              <a:spcBef>
                <a:spcPts val="0"/>
              </a:spcBef>
              <a:spcAft>
                <a:spcPts val="0"/>
              </a:spcAft>
              <a:buClr>
                <a:srgbClr val="000000"/>
              </a:buClr>
              <a:buSzPts val="1400"/>
              <a:buFont typeface="Helvetica Neue Light"/>
              <a:buChar char="●"/>
              <a:tabLst/>
              <a:defRPr/>
            </a:pPr>
            <a:r>
              <a:rPr kumimoji="0" lang="ja"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Helvetica Neue"/>
                <a:sym typeface="Arial"/>
              </a:rPr>
              <a:t>契約形態：固定価格（</a:t>
            </a:r>
            <a:r>
              <a:rPr kumimoji="0" lang="ja"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Helvetica Neue"/>
                <a:sym typeface="Arial"/>
              </a:rPr>
              <a:t>準委任契約</a:t>
            </a:r>
            <a:r>
              <a:rPr kumimoji="0" lang="ja" altLang="ja-JP"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Helvetica Neue"/>
                <a:sym typeface="Arial"/>
              </a:rPr>
              <a:t>）。本契約は助言および調査（発見・研究）を目的とした業務です。</a:t>
            </a:r>
          </a:p>
          <a:p>
            <a:pPr marL="342900" marR="0" lvl="0" indent="-317500" algn="l" defTabSz="914400" rtl="0" eaLnBrk="1" fontAlgn="auto" latinLnBrk="0" hangingPunct="1">
              <a:lnSpc>
                <a:spcPct val="100000"/>
              </a:lnSpc>
              <a:spcBef>
                <a:spcPts val="0"/>
              </a:spcBef>
              <a:spcAft>
                <a:spcPts val="0"/>
              </a:spcAft>
              <a:buClr>
                <a:srgbClr val="000000"/>
              </a:buClr>
              <a:buSzPts val="1400"/>
              <a:buFont typeface="Helvetica Neue Light"/>
              <a:buChar char="●"/>
              <a:tabLst/>
              <a:defRPr/>
            </a:pPr>
            <a:r>
              <a:rPr kumimoji="0" lang="ja"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GlobalLogicは、専門的なリソースを提供し、定められた活動（「注意義務」）を可能な限り最善を尽くして遂行することを約束します。</a:t>
            </a:r>
          </a:p>
          <a:p>
            <a:pPr marL="342900" marR="0" lvl="0" indent="-317500" algn="l" defTabSz="914400" rtl="0" eaLnBrk="1" fontAlgn="auto" latinLnBrk="0" hangingPunct="1">
              <a:lnSpc>
                <a:spcPct val="100000"/>
              </a:lnSpc>
              <a:spcBef>
                <a:spcPts val="0"/>
              </a:spcBef>
              <a:spcAft>
                <a:spcPts val="0"/>
              </a:spcAft>
              <a:buClr>
                <a:srgbClr val="000000"/>
              </a:buClr>
              <a:buSzPts val="1400"/>
              <a:buFont typeface="Helvetica Neue Light"/>
              <a:buChar char="●"/>
              <a:tabLst/>
              <a:defRPr/>
            </a:pPr>
            <a:r>
              <a:rPr kumimoji="0" lang="ja"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ソフトウェアツールとライセンス（</a:t>
            </a:r>
            <a:r>
              <a:rPr kumimoji="0" lang="ja" sz="1400" b="0" i="0" u="none" strike="noStrike" kern="0" cap="none" spc="0" normalizeH="0" baseline="0" noProof="0" err="1">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例：</a:t>
            </a:r>
            <a:r>
              <a:rPr kumimoji="0" lang="ja"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 </a:t>
            </a:r>
            <a:r>
              <a:rPr kumimoji="0" lang="ja" sz="1400" b="0" i="0" u="none" strike="noStrike" kern="0" cap="none" spc="0" normalizeH="0" baseline="0" noProof="0" err="1">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figma </a:t>
            </a:r>
            <a:r>
              <a:rPr kumimoji="0" lang="ja"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 </a:t>
            </a:r>
            <a:r>
              <a:rPr kumimoji="0" lang="ja" sz="1400" b="0" i="0" u="none" strike="noStrike" kern="0" cap="none" spc="0" normalizeH="0" baseline="0" noProof="0" err="1">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jira</a:t>
            </a:r>
            <a:r>
              <a:rPr kumimoji="0" lang="ja"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など</a:t>
            </a:r>
            <a:r>
              <a:rPr kumimoji="0" lang="ja" sz="1400" b="0" i="0" u="none" strike="noStrike" kern="0" cap="none" spc="0" normalizeH="0" baseline="0" noProof="0" err="1">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は</a:t>
            </a:r>
            <a:r>
              <a:rPr kumimoji="0" lang="ja"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rPr>
              <a:t>見積もりに含まれていません。</a:t>
            </a:r>
            <a:endParaRPr kumimoji="0" 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Helvetica Neue"/>
              <a:sym typeface="Arial"/>
            </a:endParaRPr>
          </a:p>
        </p:txBody>
      </p:sp>
      <p:sp>
        <p:nvSpPr>
          <p:cNvPr id="23" name="Google Shape;1059;p158">
            <a:extLst>
              <a:ext uri="{FF2B5EF4-FFF2-40B4-BE49-F238E27FC236}">
                <a16:creationId xmlns:a16="http://schemas.microsoft.com/office/drawing/2014/main" id="{BDB5B2FF-08CD-A7A8-4DFB-5F85DCE6ED0E}"/>
              </a:ext>
            </a:extLst>
          </p:cNvPr>
          <p:cNvSpPr txBox="1">
            <a:spLocks/>
          </p:cNvSpPr>
          <p:nvPr/>
        </p:nvSpPr>
        <p:spPr>
          <a:xfrm>
            <a:off x="301975" y="662753"/>
            <a:ext cx="11243062" cy="745200"/>
          </a:xfrm>
          <a:prstGeom prst="rect">
            <a:avLst/>
          </a:prstGeom>
          <a:noFill/>
          <a:ln>
            <a:noFill/>
          </a:ln>
        </p:spPr>
        <p:txBody>
          <a:bodyPr spcFirstLastPara="1" wrap="square" lIns="121900" tIns="27425" rIns="121900" bIns="27425" anchor="t" anchorCtr="0">
            <a:noAutofit/>
          </a:bodyPr>
          <a:lstStyle>
            <a:defPPr marR="0" lvl="0" algn="l" rtl="0">
              <a:lnSpc>
                <a:spcPct val="100000"/>
              </a:lnSpc>
              <a:spcBef>
                <a:spcPts val="0"/>
              </a:spcBef>
              <a:spcAft>
                <a:spcPts val="0"/>
              </a:spcAft>
            </a:defPPr>
            <a:lvl1pPr marR="0" lvl="0" algn="l" rtl="0">
              <a:lnSpc>
                <a:spcPct val="100000"/>
              </a:lnSpc>
              <a:spcBef>
                <a:spcPts val="267"/>
              </a:spcBef>
              <a:spcAft>
                <a:spcPts val="0"/>
              </a:spcAft>
              <a:buClr>
                <a:srgbClr val="000000"/>
              </a:buClr>
              <a:buSzPts val="2200"/>
              <a:buFont typeface="Helvetica Neue"/>
              <a:buNone/>
              <a:defRPr sz="2933"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80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9pPr>
          </a:lstStyle>
          <a:p>
            <a:pPr marL="0" marR="0" lvl="0" indent="0" algn="l" defTabSz="914400" rtl="0" eaLnBrk="1" fontAlgn="auto" latinLnBrk="0" hangingPunct="1">
              <a:lnSpc>
                <a:spcPct val="100000"/>
              </a:lnSpc>
              <a:spcBef>
                <a:spcPts val="267"/>
              </a:spcBef>
              <a:spcAft>
                <a:spcPts val="0"/>
              </a:spcAft>
              <a:buClr>
                <a:srgbClr val="000000"/>
              </a:buClr>
              <a:buSzPts val="2200"/>
              <a:buFont typeface="Helvetica Neue"/>
              <a:buNone/>
              <a:tabLst/>
              <a:defRPr/>
            </a:pPr>
            <a:r>
              <a:rPr kumimoji="0" lang="ja" altLang="ja-JP" sz="3200" b="0" i="0" u="none" strike="noStrike" kern="0" cap="none" spc="0" normalizeH="0" baseline="0" noProof="0">
                <a:ln>
                  <a:noFill/>
                </a:ln>
                <a:solidFill>
                  <a:srgbClr val="F37037"/>
                </a:solidFill>
                <a:effectLst/>
                <a:uLnTx/>
                <a:uFillTx/>
                <a:latin typeface="Yu Gothic" panose="020B0400000000000000" pitchFamily="34" charset="-128"/>
                <a:ea typeface="Yu Gothic" panose="020B0400000000000000" pitchFamily="34" charset="-128"/>
                <a:sym typeface="Helvetica Neue"/>
              </a:rPr>
              <a:t>商業面に関するアドバイザリー段階（概算）</a:t>
            </a:r>
          </a:p>
        </p:txBody>
      </p:sp>
      <p:sp>
        <p:nvSpPr>
          <p:cNvPr id="13" name="Rectangle 1">
            <a:extLst>
              <a:ext uri="{FF2B5EF4-FFF2-40B4-BE49-F238E27FC236}">
                <a16:creationId xmlns:a16="http://schemas.microsoft.com/office/drawing/2014/main" id="{32CFE841-D8CA-733B-C4AF-88807ABA2BAE}"/>
              </a:ext>
            </a:extLst>
          </p:cNvPr>
          <p:cNvSpPr>
            <a:spLocks noChangeArrowheads="1"/>
          </p:cNvSpPr>
          <p:nvPr/>
        </p:nvSpPr>
        <p:spPr bwMode="auto">
          <a:xfrm>
            <a:off x="838200" y="3086200"/>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000000"/>
              </a:solidFill>
              <a:effectLst/>
              <a:uLnTx/>
              <a:uFillTx/>
              <a:latin typeface="Yu Gothic" panose="020B0400000000000000" pitchFamily="34" charset="-128"/>
              <a:ea typeface="Yu Gothic" panose="020B0400000000000000" pitchFamily="34" charset="-128"/>
              <a:cs typeface="Arial"/>
              <a:sym typeface="Arial"/>
            </a:endParaRPr>
          </a:p>
        </p:txBody>
      </p:sp>
    </p:spTree>
    <p:extLst>
      <p:ext uri="{BB962C8B-B14F-4D97-AF65-F5344CB8AC3E}">
        <p14:creationId xmlns:p14="http://schemas.microsoft.com/office/powerpoint/2010/main" val="3310481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29">
          <a:extLst>
            <a:ext uri="{FF2B5EF4-FFF2-40B4-BE49-F238E27FC236}">
              <a16:creationId xmlns:a16="http://schemas.microsoft.com/office/drawing/2014/main" id="{97B40334-6DFD-6FC0-02B5-3002C23D222C}"/>
            </a:ext>
          </a:extLst>
        </p:cNvPr>
        <p:cNvGrpSpPr/>
        <p:nvPr/>
      </p:nvGrpSpPr>
      <p:grpSpPr>
        <a:xfrm>
          <a:off x="0" y="0"/>
          <a:ext cx="0" cy="0"/>
          <a:chOff x="0" y="0"/>
          <a:chExt cx="0" cy="0"/>
        </a:xfrm>
      </p:grpSpPr>
      <p:graphicFrame>
        <p:nvGraphicFramePr>
          <p:cNvPr id="2" name="Google Shape;1212;p167">
            <a:extLst>
              <a:ext uri="{FF2B5EF4-FFF2-40B4-BE49-F238E27FC236}">
                <a16:creationId xmlns:a16="http://schemas.microsoft.com/office/drawing/2014/main" id="{A4DC50B1-CC2C-B498-D9A6-ED6E8FFFA6EC}"/>
              </a:ext>
            </a:extLst>
          </p:cNvPr>
          <p:cNvGraphicFramePr/>
          <p:nvPr/>
        </p:nvGraphicFramePr>
        <p:xfrm>
          <a:off x="1005290" y="2129181"/>
          <a:ext cx="8069700" cy="1962304"/>
        </p:xfrm>
        <a:graphic>
          <a:graphicData uri="http://schemas.openxmlformats.org/drawingml/2006/table">
            <a:tbl>
              <a:tblPr>
                <a:noFill/>
              </a:tblPr>
              <a:tblGrid>
                <a:gridCol w="866642">
                  <a:extLst>
                    <a:ext uri="{9D8B030D-6E8A-4147-A177-3AD203B41FA5}">
                      <a16:colId xmlns:a16="http://schemas.microsoft.com/office/drawing/2014/main" val="20000"/>
                    </a:ext>
                  </a:extLst>
                </a:gridCol>
                <a:gridCol w="4684143">
                  <a:extLst>
                    <a:ext uri="{9D8B030D-6E8A-4147-A177-3AD203B41FA5}">
                      <a16:colId xmlns:a16="http://schemas.microsoft.com/office/drawing/2014/main" val="20001"/>
                    </a:ext>
                  </a:extLst>
                </a:gridCol>
                <a:gridCol w="2518915">
                  <a:extLst>
                    <a:ext uri="{9D8B030D-6E8A-4147-A177-3AD203B41FA5}">
                      <a16:colId xmlns:a16="http://schemas.microsoft.com/office/drawing/2014/main" val="27100666"/>
                    </a:ext>
                  </a:extLst>
                </a:gridCol>
              </a:tblGrid>
              <a:tr h="251710">
                <a:tc>
                  <a:txBody>
                    <a:bodyPr/>
                    <a:lstStyle/>
                    <a:p>
                      <a:pPr algn="ctr"/>
                      <a:r>
                        <a:rPr lang="ja" altLang="ja-JP" b="1">
                          <a:solidFill>
                            <a:schemeClr val="bg1"/>
                          </a:solidFill>
                          <a:effectLst/>
                        </a:rPr>
                        <a:t>#</a:t>
                      </a:r>
                      <a:endParaRPr lang="ja-JP" altLang="en-US">
                        <a:solidFill>
                          <a:schemeClr val="bg1"/>
                        </a:solidFill>
                        <a:effectLst/>
                      </a:endParaRPr>
                    </a:p>
                  </a:txBody>
                  <a:tcPr anchor="ctr">
                    <a:lnL w="9525" cap="flat" cmpd="sng">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solidFill>
                        <a:srgbClr val="F3F3F3"/>
                      </a:solidFill>
                      <a:prstDash val="solid"/>
                      <a:round/>
                      <a:headEnd type="none" w="sm" len="sm"/>
                      <a:tailEnd type="none" w="sm" len="sm"/>
                    </a:lnB>
                    <a:solidFill>
                      <a:srgbClr val="F69264"/>
                    </a:solidFill>
                  </a:tcPr>
                </a:tc>
                <a:tc>
                  <a:txBody>
                    <a:bodyPr/>
                    <a:lstStyle/>
                    <a:p>
                      <a:pPr algn="ctr"/>
                      <a:r>
                        <a:rPr lang="ja" b="1">
                          <a:solidFill>
                            <a:schemeClr val="bg1"/>
                          </a:solidFill>
                          <a:effectLst/>
                        </a:rPr>
                        <a:t>アイテム</a:t>
                      </a:r>
                      <a:endParaRPr lang="en-US">
                        <a:solidFill>
                          <a:schemeClr val="bg1"/>
                        </a:solidFill>
                        <a:effectLst/>
                      </a:endParaRPr>
                    </a:p>
                  </a:txBody>
                  <a:tcPr anchor="ctr">
                    <a:lnL w="9525" cap="flat" cmpd="sng">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solidFill>
                      <a:srgbClr val="F69264"/>
                    </a:solidFill>
                  </a:tcPr>
                </a:tc>
                <a:tc>
                  <a:txBody>
                    <a:bodyPr/>
                    <a:lstStyle/>
                    <a:p>
                      <a:pPr algn="ctr"/>
                      <a:r>
                        <a:rPr lang="ja" b="1">
                          <a:solidFill>
                            <a:schemeClr val="bg1"/>
                          </a:solidFill>
                          <a:effectLst/>
                        </a:rPr>
                        <a:t>価格（円）</a:t>
                      </a:r>
                      <a:endParaRPr lang="en-US">
                        <a:solidFill>
                          <a:schemeClr val="bg1"/>
                        </a:solidFill>
                        <a:effectLst/>
                      </a:endParaRPr>
                    </a:p>
                  </a:txBody>
                  <a:tcPr anchor="ctr">
                    <a:lnL w="9525" cap="flat" cmpd="sng">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solidFill>
                      <a:srgbClr val="F69264"/>
                    </a:solidFill>
                  </a:tcPr>
                </a:tc>
                <a:extLst>
                  <a:ext uri="{0D108BD9-81ED-4DB2-BD59-A6C34878D82A}">
                    <a16:rowId xmlns:a16="http://schemas.microsoft.com/office/drawing/2014/main" val="10000"/>
                  </a:ext>
                </a:extLst>
              </a:tr>
              <a:tr h="414376">
                <a:tc>
                  <a:txBody>
                    <a:bodyPr/>
                    <a:lstStyle/>
                    <a:p>
                      <a:pPr algn="ctr"/>
                      <a:r>
                        <a:rPr lang="ja" altLang="ja-JP">
                          <a:effectLst/>
                        </a:rPr>
                        <a:t>1</a:t>
                      </a:r>
                    </a:p>
                  </a:txBody>
                  <a:tcPr anchor="ctr">
                    <a:lnL w="9525" cap="flat" cmpd="sng">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solidFill>
                      <a:srgbClr val="000000">
                        <a:alpha val="0"/>
                      </a:srgbClr>
                    </a:solidFill>
                  </a:tcPr>
                </a:tc>
                <a:tc>
                  <a:txBody>
                    <a:bodyPr/>
                    <a:lstStyle/>
                    <a:p>
                      <a:pPr marL="0" marR="0" lvl="2" indent="0" algn="l" defTabSz="914400" rtl="0" eaLnBrk="1" fontAlgn="auto" latinLnBrk="0" hangingPunct="1">
                        <a:lnSpc>
                          <a:spcPct val="100000"/>
                        </a:lnSpc>
                        <a:spcBef>
                          <a:spcPts val="0"/>
                        </a:spcBef>
                        <a:spcAft>
                          <a:spcPts val="0"/>
                        </a:spcAft>
                        <a:buClr>
                          <a:srgbClr val="000000"/>
                        </a:buClr>
                        <a:buSzTx/>
                        <a:buFont typeface="Arial"/>
                        <a:buNone/>
                        <a:tabLst/>
                        <a:defRPr/>
                      </a:pPr>
                      <a:r>
                        <a:rPr lang="ja" altLang="ja-JP">
                          <a:effectLst/>
                        </a:rPr>
                        <a:t>POCサービス</a:t>
                      </a:r>
                    </a:p>
                  </a:txBody>
                  <a:tcPr anchor="ctr">
                    <a:lnL w="9525" cap="flat" cmpd="sng">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ja" altLang="ja-JP">
                          <a:effectLst/>
                        </a:rPr>
                        <a:t>00,000,000 – 00,000,000</a:t>
                      </a:r>
                    </a:p>
                  </a:txBody>
                  <a:tcPr anchor="ctr">
                    <a:lnL w="9525" cap="flat" cmpd="sng">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lgn="ctr">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extLst>
                  <a:ext uri="{0D108BD9-81ED-4DB2-BD59-A6C34878D82A}">
                    <a16:rowId xmlns:a16="http://schemas.microsoft.com/office/drawing/2014/main" val="10001"/>
                  </a:ext>
                </a:extLst>
              </a:tr>
              <a:tr h="414376">
                <a:tc>
                  <a:txBody>
                    <a:bodyPr/>
                    <a:lstStyle/>
                    <a:p>
                      <a:pPr algn="ctr"/>
                      <a:r>
                        <a:rPr lang="ja" altLang="ja-JP">
                          <a:effectLst/>
                        </a:rPr>
                        <a:t>2</a:t>
                      </a:r>
                    </a:p>
                  </a:txBody>
                  <a:tcPr anchor="ctr">
                    <a:lnL w="9525" cap="flat" cmpd="sng">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solidFill>
                      <a:srgbClr val="000000">
                        <a:alpha val="0"/>
                      </a:srgbClr>
                    </a:solidFill>
                  </a:tcPr>
                </a:tc>
                <a:tc>
                  <a:txBody>
                    <a:bodyPr/>
                    <a:lstStyle/>
                    <a:p>
                      <a:endParaRPr lang="en-US"/>
                    </a:p>
                  </a:txBody>
                  <a:tcPr anchor="ctr">
                    <a:lnL w="9525" cap="flat" cmpd="sng" algn="ctr">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lgn="ctr">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tc>
                  <a:txBody>
                    <a:bodyPr/>
                    <a:lstStyle/>
                    <a:p>
                      <a:endParaRPr lang="en-US"/>
                    </a:p>
                  </a:txBody>
                  <a:tcPr anchor="ctr">
                    <a:lnL w="9525" cap="flat" cmpd="sng" algn="ctr">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lgn="ctr">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extLst>
                  <a:ext uri="{0D108BD9-81ED-4DB2-BD59-A6C34878D82A}">
                    <a16:rowId xmlns:a16="http://schemas.microsoft.com/office/drawing/2014/main" val="1978593983"/>
                  </a:ext>
                </a:extLst>
              </a:tr>
              <a:tr h="414376">
                <a:tc>
                  <a:txBody>
                    <a:bodyPr/>
                    <a:lstStyle/>
                    <a:p>
                      <a:pPr algn="ctr"/>
                      <a:endParaRPr lang="en-US" altLang="ja-JP">
                        <a:effectLst/>
                      </a:endParaRPr>
                    </a:p>
                  </a:txBody>
                  <a:tcPr anchor="ctr">
                    <a:lnL w="9525" cap="flat" cmpd="sng">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solidFill>
                      <a:srgbClr val="000000">
                        <a:alpha val="0"/>
                      </a:srgbClr>
                    </a:solidFill>
                  </a:tcPr>
                </a:tc>
                <a:tc>
                  <a:txBody>
                    <a:bodyPr/>
                    <a:lstStyle/>
                    <a:p>
                      <a:pPr lvl="2" algn="l"/>
                      <a:endParaRPr lang="en-US" dirty="0">
                        <a:effectLst/>
                      </a:endParaRPr>
                    </a:p>
                  </a:txBody>
                  <a:tcPr anchor="ctr">
                    <a:lnL w="9525" cap="flat" cmpd="sng" algn="ctr">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tc>
                  <a:txBody>
                    <a:bodyPr/>
                    <a:lstStyle/>
                    <a:p>
                      <a:pPr algn="r"/>
                      <a:endParaRPr lang="en-US" altLang="ja-JP">
                        <a:effectLst/>
                      </a:endParaRPr>
                    </a:p>
                  </a:txBody>
                  <a:tcPr anchor="ctr">
                    <a:lnL w="9525" cap="flat" cmpd="sng" algn="ctr">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lgn="ctr">
                      <a:solidFill>
                        <a:srgbClr val="F3F3F3"/>
                      </a:solidFill>
                      <a:prstDash val="solid"/>
                      <a:round/>
                      <a:headEnd type="none" w="sm" len="sm"/>
                      <a:tailEnd type="none" w="sm" len="sm"/>
                    </a:lnT>
                    <a:lnB w="9525" cap="flat" cmpd="sng" algn="ctr">
                      <a:solidFill>
                        <a:srgbClr val="F3F3F3"/>
                      </a:solidFill>
                      <a:prstDash val="solid"/>
                      <a:round/>
                      <a:headEnd type="none" w="sm" len="sm"/>
                      <a:tailEnd type="none" w="sm" len="sm"/>
                    </a:lnB>
                  </a:tcPr>
                </a:tc>
                <a:extLst>
                  <a:ext uri="{0D108BD9-81ED-4DB2-BD59-A6C34878D82A}">
                    <a16:rowId xmlns:a16="http://schemas.microsoft.com/office/drawing/2014/main" val="2561676273"/>
                  </a:ext>
                </a:extLst>
              </a:tr>
              <a:tr h="414376">
                <a:tc gridSpan="2">
                  <a:txBody>
                    <a:bodyPr/>
                    <a:lstStyle/>
                    <a:p>
                      <a:pPr algn="ctr"/>
                      <a:r>
                        <a:rPr lang="ja" b="1">
                          <a:effectLst/>
                        </a:rPr>
                        <a:t>合計</a:t>
                      </a:r>
                      <a:endParaRPr lang="en-US">
                        <a:effectLst/>
                      </a:endParaRPr>
                    </a:p>
                  </a:txBody>
                  <a:tcPr anchor="ctr">
                    <a:lnL w="9525" cap="flat" cmpd="sng">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solidFill>
                        <a:srgbClr val="F3F3F3"/>
                      </a:solidFill>
                      <a:prstDash val="solid"/>
                      <a:round/>
                      <a:headEnd type="none" w="sm" len="sm"/>
                      <a:tailEnd type="none" w="sm" len="sm"/>
                    </a:lnB>
                    <a:solidFill>
                      <a:srgbClr val="000000">
                        <a:alpha val="0"/>
                      </a:srgbClr>
                    </a:solidFill>
                  </a:tcPr>
                </a:tc>
                <a:tc hMerge="1">
                  <a:txBody>
                    <a:bodyPr/>
                    <a:lstStyle/>
                    <a:p>
                      <a:endParaRPr kumimoji="1" lang="ja-JP" altLang="en-US"/>
                    </a:p>
                  </a:txBody>
                  <a:tcPr>
                    <a:lnL w="9525" cap="flat" cmpd="sng" algn="ctr">
                      <a:solidFill>
                        <a:srgbClr val="F3F3F3"/>
                      </a:solidFill>
                      <a:prstDash val="solid"/>
                      <a:round/>
                      <a:headEnd type="none" w="sm" len="sm"/>
                      <a:tailEnd type="none" w="sm" len="sm"/>
                    </a:lnL>
                    <a:lnR w="9525" cap="flat" cmpd="sng" algn="ctr">
                      <a:solidFill>
                        <a:srgbClr val="F3F3F3"/>
                      </a:solidFill>
                      <a:prstDash val="solid"/>
                      <a:round/>
                      <a:headEnd type="none" w="sm" len="sm"/>
                      <a:tailEnd type="none" w="sm" len="sm"/>
                    </a:lnR>
                    <a:lnT w="9525" cap="flat" cmpd="sng">
                      <a:solidFill>
                        <a:srgbClr val="F3F3F3"/>
                      </a:solidFill>
                      <a:prstDash val="solid"/>
                      <a:round/>
                      <a:headEnd type="none" w="sm" len="sm"/>
                      <a:tailEnd type="none" w="sm" len="sm"/>
                    </a:lnT>
                    <a:lnB w="9525" cap="flat" cmpd="sng">
                      <a:solidFill>
                        <a:srgbClr val="F3F3F3"/>
                      </a:solidFill>
                      <a:prstDash val="solid"/>
                      <a:round/>
                      <a:headEnd type="none" w="sm" len="sm"/>
                      <a:tailEnd type="none" w="sm" len="sm"/>
                    </a:lnB>
                  </a:tcPr>
                </a:tc>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ja" altLang="ja-JP" b="1" dirty="0">
                          <a:effectLst/>
                        </a:rPr>
                        <a:t>00,000,000 – 00,000,000</a:t>
                      </a:r>
                    </a:p>
                  </a:txBody>
                  <a:tcPr anchor="ctr">
                    <a:lnL w="9525" cap="flat" cmpd="sng" algn="ctr">
                      <a:solidFill>
                        <a:srgbClr val="F3F3F3"/>
                      </a:solidFill>
                      <a:prstDash val="solid"/>
                      <a:round/>
                      <a:headEnd type="none" w="sm" len="sm"/>
                      <a:tailEnd type="none" w="sm" len="sm"/>
                    </a:lnL>
                    <a:lnR w="9525" cap="flat" cmpd="sng">
                      <a:solidFill>
                        <a:srgbClr val="F3F3F3"/>
                      </a:solidFill>
                      <a:prstDash val="solid"/>
                      <a:round/>
                      <a:headEnd type="none" w="sm" len="sm"/>
                      <a:tailEnd type="none" w="sm" len="sm"/>
                    </a:lnR>
                    <a:lnT w="9525" cap="flat" cmpd="sng" algn="ctr">
                      <a:solidFill>
                        <a:srgbClr val="F3F3F3"/>
                      </a:solidFill>
                      <a:prstDash val="solid"/>
                      <a:round/>
                      <a:headEnd type="none" w="sm" len="sm"/>
                      <a:tailEnd type="none" w="sm" len="sm"/>
                    </a:lnT>
                    <a:lnB w="9525" cap="flat" cmpd="sng">
                      <a:solidFill>
                        <a:srgbClr val="F3F3F3"/>
                      </a:solidFill>
                      <a:prstDash val="solid"/>
                      <a:round/>
                      <a:headEnd type="none" w="sm" len="sm"/>
                      <a:tailEnd type="none" w="sm" len="sm"/>
                    </a:lnB>
                  </a:tcPr>
                </a:tc>
                <a:extLst>
                  <a:ext uri="{0D108BD9-81ED-4DB2-BD59-A6C34878D82A}">
                    <a16:rowId xmlns:a16="http://schemas.microsoft.com/office/drawing/2014/main" val="1568235233"/>
                  </a:ext>
                </a:extLst>
              </a:tr>
            </a:tbl>
          </a:graphicData>
        </a:graphic>
      </p:graphicFrame>
      <p:sp>
        <p:nvSpPr>
          <p:cNvPr id="3" name="Google Shape;1213;p167">
            <a:extLst>
              <a:ext uri="{FF2B5EF4-FFF2-40B4-BE49-F238E27FC236}">
                <a16:creationId xmlns:a16="http://schemas.microsoft.com/office/drawing/2014/main" id="{14E99C6D-8D97-4856-C75B-A07854D13305}"/>
              </a:ext>
            </a:extLst>
          </p:cNvPr>
          <p:cNvSpPr txBox="1"/>
          <p:nvPr/>
        </p:nvSpPr>
        <p:spPr>
          <a:xfrm>
            <a:off x="740966" y="1383982"/>
            <a:ext cx="7667537" cy="7452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1000"/>
              </a:spcBef>
              <a:spcAft>
                <a:spcPts val="1000"/>
              </a:spcAft>
              <a:buClr>
                <a:srgbClr val="000000"/>
              </a:buClr>
              <a:buSzTx/>
              <a:buFont typeface="Arial"/>
              <a:buNone/>
              <a:tabLst/>
              <a:defRPr/>
            </a:pPr>
            <a:r>
              <a:rPr kumimoji="0" lang="ja" sz="1900" b="1" i="0" u="none" strike="noStrike" kern="0" cap="none" spc="0" normalizeH="0" baseline="0" noProof="0">
                <a:ln>
                  <a:noFill/>
                </a:ln>
                <a:solidFill>
                  <a:srgbClr val="000000"/>
                </a:solidFill>
                <a:effectLst/>
                <a:highlight>
                  <a:srgbClr val="FFFFFF"/>
                </a:highlight>
                <a:uLnTx/>
                <a:uFillTx/>
                <a:latin typeface="Helvetica Neue"/>
                <a:ea typeface="Helvetica Neue"/>
                <a:cs typeface="Helvetica Neue"/>
                <a:sym typeface="Helvetica Neue"/>
              </a:rPr>
              <a:t>推定範囲</a:t>
            </a:r>
            <a:r>
              <a:rPr kumimoji="0" lang="ja" sz="1900" b="0" i="0" u="none" strike="noStrike" kern="0" cap="none" spc="0" normalizeH="0" baseline="0" noProof="0">
                <a:ln>
                  <a:noFill/>
                </a:ln>
                <a:solidFill>
                  <a:srgbClr val="000000"/>
                </a:solidFill>
                <a:effectLst/>
                <a:highlight>
                  <a:srgbClr val="FFFFFF"/>
                </a:highlight>
                <a:uLnTx/>
                <a:uFillTx/>
                <a:latin typeface="Helvetica Neue Light"/>
                <a:ea typeface="Helvetica Neue Light"/>
                <a:cs typeface="Helvetica Neue Light"/>
                <a:sym typeface="Helvetica Neue Light"/>
              </a:rPr>
              <a:t>: </a:t>
            </a:r>
            <a:r>
              <a:rPr kumimoji="0" lang="ja" altLang="ja-JP" sz="2000" b="0" i="0" u="none" strike="noStrike" kern="0" cap="none" spc="0" normalizeH="0" baseline="0" noProof="0">
                <a:ln>
                  <a:noFill/>
                </a:ln>
                <a:solidFill>
                  <a:srgbClr val="000000"/>
                </a:solidFill>
                <a:effectLst/>
                <a:highlight>
                  <a:srgbClr val="FFFFFF"/>
                </a:highlight>
                <a:uLnTx/>
                <a:uFillTx/>
                <a:latin typeface="Arial"/>
                <a:ea typeface="ＭＳ Ｐゴシック" panose="020B0600070205080204" pitchFamily="34" charset="-128"/>
                <a:cs typeface="Arial"/>
                <a:sym typeface="Arial"/>
              </a:rPr>
              <a:t>00,000,000 – 00,000,000</a:t>
            </a:r>
            <a:r>
              <a:rPr kumimoji="0" lang="ja" sz="1900" b="0" i="0" u="none" strike="noStrike" kern="0" cap="none" spc="0" normalizeH="0" baseline="0" noProof="0">
                <a:ln>
                  <a:noFill/>
                </a:ln>
                <a:solidFill>
                  <a:srgbClr val="000000"/>
                </a:solidFill>
                <a:effectLst/>
                <a:highlight>
                  <a:srgbClr val="FFFFFF"/>
                </a:highlight>
                <a:uLnTx/>
                <a:uFillTx/>
                <a:latin typeface="Helvetica Neue Light"/>
                <a:ea typeface="Helvetica Neue Light"/>
                <a:cs typeface="Helvetica Neue Light"/>
                <a:sym typeface="Helvetica Neue Light"/>
              </a:rPr>
              <a:t>円</a:t>
            </a:r>
            <a:r>
              <a:rPr kumimoji="0" lang="ja" sz="1200" b="0" i="0" u="none" strike="noStrike" kern="0" cap="none" spc="0" normalizeH="0" baseline="0" noProof="0">
                <a:ln>
                  <a:noFill/>
                </a:ln>
                <a:solidFill>
                  <a:srgbClr val="000000"/>
                </a:solidFill>
                <a:effectLst/>
                <a:highlight>
                  <a:srgbClr val="FFFFFF"/>
                </a:highlight>
                <a:uLnTx/>
                <a:uFillTx/>
                <a:latin typeface="Helvetica Neue Light"/>
                <a:ea typeface="Helvetica Neue Light"/>
                <a:cs typeface="Helvetica Neue Light"/>
                <a:sym typeface="Helvetica Neue Light"/>
              </a:rPr>
              <a:t>($およびUSD/JP </a:t>
            </a:r>
            <a:r>
              <a:rPr kumimoji="0" lang="ja" sz="1200" b="0" i="0" u="none" strike="noStrike" kern="0" cap="none" spc="0" normalizeH="0" baseline="0" noProof="0">
                <a:ln>
                  <a:noFill/>
                </a:ln>
                <a:solidFill>
                  <a:srgbClr val="000000"/>
                </a:solidFill>
                <a:effectLst/>
                <a:highlight>
                  <a:srgbClr val="FFFFFF"/>
                </a:highlight>
                <a:uLnTx/>
                <a:uFillTx/>
                <a:latin typeface="Helvetica Neue Light"/>
                <a:ea typeface="+mn-ea"/>
                <a:cs typeface="Arial"/>
                <a:sym typeface="Helvetica Neue Light"/>
              </a:rPr>
              <a:t>Y= 157)</a:t>
            </a:r>
            <a:endParaRPr kumimoji="0" lang="en-US" sz="1200" b="0" i="0" u="none" strike="noStrike" kern="0" cap="none" spc="0" normalizeH="0" baseline="0" noProof="0">
              <a:ln>
                <a:noFill/>
              </a:ln>
              <a:solidFill>
                <a:srgbClr val="000000"/>
              </a:solidFill>
              <a:effectLst/>
              <a:highlight>
                <a:srgbClr val="FFFFFF"/>
              </a:highlight>
              <a:uLnTx/>
              <a:uFillTx/>
              <a:latin typeface="Helvetica Neue Light"/>
              <a:ea typeface="+mn-ea"/>
              <a:cs typeface="Arial"/>
              <a:sym typeface="Arial"/>
            </a:endParaRPr>
          </a:p>
        </p:txBody>
      </p:sp>
      <p:sp>
        <p:nvSpPr>
          <p:cNvPr id="5" name="Google Shape;1216;p167">
            <a:extLst>
              <a:ext uri="{FF2B5EF4-FFF2-40B4-BE49-F238E27FC236}">
                <a16:creationId xmlns:a16="http://schemas.microsoft.com/office/drawing/2014/main" id="{B6F5AD33-D94C-2E98-9B5D-5E7A1A877A2D}"/>
              </a:ext>
            </a:extLst>
          </p:cNvPr>
          <p:cNvSpPr txBox="1"/>
          <p:nvPr/>
        </p:nvSpPr>
        <p:spPr>
          <a:xfrm>
            <a:off x="570086" y="4214810"/>
            <a:ext cx="11243062" cy="1450929"/>
          </a:xfrm>
          <a:prstGeom prst="rect">
            <a:avLst/>
          </a:prstGeom>
          <a:noFill/>
          <a:ln w="9525" cap="flat" cmpd="sng">
            <a:noFill/>
            <a:prstDash val="solid"/>
            <a:round/>
            <a:headEnd type="none" w="sm" len="sm"/>
            <a:tailEnd type="none" w="sm" len="sm"/>
          </a:ln>
        </p:spPr>
        <p:txBody>
          <a:bodyPr spcFirstLastPara="1" wrap="square" lIns="121899" tIns="121899" rIns="121899" bIns="121899"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ja" sz="1300" b="1" i="0" u="none" strike="noStrike" kern="0" cap="none" spc="0" normalizeH="0" baseline="0" noProof="0">
                <a:ln>
                  <a:noFill/>
                </a:ln>
                <a:solidFill>
                  <a:srgbClr val="000000"/>
                </a:solidFill>
                <a:effectLst/>
                <a:uLnTx/>
                <a:uFillTx/>
                <a:latin typeface="Helvetica Neue"/>
                <a:ea typeface="Helvetica Neue"/>
                <a:cs typeface="Helvetica Neue"/>
                <a:sym typeface="Helvetica Neue"/>
              </a:rPr>
              <a:t>注記</a:t>
            </a:r>
            <a:endParaRPr kumimoji="0" lang="en-US" sz="1400" b="0" i="0" u="none" strike="noStrike" kern="0" cap="none" spc="0" normalizeH="0" baseline="0" noProof="0">
              <a:ln>
                <a:noFill/>
              </a:ln>
              <a:solidFill>
                <a:srgbClr val="000000"/>
              </a:solidFill>
              <a:effectLst/>
              <a:uLnTx/>
              <a:uFillTx/>
              <a:latin typeface="Arial"/>
              <a:ea typeface="+mn-ea"/>
              <a:cs typeface="Arial"/>
              <a:sym typeface="Arial"/>
            </a:endParaRPr>
          </a:p>
          <a:p>
            <a:pPr marL="342900" marR="0" lvl="0" indent="-317500" algn="l" defTabSz="914400" rtl="0" eaLnBrk="1" fontAlgn="auto" latinLnBrk="0" hangingPunct="1">
              <a:lnSpc>
                <a:spcPct val="100000"/>
              </a:lnSpc>
              <a:spcBef>
                <a:spcPts val="0"/>
              </a:spcBef>
              <a:spcAft>
                <a:spcPts val="0"/>
              </a:spcAft>
              <a:buClr>
                <a:srgbClr val="000000"/>
              </a:buClr>
              <a:buSzPts val="1400"/>
              <a:buFont typeface="Helvetica Neue Light"/>
              <a:buChar char="●"/>
              <a:tabLst/>
              <a:defRPr/>
            </a:pPr>
            <a:r>
              <a:rPr kumimoji="0" lang="ja" sz="1400" b="0" i="0" u="none" strike="noStrike" kern="0" cap="none" spc="0" normalizeH="0" baseline="0" noProof="0">
                <a:ln>
                  <a:noFill/>
                </a:ln>
                <a:solidFill>
                  <a:srgbClr val="000000"/>
                </a:solidFill>
                <a:effectLst/>
                <a:uLnTx/>
                <a:uFillTx/>
                <a:latin typeface="Helvetica Neue Light"/>
                <a:ea typeface="Helvetica Neue"/>
                <a:cs typeface="Helvetica Neue"/>
                <a:sym typeface="Arial"/>
              </a:rPr>
              <a:t>契約形態：固定価格（</a:t>
            </a:r>
            <a:r>
              <a:rPr kumimoji="0" lang="ja" altLang="en-US" sz="1400" b="0" i="0" u="none" strike="noStrike" kern="0" cap="none" spc="0" normalizeH="0" baseline="0" noProof="0">
                <a:ln>
                  <a:noFill/>
                </a:ln>
                <a:solidFill>
                  <a:srgbClr val="000000"/>
                </a:solidFill>
                <a:effectLst/>
                <a:uLnTx/>
                <a:uFillTx/>
                <a:latin typeface="Helvetica Neue Light"/>
                <a:ea typeface="Helvetica Neue"/>
                <a:cs typeface="Helvetica Neue"/>
                <a:sym typeface="Arial"/>
              </a:rPr>
              <a:t>準委任契約</a:t>
            </a:r>
            <a:r>
              <a:rPr kumimoji="0" lang="ja" altLang="ja-JP" sz="1400" b="0" i="0" u="none" strike="noStrike" kern="0" cap="none" spc="0" normalizeH="0" baseline="0" noProof="0">
                <a:ln>
                  <a:noFill/>
                </a:ln>
                <a:solidFill>
                  <a:srgbClr val="000000"/>
                </a:solidFill>
                <a:effectLst/>
                <a:uLnTx/>
                <a:uFillTx/>
                <a:latin typeface="Helvetica Neue Light"/>
                <a:ea typeface="Helvetica Neue"/>
                <a:cs typeface="Helvetica Neue"/>
                <a:sym typeface="Arial"/>
              </a:rPr>
              <a:t>）。本契約は助言および調査（発見・研究）を目的とした業務です。</a:t>
            </a:r>
          </a:p>
          <a:p>
            <a:pPr marL="342900" marR="0" lvl="0" indent="-317500" algn="l" defTabSz="914400" rtl="0" eaLnBrk="1" fontAlgn="auto" latinLnBrk="0" hangingPunct="1">
              <a:lnSpc>
                <a:spcPct val="100000"/>
              </a:lnSpc>
              <a:spcBef>
                <a:spcPts val="0"/>
              </a:spcBef>
              <a:spcAft>
                <a:spcPts val="0"/>
              </a:spcAft>
              <a:buClr>
                <a:srgbClr val="000000"/>
              </a:buClr>
              <a:buSzPts val="1400"/>
              <a:buFont typeface="Helvetica Neue Light"/>
              <a:buChar char="●"/>
              <a:tabLst/>
              <a:defRPr/>
            </a:pPr>
            <a:r>
              <a:rPr kumimoji="0" lang="ja" sz="1400" b="0" i="0" u="none" strike="noStrike" kern="0" cap="none" spc="0" normalizeH="0" baseline="0" noProof="0">
                <a:ln>
                  <a:noFill/>
                </a:ln>
                <a:solidFill>
                  <a:srgbClr val="000000"/>
                </a:solidFill>
                <a:effectLst/>
                <a:uLnTx/>
                <a:uFillTx/>
                <a:latin typeface="Arial"/>
                <a:ea typeface="+mn-ea"/>
                <a:cs typeface="Arial"/>
                <a:sym typeface="Arial"/>
              </a:rPr>
              <a:t>GlobalLogicは、専門的なリソースを提供し、定められた活動（「注意義務」）を可能な限り最善を尽くして遂行することを約束します。</a:t>
            </a:r>
          </a:p>
          <a:p>
            <a:pPr marL="342900" marR="0" lvl="0" indent="-317500" algn="l" defTabSz="914400" rtl="0" eaLnBrk="1" fontAlgn="auto" latinLnBrk="0" hangingPunct="1">
              <a:lnSpc>
                <a:spcPct val="100000"/>
              </a:lnSpc>
              <a:spcBef>
                <a:spcPts val="0"/>
              </a:spcBef>
              <a:spcAft>
                <a:spcPts val="0"/>
              </a:spcAft>
              <a:buClr>
                <a:srgbClr val="000000"/>
              </a:buClr>
              <a:buSzPts val="1400"/>
              <a:buFont typeface="Helvetica Neue Light"/>
              <a:buChar char="●"/>
              <a:tabLst/>
              <a:defRPr/>
            </a:pPr>
            <a:r>
              <a:rPr kumimoji="0" lang="ja" sz="1400" b="0" i="0" u="none" strike="noStrike" kern="0" cap="none" spc="0" normalizeH="0" baseline="0" noProof="0">
                <a:ln>
                  <a:noFill/>
                </a:ln>
                <a:solidFill>
                  <a:srgbClr val="000000"/>
                </a:solidFill>
                <a:effectLst/>
                <a:uLnTx/>
                <a:uFillTx/>
                <a:latin typeface="Arial"/>
                <a:ea typeface="+mn-ea"/>
                <a:cs typeface="Arial"/>
                <a:sym typeface="Arial"/>
              </a:rPr>
              <a:t>ソフトウェアツールおよびライセンス（例：Figma、Jira</a:t>
            </a:r>
            <a:r>
              <a:rPr kumimoji="0" lang="ja" sz="1400" b="0" i="0" u="none" strike="noStrike" kern="0" cap="none" spc="0" normalizeH="0" baseline="0" noProof="0" err="1">
                <a:ln>
                  <a:noFill/>
                </a:ln>
                <a:solidFill>
                  <a:srgbClr val="000000"/>
                </a:solidFill>
                <a:effectLst/>
                <a:uLnTx/>
                <a:uFillTx/>
                <a:latin typeface="Arial"/>
                <a:ea typeface="+mn-ea"/>
                <a:cs typeface="Arial"/>
                <a:sym typeface="Arial"/>
              </a:rPr>
              <a:t>など</a:t>
            </a:r>
            <a:r>
              <a:rPr kumimoji="0" lang="ja" sz="1400" b="0" i="0" u="none" strike="noStrike" kern="0" cap="none" spc="0" normalizeH="0" baseline="0" noProof="0">
                <a:ln>
                  <a:noFill/>
                </a:ln>
                <a:solidFill>
                  <a:srgbClr val="000000"/>
                </a:solidFill>
                <a:effectLst/>
                <a:uLnTx/>
                <a:uFillTx/>
                <a:latin typeface="Arial"/>
                <a:ea typeface="+mn-ea"/>
                <a:cs typeface="Arial"/>
                <a:sym typeface="Arial"/>
              </a:rPr>
              <a:t>）は見積もりに含まれていません。</a:t>
            </a:r>
            <a:endParaRPr kumimoji="0" lang="en-US" sz="1400" b="0" i="0" u="none" strike="noStrike" kern="0" cap="none" spc="0" normalizeH="0" baseline="0" noProof="0">
              <a:ln>
                <a:noFill/>
              </a:ln>
              <a:solidFill>
                <a:srgbClr val="000000"/>
              </a:solidFill>
              <a:effectLst/>
              <a:uLnTx/>
              <a:uFillTx/>
              <a:latin typeface="Helvetica Neue Light"/>
              <a:ea typeface="Helvetica Neue"/>
              <a:cs typeface="Helvetica Neue"/>
              <a:sym typeface="Arial"/>
            </a:endParaRPr>
          </a:p>
          <a:p>
            <a:pPr marL="342900" marR="0" lvl="0" indent="-317500" algn="l" defTabSz="914400" rtl="0" eaLnBrk="1" fontAlgn="auto" latinLnBrk="0" hangingPunct="1">
              <a:lnSpc>
                <a:spcPct val="100000"/>
              </a:lnSpc>
              <a:spcBef>
                <a:spcPts val="0"/>
              </a:spcBef>
              <a:spcAft>
                <a:spcPts val="0"/>
              </a:spcAft>
              <a:buClr>
                <a:srgbClr val="000000"/>
              </a:buClr>
              <a:buSzPts val="1400"/>
              <a:buFont typeface="Helvetica Neue Light"/>
              <a:buChar char="●"/>
              <a:tabLst/>
              <a:defRPr/>
            </a:pPr>
            <a:r>
              <a:rPr kumimoji="0" lang="ja" sz="1400" b="0" i="0" u="none" strike="noStrike" kern="0" cap="none" spc="0" normalizeH="0" baseline="0" noProof="0">
                <a:ln>
                  <a:noFill/>
                </a:ln>
                <a:solidFill>
                  <a:srgbClr val="000000"/>
                </a:solidFill>
                <a:effectLst/>
                <a:uLnTx/>
                <a:uFillTx/>
                <a:latin typeface="Arial"/>
                <a:ea typeface="+mn-ea"/>
                <a:cs typeface="Arial"/>
                <a:sym typeface="Arial"/>
              </a:rPr>
              <a:t>POC（概念実証）を実施する際には、社内調達の遅延を避けるため、 </a:t>
            </a:r>
            <a:r>
              <a:rPr kumimoji="0" lang="ja" sz="1400" b="1" i="0" u="none" strike="noStrike" kern="0" cap="none" spc="0" normalizeH="0" baseline="0" noProof="0">
                <a:ln>
                  <a:noFill/>
                </a:ln>
                <a:solidFill>
                  <a:srgbClr val="000000"/>
                </a:solidFill>
                <a:effectLst/>
                <a:uLnTx/>
                <a:uFillTx/>
                <a:latin typeface="Arial"/>
                <a:ea typeface="+mn-ea"/>
                <a:cs typeface="Arial"/>
                <a:sym typeface="Arial"/>
              </a:rPr>
              <a:t>GLが管理するAWSサンドボックス</a:t>
            </a:r>
            <a:r>
              <a:rPr kumimoji="0" lang="ja" sz="1400" b="0" i="0" u="none" strike="noStrike" kern="0" cap="none" spc="0" normalizeH="0" baseline="0" noProof="0">
                <a:ln>
                  <a:noFill/>
                </a:ln>
                <a:solidFill>
                  <a:srgbClr val="000000"/>
                </a:solidFill>
                <a:effectLst/>
                <a:uLnTx/>
                <a:uFillTx/>
                <a:latin typeface="Arial"/>
                <a:ea typeface="+mn-ea"/>
                <a:cs typeface="Arial"/>
                <a:sym typeface="Arial"/>
              </a:rPr>
              <a:t>（野島環境を模倣したもの）上でPOCを実行することをお勧めしますが、これによりGLの実際の納品コストが増加します。</a:t>
            </a:r>
            <a:endParaRPr kumimoji="0" lang="en-US" sz="1400" b="0" i="0" u="none" strike="noStrike" kern="0" cap="none" spc="0" normalizeH="0" baseline="0" noProof="0">
              <a:ln>
                <a:noFill/>
              </a:ln>
              <a:solidFill>
                <a:srgbClr val="000000"/>
              </a:solidFill>
              <a:effectLst/>
              <a:highlight>
                <a:srgbClr val="FFFF00"/>
              </a:highlight>
              <a:uLnTx/>
              <a:uFillTx/>
              <a:latin typeface="Helvetica Neue Light"/>
              <a:ea typeface="Helvetica Neue"/>
              <a:cs typeface="Helvetica Neue"/>
              <a:sym typeface="Arial"/>
            </a:endParaRPr>
          </a:p>
        </p:txBody>
      </p:sp>
      <p:sp>
        <p:nvSpPr>
          <p:cNvPr id="23" name="Google Shape;1059;p158">
            <a:extLst>
              <a:ext uri="{FF2B5EF4-FFF2-40B4-BE49-F238E27FC236}">
                <a16:creationId xmlns:a16="http://schemas.microsoft.com/office/drawing/2014/main" id="{37FB5C49-3EF5-8AF2-AE7C-181110FD01EC}"/>
              </a:ext>
            </a:extLst>
          </p:cNvPr>
          <p:cNvSpPr txBox="1">
            <a:spLocks/>
          </p:cNvSpPr>
          <p:nvPr/>
        </p:nvSpPr>
        <p:spPr>
          <a:xfrm>
            <a:off x="301975" y="662753"/>
            <a:ext cx="11243062" cy="745200"/>
          </a:xfrm>
          <a:prstGeom prst="rect">
            <a:avLst/>
          </a:prstGeom>
          <a:noFill/>
          <a:ln>
            <a:noFill/>
          </a:ln>
        </p:spPr>
        <p:txBody>
          <a:bodyPr spcFirstLastPara="1" wrap="square" lIns="121900" tIns="27425" rIns="121900" bIns="27425" anchor="t" anchorCtr="0">
            <a:noAutofit/>
          </a:bodyPr>
          <a:lstStyle>
            <a:defPPr marR="0" lvl="0" algn="l" rtl="0">
              <a:lnSpc>
                <a:spcPct val="100000"/>
              </a:lnSpc>
              <a:spcBef>
                <a:spcPts val="0"/>
              </a:spcBef>
              <a:spcAft>
                <a:spcPts val="0"/>
              </a:spcAft>
            </a:defPPr>
            <a:lvl1pPr marR="0" lvl="0" algn="l" rtl="0">
              <a:lnSpc>
                <a:spcPct val="100000"/>
              </a:lnSpc>
              <a:spcBef>
                <a:spcPts val="267"/>
              </a:spcBef>
              <a:spcAft>
                <a:spcPts val="0"/>
              </a:spcAft>
              <a:buClr>
                <a:srgbClr val="000000"/>
              </a:buClr>
              <a:buSzPts val="2200"/>
              <a:buFont typeface="Helvetica Neue"/>
              <a:buNone/>
              <a:defRPr sz="2933"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80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9pPr>
          </a:lstStyle>
          <a:p>
            <a:pPr marL="0" marR="0" lvl="0" indent="0" algn="l" defTabSz="914400" rtl="0" eaLnBrk="1" fontAlgn="auto" latinLnBrk="0" hangingPunct="1">
              <a:lnSpc>
                <a:spcPct val="100000"/>
              </a:lnSpc>
              <a:spcBef>
                <a:spcPts val="267"/>
              </a:spcBef>
              <a:spcAft>
                <a:spcPts val="0"/>
              </a:spcAft>
              <a:buClr>
                <a:srgbClr val="000000"/>
              </a:buClr>
              <a:buSzPts val="2200"/>
              <a:buFont typeface="Helvetica Neue"/>
              <a:buNone/>
              <a:tabLst/>
              <a:defRPr/>
            </a:pPr>
            <a:r>
              <a:rPr kumimoji="0" lang="ja" altLang="ja-JP" sz="3200" b="0" i="0" u="none" strike="noStrike" kern="0" cap="none" spc="0" normalizeH="0" baseline="0" noProof="0">
                <a:ln>
                  <a:noFill/>
                </a:ln>
                <a:solidFill>
                  <a:srgbClr val="F37037"/>
                </a:solidFill>
                <a:effectLst/>
                <a:uLnTx/>
                <a:uFillTx/>
                <a:latin typeface="Helvetica Neue"/>
                <a:cs typeface="Helvetica Neue"/>
                <a:sym typeface="Helvetica Neue"/>
              </a:rPr>
              <a:t>商業的な概念実証フェーズ：設計・構築（見積もり）</a:t>
            </a:r>
          </a:p>
        </p:txBody>
      </p:sp>
      <p:sp>
        <p:nvSpPr>
          <p:cNvPr id="13" name="Rectangle 1">
            <a:extLst>
              <a:ext uri="{FF2B5EF4-FFF2-40B4-BE49-F238E27FC236}">
                <a16:creationId xmlns:a16="http://schemas.microsoft.com/office/drawing/2014/main" id="{C19EB9D6-1441-5027-79AB-EF1C564B5A31}"/>
              </a:ext>
            </a:extLst>
          </p:cNvPr>
          <p:cNvSpPr>
            <a:spLocks noChangeArrowheads="1"/>
          </p:cNvSpPr>
          <p:nvPr/>
        </p:nvSpPr>
        <p:spPr bwMode="auto">
          <a:xfrm>
            <a:off x="838200" y="32400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000000"/>
              </a:solidFill>
              <a:effectLst/>
              <a:uLnTx/>
              <a:uFillTx/>
              <a:latin typeface="Arial"/>
              <a:ea typeface="ＭＳ Ｐゴシック" panose="020B0600070205080204" pitchFamily="34" charset="-128"/>
              <a:cs typeface="Arial"/>
              <a:sym typeface="Arial"/>
            </a:endParaRPr>
          </a:p>
        </p:txBody>
      </p:sp>
    </p:spTree>
    <p:extLst>
      <p:ext uri="{BB962C8B-B14F-4D97-AF65-F5344CB8AC3E}">
        <p14:creationId xmlns:p14="http://schemas.microsoft.com/office/powerpoint/2010/main" val="2872862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graphicFrame>
        <p:nvGraphicFramePr>
          <p:cNvPr id="13" name="Diagram 3">
            <a:extLst>
              <a:ext uri="{FF2B5EF4-FFF2-40B4-BE49-F238E27FC236}">
                <a16:creationId xmlns:a16="http://schemas.microsoft.com/office/drawing/2014/main" id="{43DCDE61-C22C-5EFC-60E4-5498F0216115}"/>
              </a:ext>
            </a:extLst>
          </p:cNvPr>
          <p:cNvGraphicFramePr/>
          <p:nvPr>
            <p:extLst>
              <p:ext uri="{D42A27DB-BD31-4B8C-83A1-F6EECF244321}">
                <p14:modId xmlns:p14="http://schemas.microsoft.com/office/powerpoint/2010/main" val="410198159"/>
              </p:ext>
            </p:extLst>
          </p:nvPr>
        </p:nvGraphicFramePr>
        <p:xfrm>
          <a:off x="1494546" y="1407953"/>
          <a:ext cx="7327837" cy="47808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Google Shape;1059;p158">
            <a:extLst>
              <a:ext uri="{FF2B5EF4-FFF2-40B4-BE49-F238E27FC236}">
                <a16:creationId xmlns:a16="http://schemas.microsoft.com/office/drawing/2014/main" id="{98EF1D30-F4E0-14CD-B3D0-7FAEFBB90F9B}"/>
              </a:ext>
            </a:extLst>
          </p:cNvPr>
          <p:cNvSpPr txBox="1">
            <a:spLocks/>
          </p:cNvSpPr>
          <p:nvPr/>
        </p:nvSpPr>
        <p:spPr>
          <a:xfrm>
            <a:off x="301975" y="662753"/>
            <a:ext cx="11061000" cy="745200"/>
          </a:xfrm>
          <a:prstGeom prst="rect">
            <a:avLst/>
          </a:prstGeom>
          <a:noFill/>
          <a:ln>
            <a:noFill/>
          </a:ln>
        </p:spPr>
        <p:txBody>
          <a:bodyPr spcFirstLastPara="1" wrap="square" lIns="121900" tIns="27425" rIns="121900" bIns="27425" anchor="t" anchorCtr="0">
            <a:noAutofit/>
          </a:bodyPr>
          <a:lstStyle>
            <a:defPPr marR="0" lvl="0" algn="l" rtl="0">
              <a:lnSpc>
                <a:spcPct val="100000"/>
              </a:lnSpc>
              <a:spcBef>
                <a:spcPts val="0"/>
              </a:spcBef>
              <a:spcAft>
                <a:spcPts val="0"/>
              </a:spcAft>
            </a:defPPr>
            <a:lvl1pPr marR="0" lvl="0" algn="l" rtl="0">
              <a:lnSpc>
                <a:spcPct val="100000"/>
              </a:lnSpc>
              <a:spcBef>
                <a:spcPts val="267"/>
              </a:spcBef>
              <a:spcAft>
                <a:spcPts val="0"/>
              </a:spcAft>
              <a:buClr>
                <a:srgbClr val="000000"/>
              </a:buClr>
              <a:buSzPts val="2200"/>
              <a:buFont typeface="Helvetica Neue"/>
              <a:buNone/>
              <a:defRPr sz="2933"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80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0"/>
              </a:spcBef>
              <a:spcAft>
                <a:spcPts val="0"/>
              </a:spcAft>
              <a:buClr>
                <a:srgbClr val="000000"/>
              </a:buClr>
              <a:buSzPts val="1400"/>
              <a:buFont typeface="Helvetica Neue"/>
              <a:buNone/>
              <a:defRPr sz="2400" b="0" i="0" u="none" strike="noStrike" cap="none">
                <a:solidFill>
                  <a:srgbClr val="000000"/>
                </a:solidFill>
                <a:latin typeface="Helvetica Neue"/>
                <a:ea typeface="Helvetica Neue"/>
                <a:cs typeface="Helvetica Neue"/>
                <a:sym typeface="Helvetica Neue"/>
              </a:defRPr>
            </a:lvl9pPr>
          </a:lstStyle>
          <a:p>
            <a:pPr marL="0" marR="0" lvl="0" indent="0" algn="l" defTabSz="914400" rtl="0" eaLnBrk="1" fontAlgn="auto" latinLnBrk="0" hangingPunct="1">
              <a:lnSpc>
                <a:spcPct val="100000"/>
              </a:lnSpc>
              <a:spcBef>
                <a:spcPts val="267"/>
              </a:spcBef>
              <a:spcAft>
                <a:spcPts val="0"/>
              </a:spcAft>
              <a:buClr>
                <a:srgbClr val="000000"/>
              </a:buClr>
              <a:buSzPts val="2200"/>
              <a:buFont typeface="Helvetica Neue"/>
              <a:buNone/>
              <a:tabLst/>
              <a:defRPr/>
            </a:pPr>
            <a:r>
              <a:rPr kumimoji="0" lang="ja" altLang="ja-JP" sz="2800" b="0" i="0" u="none" strike="noStrike" kern="0" cap="none" spc="0" normalizeH="0" baseline="0" noProof="0">
                <a:ln>
                  <a:noFill/>
                </a:ln>
                <a:solidFill>
                  <a:srgbClr val="F37037"/>
                </a:solidFill>
                <a:effectLst/>
                <a:uLnTx/>
                <a:uFillTx/>
                <a:latin typeface="Helvetica Neue"/>
                <a:cs typeface="Helvetica Neue"/>
                <a:sym typeface="Helvetica Neue"/>
              </a:rPr>
              <a:t>次のステップ</a:t>
            </a:r>
            <a:br>
              <a:rPr kumimoji="0" lang="en-US" altLang="ja-JP" sz="2800" b="0" i="0" u="none" strike="noStrike" kern="0" cap="none" spc="0" normalizeH="0" baseline="0" noProof="0">
                <a:ln>
                  <a:noFill/>
                </a:ln>
                <a:solidFill>
                  <a:srgbClr val="F37037"/>
                </a:solidFill>
                <a:effectLst/>
                <a:uLnTx/>
                <a:uFillTx/>
                <a:latin typeface="Helvetica Neue"/>
                <a:cs typeface="Helvetica Neue"/>
                <a:sym typeface="Helvetica Neue"/>
              </a:rPr>
            </a:br>
            <a:endParaRPr kumimoji="0" lang="en-US" altLang="ja-JP" sz="2800" b="0" i="0" u="none" strike="noStrike" kern="0" cap="none" spc="0" normalizeH="0" baseline="0" noProof="0">
              <a:ln>
                <a:noFill/>
              </a:ln>
              <a:solidFill>
                <a:srgbClr val="F37037"/>
              </a:solidFill>
              <a:effectLst/>
              <a:uLnTx/>
              <a:uFillTx/>
              <a:latin typeface="Helvetica Neue"/>
              <a:cs typeface="Helvetica Neue"/>
              <a:sym typeface="Helvetica Neue"/>
            </a:endParaRPr>
          </a:p>
        </p:txBody>
      </p:sp>
      <p:graphicFrame>
        <p:nvGraphicFramePr>
          <p:cNvPr id="3" name="Diagram 3">
            <a:extLst>
              <a:ext uri="{FF2B5EF4-FFF2-40B4-BE49-F238E27FC236}">
                <a16:creationId xmlns:a16="http://schemas.microsoft.com/office/drawing/2014/main" id="{6D329E5D-4AAA-FAEB-C4BE-F6BF7E7BE370}"/>
              </a:ext>
            </a:extLst>
          </p:cNvPr>
          <p:cNvGraphicFramePr/>
          <p:nvPr>
            <p:extLst>
              <p:ext uri="{D42A27DB-BD31-4B8C-83A1-F6EECF244321}">
                <p14:modId xmlns:p14="http://schemas.microsoft.com/office/powerpoint/2010/main" val="1306925918"/>
              </p:ext>
            </p:extLst>
          </p:nvPr>
        </p:nvGraphicFramePr>
        <p:xfrm>
          <a:off x="8889838" y="1416341"/>
          <a:ext cx="1917087" cy="478083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364037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829F8E-B83F-18F3-F157-5AE64BAA1AE7}"/>
              </a:ext>
            </a:extLst>
          </p:cNvPr>
          <p:cNvSpPr>
            <a:spLocks noGrp="1"/>
          </p:cNvSpPr>
          <p:nvPr>
            <p:ph type="title"/>
          </p:nvPr>
        </p:nvSpPr>
        <p:spPr/>
        <p:txBody>
          <a:bodyPr/>
          <a:lstStyle/>
          <a:p>
            <a:r>
              <a:rPr lang="ja">
                <a:latin typeface="Yu Gothic" panose="020B0400000000000000" pitchFamily="34" charset="-128"/>
                <a:ea typeface="Yu Gothic" panose="020B0400000000000000" pitchFamily="34" charset="-128"/>
              </a:rPr>
              <a:t>ありがとう</a:t>
            </a:r>
          </a:p>
        </p:txBody>
      </p:sp>
    </p:spTree>
    <p:extLst>
      <p:ext uri="{BB962C8B-B14F-4D97-AF65-F5344CB8AC3E}">
        <p14:creationId xmlns:p14="http://schemas.microsoft.com/office/powerpoint/2010/main" val="1325108221"/>
      </p:ext>
    </p:extLst>
  </p:cSld>
  <p:clrMapOvr>
    <a:masterClrMapping/>
  </p:clrMapOvr>
</p:sld>
</file>

<file path=ppt/theme/theme1.xml><?xml version="1.0" encoding="utf-8"?>
<a:theme xmlns:a="http://schemas.openxmlformats.org/drawingml/2006/main" name="1_GL Corporate Template 2016">
  <a:themeElements>
    <a:clrScheme name="GlobalLogic + Method 2019 1">
      <a:dk1>
        <a:srgbClr val="000000"/>
      </a:dk1>
      <a:lt1>
        <a:srgbClr val="FFFFFF"/>
      </a:lt1>
      <a:dk2>
        <a:srgbClr val="F37037"/>
      </a:dk2>
      <a:lt2>
        <a:srgbClr val="E6E7E8"/>
      </a:lt2>
      <a:accent1>
        <a:srgbClr val="BCBEC0"/>
      </a:accent1>
      <a:accent2>
        <a:srgbClr val="6D6E71"/>
      </a:accent2>
      <a:accent3>
        <a:srgbClr val="389394"/>
      </a:accent3>
      <a:accent4>
        <a:srgbClr val="F69264"/>
      </a:accent4>
      <a:accent5>
        <a:srgbClr val="8EC549"/>
      </a:accent5>
      <a:accent6>
        <a:srgbClr val="F4D034"/>
      </a:accent6>
      <a:hlink>
        <a:srgbClr val="0070C0"/>
      </a:hlink>
      <a:folHlink>
        <a:srgbClr val="007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GL Corporate Template">
  <a:themeElements>
    <a:clrScheme name="Simple Light">
      <a:dk1>
        <a:srgbClr val="000000"/>
      </a:dk1>
      <a:lt1>
        <a:srgbClr val="FFFFFF"/>
      </a:lt1>
      <a:dk2>
        <a:srgbClr val="484F6B"/>
      </a:dk2>
      <a:lt2>
        <a:srgbClr val="F2F3F6"/>
      </a:lt2>
      <a:accent1>
        <a:srgbClr val="FF5F2D"/>
      </a:accent1>
      <a:accent2>
        <a:srgbClr val="4442E3"/>
      </a:accent2>
      <a:accent3>
        <a:srgbClr val="F2F3F6"/>
      </a:accent3>
      <a:accent4>
        <a:srgbClr val="C8CAD3"/>
      </a:accent4>
      <a:accent5>
        <a:srgbClr val="868A9B"/>
      </a:accent5>
      <a:accent6>
        <a:srgbClr val="484F6B"/>
      </a:accent6>
      <a:hlink>
        <a:srgbClr val="4442E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L Corporate Template">
  <a:themeElements>
    <a:clrScheme name="Simple Light">
      <a:dk1>
        <a:srgbClr val="000000"/>
      </a:dk1>
      <a:lt1>
        <a:srgbClr val="FFFFFF"/>
      </a:lt1>
      <a:dk2>
        <a:srgbClr val="484F6B"/>
      </a:dk2>
      <a:lt2>
        <a:srgbClr val="F2F3F6"/>
      </a:lt2>
      <a:accent1>
        <a:srgbClr val="FF5F2D"/>
      </a:accent1>
      <a:accent2>
        <a:srgbClr val="4442E3"/>
      </a:accent2>
      <a:accent3>
        <a:srgbClr val="F2F3F6"/>
      </a:accent3>
      <a:accent4>
        <a:srgbClr val="C8CAD3"/>
      </a:accent4>
      <a:accent5>
        <a:srgbClr val="868A9B"/>
      </a:accent5>
      <a:accent6>
        <a:srgbClr val="484F6B"/>
      </a:accent6>
      <a:hlink>
        <a:srgbClr val="4442E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Simple Light">
    <a:dk1>
      <a:srgbClr val="000000"/>
    </a:dk1>
    <a:lt1>
      <a:srgbClr val="FFFFFF"/>
    </a:lt1>
    <a:dk2>
      <a:srgbClr val="484F6B"/>
    </a:dk2>
    <a:lt2>
      <a:srgbClr val="F2F3F6"/>
    </a:lt2>
    <a:accent1>
      <a:srgbClr val="FF5F2D"/>
    </a:accent1>
    <a:accent2>
      <a:srgbClr val="4442E3"/>
    </a:accent2>
    <a:accent3>
      <a:srgbClr val="F2F3F6"/>
    </a:accent3>
    <a:accent4>
      <a:srgbClr val="C8CAD3"/>
    </a:accent4>
    <a:accent5>
      <a:srgbClr val="868A9B"/>
    </a:accent5>
    <a:accent6>
      <a:srgbClr val="484F6B"/>
    </a:accent6>
    <a:hlink>
      <a:srgbClr val="4442E3"/>
    </a:hlink>
    <a:folHlink>
      <a:srgbClr val="0097A7"/>
    </a:folHlink>
  </a:clrScheme>
</a:themeOverride>
</file>

<file path=docProps/app.xml><?xml version="1.0" encoding="utf-8"?>
<Properties xmlns="http://schemas.openxmlformats.org/officeDocument/2006/extended-properties" xmlns:vt="http://schemas.openxmlformats.org/officeDocument/2006/docPropsVTypes">
  <TotalTime>17</TotalTime>
  <Words>16381</Words>
  <Application>Microsoft Office PowerPoint</Application>
  <PresentationFormat>Widescreen</PresentationFormat>
  <Paragraphs>831</Paragraphs>
  <Slides>26</Slides>
  <Notes>22</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26</vt:i4>
      </vt:variant>
    </vt:vector>
  </HeadingPairs>
  <TitlesOfParts>
    <vt:vector size="38" baseType="lpstr">
      <vt:lpstr>Yu Gothic</vt:lpstr>
      <vt:lpstr>Aptos</vt:lpstr>
      <vt:lpstr>Arial</vt:lpstr>
      <vt:lpstr>Calibri</vt:lpstr>
      <vt:lpstr>Helvetica Neue</vt:lpstr>
      <vt:lpstr>Helvetica Neue Light</vt:lpstr>
      <vt:lpstr>Manrope</vt:lpstr>
      <vt:lpstr>Manrope SemiBold</vt:lpstr>
      <vt:lpstr>Wingdings</vt:lpstr>
      <vt:lpstr>1_GL Corporate Template 2016</vt:lpstr>
      <vt:lpstr>1_GL Corporate Template</vt:lpstr>
      <vt:lpstr>GL Corporate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プロジェクト範囲1：アドバイザリー業務</vt:lpstr>
      <vt:lpstr>プロジェクト範囲2：概念実証（POC）</vt:lpstr>
      <vt:lpstr>PowerPoint Presentation</vt:lpstr>
      <vt:lpstr>PowerPoint Presentation</vt:lpstr>
      <vt:lpstr>業務スケジュール：アドバイザリーフェーズ（暫定）</vt:lpstr>
      <vt:lpstr>PowerPoint Presentation</vt:lpstr>
      <vt:lpstr>提案されたチーム構成* </vt:lpstr>
      <vt:lpstr>PowerPoint Presentation</vt:lpstr>
      <vt:lpstr>PowerPoint Presentation</vt:lpstr>
      <vt:lpstr>リスクと対策</vt:lpstr>
      <vt:lpstr>野島氏に対するGLの期待</vt:lpstr>
      <vt:lpstr>PowerPoint Presentation</vt:lpstr>
      <vt:lpstr>PowerPoint Presentation</vt:lpstr>
      <vt:lpstr>PowerPoint Presentation</vt:lpstr>
      <vt:lpstr>PowerPoint Presentation</vt:lpstr>
      <vt:lpstr>PowerPoint Presentation</vt:lpstr>
      <vt:lpstr>PowerPoint Presentation</vt:lpstr>
      <vt:lpstr>ありがとう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Ammar Zolkipli</dc:creator>
  <cp:lastModifiedBy>Ammar Zolkipli</cp:lastModifiedBy>
  <cp:revision>6</cp:revision>
  <dcterms:created xsi:type="dcterms:W3CDTF">2026-03-22T12:56:12Z</dcterms:created>
  <dcterms:modified xsi:type="dcterms:W3CDTF">2026-03-22T13:14:16Z</dcterms:modified>
</cp:coreProperties>
</file>